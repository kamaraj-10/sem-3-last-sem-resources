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60" r:id="rId1"/>
    <p:sldMasterId id="2147483674" r:id="rId2"/>
  </p:sldMasterIdLst>
  <p:notesMasterIdLst>
    <p:notesMasterId r:id="rId51"/>
  </p:notesMasterIdLst>
  <p:sldIdLst>
    <p:sldId id="258" r:id="rId3"/>
    <p:sldId id="259" r:id="rId4"/>
    <p:sldId id="257" r:id="rId5"/>
    <p:sldId id="387" r:id="rId6"/>
    <p:sldId id="388" r:id="rId7"/>
    <p:sldId id="389" r:id="rId8"/>
    <p:sldId id="270" r:id="rId9"/>
    <p:sldId id="271" r:id="rId10"/>
    <p:sldId id="273" r:id="rId11"/>
    <p:sldId id="274" r:id="rId12"/>
    <p:sldId id="275" r:id="rId13"/>
    <p:sldId id="276" r:id="rId14"/>
    <p:sldId id="277" r:id="rId15"/>
    <p:sldId id="278" r:id="rId16"/>
    <p:sldId id="280" r:id="rId17"/>
    <p:sldId id="281" r:id="rId18"/>
    <p:sldId id="398" r:id="rId19"/>
    <p:sldId id="283" r:id="rId20"/>
    <p:sldId id="285" r:id="rId21"/>
    <p:sldId id="287" r:id="rId22"/>
    <p:sldId id="289" r:id="rId23"/>
    <p:sldId id="290" r:id="rId24"/>
    <p:sldId id="291" r:id="rId25"/>
    <p:sldId id="292" r:id="rId26"/>
    <p:sldId id="293" r:id="rId27"/>
    <p:sldId id="294" r:id="rId28"/>
    <p:sldId id="390" r:id="rId29"/>
    <p:sldId id="391" r:id="rId30"/>
    <p:sldId id="299" r:id="rId31"/>
    <p:sldId id="300" r:id="rId32"/>
    <p:sldId id="392" r:id="rId33"/>
    <p:sldId id="302" r:id="rId34"/>
    <p:sldId id="303" r:id="rId35"/>
    <p:sldId id="370" r:id="rId36"/>
    <p:sldId id="371" r:id="rId37"/>
    <p:sldId id="372" r:id="rId38"/>
    <p:sldId id="373" r:id="rId39"/>
    <p:sldId id="374" r:id="rId40"/>
    <p:sldId id="375" r:id="rId41"/>
    <p:sldId id="376" r:id="rId42"/>
    <p:sldId id="363" r:id="rId43"/>
    <p:sldId id="364" r:id="rId44"/>
    <p:sldId id="366" r:id="rId45"/>
    <p:sldId id="367" r:id="rId46"/>
    <p:sldId id="354" r:id="rId47"/>
    <p:sldId id="355" r:id="rId48"/>
    <p:sldId id="400" r:id="rId49"/>
    <p:sldId id="279" r:id="rId5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82238" autoAdjust="0"/>
  </p:normalViewPr>
  <p:slideViewPr>
    <p:cSldViewPr snapToGrid="0">
      <p:cViewPr varScale="1">
        <p:scale>
          <a:sx n="61" d="100"/>
          <a:sy n="61" d="100"/>
        </p:scale>
        <p:origin x="884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50" Type="http://schemas.openxmlformats.org/officeDocument/2006/relationships/slide" Target="slides/slide48.xml"/><Relationship Id="rId55" Type="http://schemas.openxmlformats.org/officeDocument/2006/relationships/tableStyles" Target="tableStyle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viewProps" Target="viewProps.xml"/><Relationship Id="rId5" Type="http://schemas.openxmlformats.org/officeDocument/2006/relationships/slide" Target="slides/slide3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8" Type="http://schemas.openxmlformats.org/officeDocument/2006/relationships/slide" Target="slides/slide6.xml"/><Relationship Id="rId51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175C40F-A32B-4060-8E3C-2D31121E18AD}" type="datetimeFigureOut">
              <a:rPr lang="en-IN" smtClean="0"/>
              <a:t>22-05-2026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BE33F5-57D9-4775-99BA-CCB2D6622D1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530248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BE33F5-57D9-4775-99BA-CCB2D6622D1A}" type="slidenum">
              <a:rPr lang="en-IN" smtClean="0"/>
              <a:t>12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4405666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BE33F5-57D9-4775-99BA-CCB2D6622D1A}" type="slidenum">
              <a:rPr lang="en-IN" smtClean="0"/>
              <a:t>13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8625532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277C596-5848-490B-A223-6F6F7C3F8E03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34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4510561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277C596-5848-490B-A223-6F6F7C3F8E03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38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6896126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277C596-5848-490B-A223-6F6F7C3F8E03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39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1042823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277C596-5848-490B-A223-6F6F7C3F8E03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40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119381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38B4DCA-DCEA-4472-B2FF-07834D9DA19D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41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548909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38B4DCA-DCEA-4472-B2FF-07834D9DA19D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45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2490045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277C596-5848-490B-A223-6F6F7C3F8E03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46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1254389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.xml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2.xml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3.xml"/></Relationships>
</file>

<file path=ppt/slideLayouts/_rels/slideLayout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4.xml"/></Relationships>
</file>

<file path=ppt/slideLayouts/_rels/slideLayout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5.xml"/></Relationships>
</file>

<file path=ppt/slideLayouts/_rels/slideLayout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6.xml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A950A5-7B3B-4BE7-8D4D-88D659796E0A}" type="datetimeFigureOut">
              <a:rPr lang="en-IN" smtClean="0"/>
              <a:t>22-05-2026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D06422-840E-4190-8E3D-3A16335A340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687032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A950A5-7B3B-4BE7-8D4D-88D659796E0A}" type="datetimeFigureOut">
              <a:rPr lang="en-IN" smtClean="0"/>
              <a:t>22-05-2026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D06422-840E-4190-8E3D-3A16335A340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610547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A950A5-7B3B-4BE7-8D4D-88D659796E0A}" type="datetimeFigureOut">
              <a:rPr lang="en-IN" smtClean="0"/>
              <a:t>22-05-2026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D06422-840E-4190-8E3D-3A16335A340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95083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A950A5-7B3B-4BE7-8D4D-88D659796E0A}" type="datetimeFigureOut">
              <a:rPr lang="en-IN" smtClean="0"/>
              <a:t>22-05-2026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D06422-840E-4190-8E3D-3A16335A340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399502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A950A5-7B3B-4BE7-8D4D-88D659796E0A}" type="datetimeFigureOut">
              <a:rPr lang="en-IN" smtClean="0"/>
              <a:t>22-05-2026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D06422-840E-4190-8E3D-3A16335A340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966312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A950A5-7B3B-4BE7-8D4D-88D659796E0A}" type="datetimeFigureOut">
              <a:rPr lang="en-IN" smtClean="0"/>
              <a:t>22-05-2026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D06422-840E-4190-8E3D-3A16335A340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174753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A950A5-7B3B-4BE7-8D4D-88D659796E0A}" type="datetimeFigureOut">
              <a:rPr lang="en-IN" smtClean="0"/>
              <a:t>22-05-2026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D06422-840E-4190-8E3D-3A16335A340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145130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A950A5-7B3B-4BE7-8D4D-88D659796E0A}" type="datetimeFigureOut">
              <a:rPr lang="en-IN" smtClean="0"/>
              <a:t>22-05-2026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D06422-840E-4190-8E3D-3A16335A340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072178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A950A5-7B3B-4BE7-8D4D-88D659796E0A}" type="datetimeFigureOut">
              <a:rPr lang="en-IN" smtClean="0"/>
              <a:t>22-05-2026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D06422-840E-4190-8E3D-3A16335A340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469349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A950A5-7B3B-4BE7-8D4D-88D659796E0A}" type="datetimeFigureOut">
              <a:rPr lang="en-IN" smtClean="0"/>
              <a:t>22-05-2026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D06422-840E-4190-8E3D-3A16335A340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320832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A950A5-7B3B-4BE7-8D4D-88D659796E0A}" type="datetimeFigureOut">
              <a:rPr lang="en-IN" smtClean="0"/>
              <a:t>22-05-2026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D06422-840E-4190-8E3D-3A16335A340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61408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ustom Layout">
    <p:bg>
      <p:bgPr>
        <a:blipFill dpi="0" rotWithShape="0">
          <a:blip r:embed="rId2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3352800"/>
            <a:ext cx="11582400" cy="2743200"/>
          </a:xfrm>
          <a:prstGeom prst="rect">
            <a:avLst/>
          </a:prstGeom>
          <a:solidFill>
            <a:srgbClr val="1011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rtl="0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1200" kern="1200" dirty="0">
              <a:solidFill>
                <a:prstClr val="white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3860800" y="6096000"/>
            <a:ext cx="3860800" cy="76200"/>
          </a:xfrm>
          <a:prstGeom prst="rect">
            <a:avLst/>
          </a:prstGeom>
          <a:solidFill>
            <a:srgbClr val="76C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rtl="0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1200" kern="1200">
              <a:solidFill>
                <a:prstClr val="white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6096000"/>
            <a:ext cx="3860800" cy="76200"/>
          </a:xfrm>
          <a:prstGeom prst="rect">
            <a:avLst/>
          </a:prstGeom>
          <a:solidFill>
            <a:srgbClr val="FCB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rtl="0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1200" kern="1200">
              <a:solidFill>
                <a:prstClr val="white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7721600" y="6096000"/>
            <a:ext cx="3860800" cy="76200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rtl="0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1200" kern="1200">
              <a:solidFill>
                <a:prstClr val="white"/>
              </a:solidFill>
            </a:endParaRPr>
          </a:p>
        </p:txBody>
      </p:sp>
      <p:pic>
        <p:nvPicPr>
          <p:cNvPr id="9" name="Picture 10" descr="BITS_university_logo_whitevert.png"/>
          <p:cNvPicPr>
            <a:picLocks noChangeAspect="1"/>
          </p:cNvPicPr>
          <p:nvPr/>
        </p:nvPicPr>
        <p:blipFill>
          <a:blip r:embed="rId3" cstate="print"/>
          <a:srcRect t="2" b="28592"/>
          <a:stretch>
            <a:fillRect/>
          </a:stretch>
        </p:blipFill>
        <p:spPr bwMode="auto">
          <a:xfrm>
            <a:off x="101600" y="3352803"/>
            <a:ext cx="2743200" cy="19796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" name="TextBox 9"/>
          <p:cNvSpPr txBox="1"/>
          <p:nvPr/>
        </p:nvSpPr>
        <p:spPr>
          <a:xfrm>
            <a:off x="-101600" y="5257800"/>
            <a:ext cx="2946400" cy="42704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rtl="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2175" b="1" kern="1200" spc="-113" dirty="0">
                <a:solidFill>
                  <a:prstClr val="white"/>
                </a:solidFill>
                <a:latin typeface="Arial"/>
                <a:ea typeface="+mn-ea"/>
                <a:cs typeface="Arial"/>
              </a:rPr>
              <a:t>BITS</a:t>
            </a:r>
            <a:r>
              <a:rPr lang="en-US" sz="2175" kern="1200" spc="-113" dirty="0">
                <a:solidFill>
                  <a:prstClr val="white"/>
                </a:solidFill>
                <a:latin typeface="Arial"/>
                <a:ea typeface="+mn-ea"/>
                <a:cs typeface="Arial"/>
              </a:rPr>
              <a:t> Pilani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3200" y="5667376"/>
            <a:ext cx="2540000" cy="23083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l" rtl="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900" kern="1200" dirty="0">
                <a:solidFill>
                  <a:srgbClr val="FFFFFF"/>
                </a:solidFill>
                <a:latin typeface="Arial"/>
                <a:ea typeface="+mn-ea"/>
                <a:cs typeface="Arial"/>
              </a:rPr>
              <a:t>Pilani Campus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3352800"/>
            <a:ext cx="11582400" cy="2743200"/>
          </a:xfrm>
          <a:prstGeom prst="rect">
            <a:avLst/>
          </a:prstGeom>
          <a:solidFill>
            <a:srgbClr val="1011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rtl="0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1200" kern="1200" dirty="0">
              <a:solidFill>
                <a:prstClr val="white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3860800" y="6096000"/>
            <a:ext cx="3860800" cy="76200"/>
          </a:xfrm>
          <a:prstGeom prst="rect">
            <a:avLst/>
          </a:prstGeom>
          <a:solidFill>
            <a:srgbClr val="76C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rtl="0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1200" kern="1200">
              <a:solidFill>
                <a:prstClr val="white"/>
              </a:solidFill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0" y="6096000"/>
            <a:ext cx="3860800" cy="76200"/>
          </a:xfrm>
          <a:prstGeom prst="rect">
            <a:avLst/>
          </a:prstGeom>
          <a:solidFill>
            <a:srgbClr val="FCB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rtl="0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1200" kern="1200">
              <a:solidFill>
                <a:prstClr val="white"/>
              </a:solidFill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7721600" y="6096000"/>
            <a:ext cx="3860800" cy="76200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rtl="0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1200" kern="1200">
              <a:solidFill>
                <a:prstClr val="white"/>
              </a:solidFill>
            </a:endParaRPr>
          </a:p>
        </p:txBody>
      </p:sp>
      <p:pic>
        <p:nvPicPr>
          <p:cNvPr id="16" name="Picture 17" descr="BITS_university_logo_whitevert.png"/>
          <p:cNvPicPr>
            <a:picLocks noChangeAspect="1"/>
          </p:cNvPicPr>
          <p:nvPr/>
        </p:nvPicPr>
        <p:blipFill>
          <a:blip r:embed="rId3" cstate="print"/>
          <a:srcRect t="2" b="28592"/>
          <a:stretch>
            <a:fillRect/>
          </a:stretch>
        </p:blipFill>
        <p:spPr bwMode="auto">
          <a:xfrm>
            <a:off x="101600" y="3352803"/>
            <a:ext cx="2743200" cy="19796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7" name="TextBox 16"/>
          <p:cNvSpPr txBox="1"/>
          <p:nvPr/>
        </p:nvSpPr>
        <p:spPr>
          <a:xfrm>
            <a:off x="-101600" y="5257800"/>
            <a:ext cx="2946400" cy="42704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rtl="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2175" b="1" kern="1200" spc="-113" dirty="0">
                <a:solidFill>
                  <a:prstClr val="white"/>
                </a:solidFill>
                <a:latin typeface="Arial"/>
                <a:ea typeface="+mn-ea"/>
                <a:cs typeface="Arial"/>
              </a:rPr>
              <a:t>BITS</a:t>
            </a:r>
            <a:r>
              <a:rPr lang="en-US" sz="2175" kern="1200" spc="-113" dirty="0">
                <a:solidFill>
                  <a:prstClr val="white"/>
                </a:solidFill>
                <a:latin typeface="Arial"/>
                <a:ea typeface="+mn-ea"/>
                <a:cs typeface="Arial"/>
              </a:rPr>
              <a:t> Pilani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3200" y="5667376"/>
            <a:ext cx="2540000" cy="23083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l" rtl="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900" kern="1200" dirty="0">
                <a:solidFill>
                  <a:srgbClr val="FFFFFF"/>
                </a:solidFill>
                <a:latin typeface="Arial"/>
                <a:ea typeface="+mn-ea"/>
                <a:cs typeface="Arial"/>
              </a:rPr>
              <a:t>Pilani Campus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>
          <a:xfrm>
            <a:off x="3352800" y="5410200"/>
            <a:ext cx="8026400" cy="533400"/>
          </a:xfrm>
        </p:spPr>
        <p:txBody>
          <a:bodyPr anchor="b">
            <a:noAutofit/>
          </a:bodyPr>
          <a:lstStyle>
            <a:lvl1pPr marL="0" indent="0" algn="r">
              <a:lnSpc>
                <a:spcPts val="1350"/>
              </a:lnSpc>
              <a:spcBef>
                <a:spcPts val="0"/>
              </a:spcBef>
              <a:buNone/>
              <a:defRPr sz="135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52800" y="3810000"/>
            <a:ext cx="8026400" cy="1524000"/>
          </a:xfrm>
        </p:spPr>
        <p:txBody>
          <a:bodyPr anchorCtr="0">
            <a:noAutofit/>
          </a:bodyPr>
          <a:lstStyle>
            <a:lvl1pPr algn="l">
              <a:lnSpc>
                <a:spcPts val="3000"/>
              </a:lnSpc>
              <a:defRPr sz="330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7208956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4368800" y="6596066"/>
            <a:ext cx="7823200" cy="219291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 rtl="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825" b="1" kern="1200" dirty="0">
                <a:solidFill>
                  <a:srgbClr val="101141"/>
                </a:solidFill>
                <a:latin typeface="Arial"/>
                <a:ea typeface="+mn-ea"/>
                <a:cs typeface="Arial"/>
              </a:rPr>
              <a:t>BITS </a:t>
            </a:r>
            <a:r>
              <a:rPr lang="en-US" sz="825" kern="1200" dirty="0">
                <a:solidFill>
                  <a:srgbClr val="101141"/>
                </a:solidFill>
                <a:latin typeface="Arial"/>
                <a:ea typeface="+mn-ea"/>
                <a:cs typeface="Arial"/>
              </a:rPr>
              <a:t>Pilani, Pilani Campus</a:t>
            </a:r>
          </a:p>
        </p:txBody>
      </p:sp>
      <p:grpSp>
        <p:nvGrpSpPr>
          <p:cNvPr id="5" name="Group 11"/>
          <p:cNvGrpSpPr>
            <a:grpSpLocks/>
          </p:cNvGrpSpPr>
          <p:nvPr/>
        </p:nvGrpSpPr>
        <p:grpSpPr bwMode="auto">
          <a:xfrm>
            <a:off x="2779184" y="6550028"/>
            <a:ext cx="9412816" cy="49213"/>
            <a:chOff x="2083888" y="6550671"/>
            <a:chExt cx="7060112" cy="48665"/>
          </a:xfrm>
        </p:grpSpPr>
        <p:sp>
          <p:nvSpPr>
            <p:cNvPr id="6" name="Rectangle 5"/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1200">
                <a:solidFill>
                  <a:prstClr val="white"/>
                </a:solidFill>
              </a:endParaRPr>
            </a:p>
          </p:txBody>
        </p:sp>
        <p:sp>
          <p:nvSpPr>
            <p:cNvPr id="7" name="Rectangle 6"/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1200">
                <a:solidFill>
                  <a:prstClr val="white"/>
                </a:solidFill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1200">
                <a:solidFill>
                  <a:prstClr val="white"/>
                </a:solidFill>
              </a:endParaRPr>
            </a:p>
          </p:txBody>
        </p:sp>
      </p:grpSp>
      <p:pic>
        <p:nvPicPr>
          <p:cNvPr id="9" name="Picture 11" descr="Picture 7.png"/>
          <p:cNvPicPr>
            <a:picLocks noChangeAspect="1"/>
          </p:cNvPicPr>
          <p:nvPr/>
        </p:nvPicPr>
        <p:blipFill>
          <a:blip r:embed="rId2" cstate="print"/>
          <a:srcRect l="1923" b="5336"/>
          <a:stretch>
            <a:fillRect/>
          </a:stretch>
        </p:blipFill>
        <p:spPr bwMode="auto">
          <a:xfrm>
            <a:off x="8839202" y="0"/>
            <a:ext cx="2925233" cy="692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10" name="Group 18"/>
          <p:cNvGrpSpPr>
            <a:grpSpLocks/>
          </p:cNvGrpSpPr>
          <p:nvPr/>
        </p:nvGrpSpPr>
        <p:grpSpPr bwMode="auto">
          <a:xfrm>
            <a:off x="2844800" y="6553200"/>
            <a:ext cx="9347200" cy="46038"/>
            <a:chOff x="1905000" y="6553200"/>
            <a:chExt cx="7010400" cy="45719"/>
          </a:xfrm>
        </p:grpSpPr>
        <p:sp>
          <p:nvSpPr>
            <p:cNvPr id="11" name="Rectangle 10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1200">
                <a:solidFill>
                  <a:prstClr val="white"/>
                </a:solidFill>
              </a:endParaRP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1200">
                <a:solidFill>
                  <a:prstClr val="white"/>
                </a:solidFill>
              </a:endParaRPr>
            </a:p>
          </p:txBody>
        </p:sp>
        <p:sp>
          <p:nvSpPr>
            <p:cNvPr id="13" name="Rectangle 12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1200">
                <a:solidFill>
                  <a:prstClr val="white"/>
                </a:solidFill>
              </a:endParaRPr>
            </a:p>
          </p:txBody>
        </p:sp>
      </p:grpSp>
      <p:grpSp>
        <p:nvGrpSpPr>
          <p:cNvPr id="14" name="Group 22"/>
          <p:cNvGrpSpPr>
            <a:grpSpLocks/>
          </p:cNvGrpSpPr>
          <p:nvPr/>
        </p:nvGrpSpPr>
        <p:grpSpPr bwMode="auto">
          <a:xfrm>
            <a:off x="0" y="1295400"/>
            <a:ext cx="9347200" cy="46038"/>
            <a:chOff x="1905000" y="6553200"/>
            <a:chExt cx="7010400" cy="45719"/>
          </a:xfrm>
        </p:grpSpPr>
        <p:sp>
          <p:nvSpPr>
            <p:cNvPr id="15" name="Rectangle 14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1200">
                <a:solidFill>
                  <a:prstClr val="white"/>
                </a:solidFill>
              </a:endParaRPr>
            </a:p>
          </p:txBody>
        </p:sp>
        <p:sp>
          <p:nvSpPr>
            <p:cNvPr id="16" name="Rectangle 15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1200">
                <a:solidFill>
                  <a:prstClr val="white"/>
                </a:solidFill>
              </a:endParaRPr>
            </a:p>
          </p:txBody>
        </p:sp>
        <p:sp>
          <p:nvSpPr>
            <p:cNvPr id="17" name="Rectangle 16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1200">
                <a:solidFill>
                  <a:prstClr val="white"/>
                </a:solidFill>
              </a:endParaRPr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6400" y="1493840"/>
            <a:ext cx="10972800" cy="4525963"/>
          </a:xfrm>
        </p:spPr>
        <p:txBody>
          <a:bodyPr/>
          <a:lstStyle>
            <a:lvl1pPr marL="257175" marR="0" indent="-257175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1800">
                <a:latin typeface="Arial" pitchFamily="34" charset="0"/>
                <a:cs typeface="Arial" pitchFamily="34" charset="0"/>
              </a:defRPr>
            </a:lvl1pPr>
            <a:lvl2pPr marL="557213" marR="0" indent="-214313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200">
                <a:latin typeface="Arial" pitchFamily="34" charset="0"/>
                <a:cs typeface="Arial" pitchFamily="34" charset="0"/>
              </a:defRPr>
            </a:lvl2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dirty="0"/>
          </a:p>
        </p:txBody>
      </p:sp>
      <p:sp>
        <p:nvSpPr>
          <p:cNvPr id="27" name="Content Placeholder 18"/>
          <p:cNvSpPr>
            <a:spLocks noGrp="1"/>
          </p:cNvSpPr>
          <p:nvPr>
            <p:ph sz="quarter" idx="10"/>
          </p:nvPr>
        </p:nvSpPr>
        <p:spPr>
          <a:xfrm>
            <a:off x="406400" y="152400"/>
            <a:ext cx="8432800" cy="1143000"/>
          </a:xfrm>
        </p:spPr>
        <p:txBody>
          <a:bodyPr anchor="ctr">
            <a:normAutofit/>
          </a:bodyPr>
          <a:lstStyle>
            <a:lvl1pPr marL="0">
              <a:lnSpc>
                <a:spcPts val="2700"/>
              </a:lnSpc>
              <a:spcBef>
                <a:spcPts val="0"/>
              </a:spcBef>
              <a:buNone/>
              <a:defRPr sz="2700" b="1" spc="-113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19075302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308187" y="400303"/>
            <a:ext cx="3600027" cy="5740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1" i="0">
                <a:solidFill>
                  <a:schemeClr val="tx1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2462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6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9811512" y="6639736"/>
            <a:ext cx="2274993" cy="182245"/>
          </a:xfrm>
          <a:prstGeom prst="rect">
            <a:avLst/>
          </a:prstGeom>
        </p:spPr>
        <p:txBody>
          <a:bodyPr lIns="0" tIns="0" rIns="0" bIns="0"/>
          <a:lstStyle>
            <a:lvl1pPr>
              <a:defRPr sz="1100" b="0" i="0">
                <a:solidFill>
                  <a:srgbClr val="0F1141"/>
                </a:solidFill>
                <a:latin typeface="Arial MT"/>
                <a:cs typeface="Arial MT"/>
              </a:defRPr>
            </a:lvl1pPr>
          </a:lstStyle>
          <a:p>
            <a:pPr marL="12700"/>
            <a:r>
              <a:rPr lang="en-IN" b="1" kern="0">
                <a:latin typeface="Arial"/>
                <a:cs typeface="Arial"/>
              </a:rPr>
              <a:t>BITS</a:t>
            </a:r>
            <a:r>
              <a:rPr lang="en-IN" b="1" kern="0" spc="-55">
                <a:latin typeface="Arial"/>
                <a:cs typeface="Arial"/>
              </a:rPr>
              <a:t> </a:t>
            </a:r>
            <a:r>
              <a:rPr lang="en-IN" kern="0"/>
              <a:t>Pilani,</a:t>
            </a:r>
            <a:r>
              <a:rPr lang="en-IN" kern="0" spc="-35"/>
              <a:t> </a:t>
            </a:r>
            <a:r>
              <a:rPr lang="en-IN" kern="0"/>
              <a:t>Pilani</a:t>
            </a:r>
            <a:r>
              <a:rPr lang="en-IN" kern="0" spc="-30"/>
              <a:t> </a:t>
            </a:r>
            <a:r>
              <a:rPr lang="en-IN" kern="0" spc="-10"/>
              <a:t>Campus</a:t>
            </a:r>
            <a:endParaRPr lang="en-IN" kern="0" spc="-10"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kern="0">
                <a:solidFill>
                  <a:prstClr val="black">
                    <a:tint val="75000"/>
                  </a:prstClr>
                </a:solidFill>
              </a:rPr>
              <a:pPr/>
              <a:t>5/22/2026</a:t>
            </a:fld>
            <a:endParaRPr lang="en-US" kern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ker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kern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2294724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9811512" y="6639736"/>
            <a:ext cx="2274993" cy="182245"/>
          </a:xfrm>
          <a:prstGeom prst="rect">
            <a:avLst/>
          </a:prstGeom>
        </p:spPr>
        <p:txBody>
          <a:bodyPr lIns="0" tIns="0" rIns="0" bIns="0"/>
          <a:lstStyle>
            <a:lvl1pPr>
              <a:defRPr sz="1100" b="0" i="0">
                <a:solidFill>
                  <a:srgbClr val="0F1141"/>
                </a:solidFill>
                <a:latin typeface="Arial MT"/>
                <a:cs typeface="Arial MT"/>
              </a:defRPr>
            </a:lvl1pPr>
          </a:lstStyle>
          <a:p>
            <a:pPr marL="12700"/>
            <a:r>
              <a:rPr lang="en-IN" b="1" kern="0">
                <a:latin typeface="Arial"/>
                <a:cs typeface="Arial"/>
              </a:rPr>
              <a:t>BITS</a:t>
            </a:r>
            <a:r>
              <a:rPr lang="en-IN" b="1" kern="0" spc="-55">
                <a:latin typeface="Arial"/>
                <a:cs typeface="Arial"/>
              </a:rPr>
              <a:t> </a:t>
            </a:r>
            <a:r>
              <a:rPr lang="en-IN" kern="0"/>
              <a:t>Pilani,</a:t>
            </a:r>
            <a:r>
              <a:rPr lang="en-IN" kern="0" spc="-35"/>
              <a:t> </a:t>
            </a:r>
            <a:r>
              <a:rPr lang="en-IN" kern="0"/>
              <a:t>Pilani</a:t>
            </a:r>
            <a:r>
              <a:rPr lang="en-IN" kern="0" spc="-30"/>
              <a:t> </a:t>
            </a:r>
            <a:r>
              <a:rPr lang="en-IN" kern="0" spc="-10"/>
              <a:t>Campus</a:t>
            </a:r>
            <a:endParaRPr lang="en-IN" kern="0" spc="-10" dirty="0"/>
          </a:p>
        </p:txBody>
      </p:sp>
      <p:sp>
        <p:nvSpPr>
          <p:cNvPr id="8" name="Content Placeholder 2"/>
          <p:cNvSpPr>
            <a:spLocks noGrp="1"/>
          </p:cNvSpPr>
          <p:nvPr>
            <p:ph idx="10"/>
          </p:nvPr>
        </p:nvSpPr>
        <p:spPr>
          <a:xfrm>
            <a:off x="304800" y="1545224"/>
            <a:ext cx="11480800" cy="4525963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400">
                <a:latin typeface="Cambria" panose="02040503050406030204" pitchFamily="18" charset="0"/>
                <a:ea typeface="Cambria" panose="02040503050406030204" pitchFamily="18" charset="0"/>
              </a:defRPr>
            </a:lvl1pPr>
            <a:lvl2pPr>
              <a:defRPr sz="2400">
                <a:latin typeface="Cambria" panose="02040503050406030204" pitchFamily="18" charset="0"/>
                <a:ea typeface="Cambria" panose="02040503050406030204" pitchFamily="18" charset="0"/>
              </a:defRPr>
            </a:lvl2pPr>
            <a:lvl3pPr>
              <a:defRPr sz="2400">
                <a:latin typeface="Cambria" panose="02040503050406030204" pitchFamily="18" charset="0"/>
                <a:ea typeface="Cambria" panose="02040503050406030204" pitchFamily="18" charset="0"/>
              </a:defRPr>
            </a:lvl3pPr>
            <a:lvl4pPr>
              <a:defRPr sz="2400">
                <a:latin typeface="Cambria" panose="02040503050406030204" pitchFamily="18" charset="0"/>
                <a:ea typeface="Cambria" panose="02040503050406030204" pitchFamily="18" charset="0"/>
              </a:defRPr>
            </a:lvl4pPr>
            <a:lvl5pPr>
              <a:defRPr sz="2400">
                <a:latin typeface="Cambria" panose="02040503050406030204" pitchFamily="18" charset="0"/>
                <a:ea typeface="Cambria" panose="02040503050406030204" pitchFamily="18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304801" y="0"/>
            <a:ext cx="10881209" cy="1219200"/>
          </a:xfrm>
          <a:prstGeom prst="rect">
            <a:avLst/>
          </a:prstGeom>
        </p:spPr>
        <p:txBody>
          <a:bodyPr anchor="ctr"/>
          <a:lstStyle>
            <a:lvl1pPr algn="l">
              <a:defRPr sz="3600" b="0">
                <a:latin typeface="Cambria" panose="02040503050406030204" pitchFamily="18" charset="0"/>
                <a:ea typeface="Cambria" panose="02040503050406030204" pitchFamily="18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946050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08187" y="361315"/>
            <a:ext cx="6561667" cy="613028"/>
          </a:xfrm>
          <a:prstGeom prst="rect">
            <a:avLst/>
          </a:prstGeom>
        </p:spPr>
        <p:txBody>
          <a:bodyPr lIns="0" tIns="0" rIns="0" bIns="0"/>
          <a:lstStyle>
            <a:lvl1pPr>
              <a:defRPr sz="3600" b="1" i="0">
                <a:solidFill>
                  <a:schemeClr val="tx1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36933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36933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>
          <a:xfrm>
            <a:off x="9811512" y="6639736"/>
            <a:ext cx="2274993" cy="182245"/>
          </a:xfrm>
          <a:prstGeom prst="rect">
            <a:avLst/>
          </a:prstGeom>
        </p:spPr>
        <p:txBody>
          <a:bodyPr lIns="0" tIns="0" rIns="0" bIns="0"/>
          <a:lstStyle>
            <a:lvl1pPr>
              <a:defRPr sz="1100" b="0" i="0">
                <a:solidFill>
                  <a:srgbClr val="0F1141"/>
                </a:solidFill>
                <a:latin typeface="Arial MT"/>
                <a:cs typeface="Arial MT"/>
              </a:defRPr>
            </a:lvl1pPr>
          </a:lstStyle>
          <a:p>
            <a:pPr marL="12700"/>
            <a:r>
              <a:rPr lang="en-IN" b="1" kern="0">
                <a:latin typeface="Arial"/>
                <a:cs typeface="Arial"/>
              </a:rPr>
              <a:t>BITS</a:t>
            </a:r>
            <a:r>
              <a:rPr lang="en-IN" b="1" kern="0" spc="-55">
                <a:latin typeface="Arial"/>
                <a:cs typeface="Arial"/>
              </a:rPr>
              <a:t> </a:t>
            </a:r>
            <a:r>
              <a:rPr lang="en-IN" kern="0"/>
              <a:t>Pilani,</a:t>
            </a:r>
            <a:r>
              <a:rPr lang="en-IN" kern="0" spc="-35"/>
              <a:t> </a:t>
            </a:r>
            <a:r>
              <a:rPr lang="en-IN" kern="0"/>
              <a:t>Pilani</a:t>
            </a:r>
            <a:r>
              <a:rPr lang="en-IN" kern="0" spc="-30"/>
              <a:t> </a:t>
            </a:r>
            <a:r>
              <a:rPr lang="en-IN" kern="0" spc="-10"/>
              <a:t>Campus</a:t>
            </a:r>
            <a:endParaRPr lang="en-IN" kern="0" spc="-10" dirty="0"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kern="0">
                <a:solidFill>
                  <a:prstClr val="black">
                    <a:tint val="75000"/>
                  </a:prstClr>
                </a:solidFill>
              </a:rPr>
              <a:pPr/>
              <a:t>5/22/2026</a:t>
            </a:fld>
            <a:endParaRPr lang="en-US" kern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ker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kern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4166904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839200" y="0"/>
            <a:ext cx="2924048" cy="693420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5994400" y="6553200"/>
            <a:ext cx="3105573" cy="45720"/>
          </a:xfrm>
          <a:custGeom>
            <a:avLst/>
            <a:gdLst/>
            <a:ahLst/>
            <a:cxnLst/>
            <a:rect l="l" t="t" r="r" b="b"/>
            <a:pathLst>
              <a:path w="2329179" h="45720">
                <a:moveTo>
                  <a:pt x="2328672" y="0"/>
                </a:moveTo>
                <a:lnTo>
                  <a:pt x="0" y="0"/>
                </a:lnTo>
                <a:lnTo>
                  <a:pt x="0" y="45720"/>
                </a:lnTo>
                <a:lnTo>
                  <a:pt x="2328672" y="45720"/>
                </a:lnTo>
                <a:lnTo>
                  <a:pt x="2328672" y="0"/>
                </a:lnTo>
                <a:close/>
              </a:path>
            </a:pathLst>
          </a:custGeom>
          <a:solidFill>
            <a:srgbClr val="76C2E4"/>
          </a:solidFill>
        </p:spPr>
        <p:txBody>
          <a:bodyPr wrap="square" lIns="0" tIns="0" rIns="0" bIns="0" rtlCol="0"/>
          <a:lstStyle/>
          <a:p>
            <a:endParaRPr kern="0">
              <a:solidFill>
                <a:sysClr val="windowText" lastClr="000000"/>
              </a:solidFill>
            </a:endParaRPr>
          </a:p>
        </p:txBody>
      </p:sp>
      <p:sp>
        <p:nvSpPr>
          <p:cNvPr id="18" name="bg object 18"/>
          <p:cNvSpPr/>
          <p:nvPr/>
        </p:nvSpPr>
        <p:spPr>
          <a:xfrm>
            <a:off x="2844800" y="6553200"/>
            <a:ext cx="3149600" cy="45720"/>
          </a:xfrm>
          <a:custGeom>
            <a:avLst/>
            <a:gdLst/>
            <a:ahLst/>
            <a:cxnLst/>
            <a:rect l="l" t="t" r="r" b="b"/>
            <a:pathLst>
              <a:path w="2362200" h="45720">
                <a:moveTo>
                  <a:pt x="2362200" y="0"/>
                </a:moveTo>
                <a:lnTo>
                  <a:pt x="0" y="0"/>
                </a:lnTo>
                <a:lnTo>
                  <a:pt x="0" y="45720"/>
                </a:lnTo>
                <a:lnTo>
                  <a:pt x="2362200" y="45720"/>
                </a:lnTo>
                <a:lnTo>
                  <a:pt x="2362200" y="0"/>
                </a:lnTo>
                <a:close/>
              </a:path>
            </a:pathLst>
          </a:custGeom>
          <a:solidFill>
            <a:srgbClr val="FBAF17"/>
          </a:solidFill>
        </p:spPr>
        <p:txBody>
          <a:bodyPr wrap="square" lIns="0" tIns="0" rIns="0" bIns="0" rtlCol="0"/>
          <a:lstStyle/>
          <a:p>
            <a:endParaRPr kern="0">
              <a:solidFill>
                <a:sysClr val="windowText" lastClr="000000"/>
              </a:solidFill>
            </a:endParaRPr>
          </a:p>
        </p:txBody>
      </p:sp>
      <p:sp>
        <p:nvSpPr>
          <p:cNvPr id="19" name="bg object 19"/>
          <p:cNvSpPr/>
          <p:nvPr/>
        </p:nvSpPr>
        <p:spPr>
          <a:xfrm>
            <a:off x="9087104" y="6553200"/>
            <a:ext cx="3105573" cy="45720"/>
          </a:xfrm>
          <a:custGeom>
            <a:avLst/>
            <a:gdLst/>
            <a:ahLst/>
            <a:cxnLst/>
            <a:rect l="l" t="t" r="r" b="b"/>
            <a:pathLst>
              <a:path w="2329179" h="45720">
                <a:moveTo>
                  <a:pt x="2328672" y="0"/>
                </a:moveTo>
                <a:lnTo>
                  <a:pt x="0" y="0"/>
                </a:lnTo>
                <a:lnTo>
                  <a:pt x="0" y="45720"/>
                </a:lnTo>
                <a:lnTo>
                  <a:pt x="2328672" y="45720"/>
                </a:lnTo>
                <a:lnTo>
                  <a:pt x="2328672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 kern="0">
              <a:solidFill>
                <a:sysClr val="windowText" lastClr="000000"/>
              </a:solidFill>
            </a:endParaRPr>
          </a:p>
        </p:txBody>
      </p:sp>
      <p:sp>
        <p:nvSpPr>
          <p:cNvPr id="20" name="bg object 20"/>
          <p:cNvSpPr/>
          <p:nvPr/>
        </p:nvSpPr>
        <p:spPr>
          <a:xfrm>
            <a:off x="3149600" y="1295400"/>
            <a:ext cx="3105573" cy="45720"/>
          </a:xfrm>
          <a:custGeom>
            <a:avLst/>
            <a:gdLst/>
            <a:ahLst/>
            <a:cxnLst/>
            <a:rect l="l" t="t" r="r" b="b"/>
            <a:pathLst>
              <a:path w="2329179" h="45719">
                <a:moveTo>
                  <a:pt x="2328672" y="0"/>
                </a:moveTo>
                <a:lnTo>
                  <a:pt x="0" y="0"/>
                </a:lnTo>
                <a:lnTo>
                  <a:pt x="0" y="45720"/>
                </a:lnTo>
                <a:lnTo>
                  <a:pt x="2328672" y="45720"/>
                </a:lnTo>
                <a:lnTo>
                  <a:pt x="2328672" y="0"/>
                </a:lnTo>
                <a:close/>
              </a:path>
            </a:pathLst>
          </a:custGeom>
          <a:solidFill>
            <a:srgbClr val="76C2E4"/>
          </a:solidFill>
        </p:spPr>
        <p:txBody>
          <a:bodyPr wrap="square" lIns="0" tIns="0" rIns="0" bIns="0" rtlCol="0"/>
          <a:lstStyle/>
          <a:p>
            <a:endParaRPr kern="0">
              <a:solidFill>
                <a:sysClr val="windowText" lastClr="000000"/>
              </a:solidFill>
            </a:endParaRPr>
          </a:p>
        </p:txBody>
      </p:sp>
      <p:sp>
        <p:nvSpPr>
          <p:cNvPr id="21" name="bg object 21"/>
          <p:cNvSpPr/>
          <p:nvPr/>
        </p:nvSpPr>
        <p:spPr>
          <a:xfrm>
            <a:off x="0" y="1295400"/>
            <a:ext cx="3149600" cy="45720"/>
          </a:xfrm>
          <a:custGeom>
            <a:avLst/>
            <a:gdLst/>
            <a:ahLst/>
            <a:cxnLst/>
            <a:rect l="l" t="t" r="r" b="b"/>
            <a:pathLst>
              <a:path w="2362200" h="45719">
                <a:moveTo>
                  <a:pt x="2362200" y="0"/>
                </a:moveTo>
                <a:lnTo>
                  <a:pt x="0" y="0"/>
                </a:lnTo>
                <a:lnTo>
                  <a:pt x="0" y="45720"/>
                </a:lnTo>
                <a:lnTo>
                  <a:pt x="2362200" y="45720"/>
                </a:lnTo>
                <a:lnTo>
                  <a:pt x="2362200" y="0"/>
                </a:lnTo>
                <a:close/>
              </a:path>
            </a:pathLst>
          </a:custGeom>
          <a:solidFill>
            <a:srgbClr val="FBAF17"/>
          </a:solidFill>
        </p:spPr>
        <p:txBody>
          <a:bodyPr wrap="square" lIns="0" tIns="0" rIns="0" bIns="0" rtlCol="0"/>
          <a:lstStyle/>
          <a:p>
            <a:endParaRPr kern="0">
              <a:solidFill>
                <a:sysClr val="windowText" lastClr="000000"/>
              </a:solidFill>
            </a:endParaRPr>
          </a:p>
        </p:txBody>
      </p:sp>
      <p:sp>
        <p:nvSpPr>
          <p:cNvPr id="22" name="bg object 22"/>
          <p:cNvSpPr/>
          <p:nvPr/>
        </p:nvSpPr>
        <p:spPr>
          <a:xfrm>
            <a:off x="6242304" y="1295400"/>
            <a:ext cx="3105573" cy="45720"/>
          </a:xfrm>
          <a:custGeom>
            <a:avLst/>
            <a:gdLst/>
            <a:ahLst/>
            <a:cxnLst/>
            <a:rect l="l" t="t" r="r" b="b"/>
            <a:pathLst>
              <a:path w="2329179" h="45719">
                <a:moveTo>
                  <a:pt x="2328672" y="0"/>
                </a:moveTo>
                <a:lnTo>
                  <a:pt x="0" y="0"/>
                </a:lnTo>
                <a:lnTo>
                  <a:pt x="0" y="45720"/>
                </a:lnTo>
                <a:lnTo>
                  <a:pt x="2328672" y="45720"/>
                </a:lnTo>
                <a:lnTo>
                  <a:pt x="2328672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 kern="0">
              <a:solidFill>
                <a:sysClr val="windowText" lastClr="000000"/>
              </a:solidFill>
            </a:endParaRPr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08187" y="361315"/>
            <a:ext cx="6561667" cy="613028"/>
          </a:xfrm>
          <a:prstGeom prst="rect">
            <a:avLst/>
          </a:prstGeom>
        </p:spPr>
        <p:txBody>
          <a:bodyPr lIns="0" tIns="0" rIns="0" bIns="0"/>
          <a:lstStyle>
            <a:lvl1pPr>
              <a:defRPr sz="3600" b="1" i="0">
                <a:solidFill>
                  <a:schemeClr val="tx1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>
          <a:xfrm>
            <a:off x="9811512" y="6639736"/>
            <a:ext cx="2274993" cy="182245"/>
          </a:xfrm>
          <a:prstGeom prst="rect">
            <a:avLst/>
          </a:prstGeom>
        </p:spPr>
        <p:txBody>
          <a:bodyPr lIns="0" tIns="0" rIns="0" bIns="0"/>
          <a:lstStyle>
            <a:lvl1pPr>
              <a:defRPr sz="1100" b="0" i="0">
                <a:solidFill>
                  <a:srgbClr val="0F1141"/>
                </a:solidFill>
                <a:latin typeface="Arial MT"/>
                <a:cs typeface="Arial MT"/>
              </a:defRPr>
            </a:lvl1pPr>
          </a:lstStyle>
          <a:p>
            <a:pPr marL="12700"/>
            <a:r>
              <a:rPr lang="en-IN" b="1" kern="0">
                <a:latin typeface="Arial"/>
                <a:cs typeface="Arial"/>
              </a:rPr>
              <a:t>BITS</a:t>
            </a:r>
            <a:r>
              <a:rPr lang="en-IN" b="1" kern="0" spc="-55">
                <a:latin typeface="Arial"/>
                <a:cs typeface="Arial"/>
              </a:rPr>
              <a:t> </a:t>
            </a:r>
            <a:r>
              <a:rPr lang="en-IN" kern="0"/>
              <a:t>Pilani,</a:t>
            </a:r>
            <a:r>
              <a:rPr lang="en-IN" kern="0" spc="-35"/>
              <a:t> </a:t>
            </a:r>
            <a:r>
              <a:rPr lang="en-IN" kern="0"/>
              <a:t>Pilani</a:t>
            </a:r>
            <a:r>
              <a:rPr lang="en-IN" kern="0" spc="-30"/>
              <a:t> </a:t>
            </a:r>
            <a:r>
              <a:rPr lang="en-IN" kern="0" spc="-10"/>
              <a:t>Campus</a:t>
            </a:r>
            <a:endParaRPr lang="en-IN" kern="0" spc="-10" dirty="0"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kern="0">
                <a:solidFill>
                  <a:prstClr val="black">
                    <a:tint val="75000"/>
                  </a:prstClr>
                </a:solidFill>
              </a:rPr>
              <a:pPr/>
              <a:t>5/22/2026</a:t>
            </a:fld>
            <a:endParaRPr lang="en-US" kern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ker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kern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7265510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" y="1"/>
            <a:ext cx="12191999" cy="6857999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3860800" y="6096000"/>
            <a:ext cx="3860800" cy="76200"/>
          </a:xfrm>
          <a:custGeom>
            <a:avLst/>
            <a:gdLst/>
            <a:ahLst/>
            <a:cxnLst/>
            <a:rect l="l" t="t" r="r" b="b"/>
            <a:pathLst>
              <a:path w="2895600" h="76200">
                <a:moveTo>
                  <a:pt x="2895600" y="0"/>
                </a:moveTo>
                <a:lnTo>
                  <a:pt x="0" y="0"/>
                </a:lnTo>
                <a:lnTo>
                  <a:pt x="0" y="76200"/>
                </a:lnTo>
                <a:lnTo>
                  <a:pt x="2895600" y="76200"/>
                </a:lnTo>
                <a:lnTo>
                  <a:pt x="2895600" y="0"/>
                </a:lnTo>
                <a:close/>
              </a:path>
            </a:pathLst>
          </a:custGeom>
          <a:solidFill>
            <a:srgbClr val="76C2E4"/>
          </a:solidFill>
        </p:spPr>
        <p:txBody>
          <a:bodyPr wrap="square" lIns="0" tIns="0" rIns="0" bIns="0" rtlCol="0"/>
          <a:lstStyle/>
          <a:p>
            <a:endParaRPr kern="0">
              <a:solidFill>
                <a:sysClr val="windowText" lastClr="000000"/>
              </a:solidFill>
            </a:endParaRPr>
          </a:p>
        </p:txBody>
      </p:sp>
      <p:sp>
        <p:nvSpPr>
          <p:cNvPr id="18" name="bg object 18"/>
          <p:cNvSpPr/>
          <p:nvPr/>
        </p:nvSpPr>
        <p:spPr>
          <a:xfrm>
            <a:off x="0" y="6096000"/>
            <a:ext cx="3860800" cy="76200"/>
          </a:xfrm>
          <a:custGeom>
            <a:avLst/>
            <a:gdLst/>
            <a:ahLst/>
            <a:cxnLst/>
            <a:rect l="l" t="t" r="r" b="b"/>
            <a:pathLst>
              <a:path w="2895600" h="76200">
                <a:moveTo>
                  <a:pt x="2895600" y="0"/>
                </a:moveTo>
                <a:lnTo>
                  <a:pt x="0" y="0"/>
                </a:lnTo>
                <a:lnTo>
                  <a:pt x="0" y="76200"/>
                </a:lnTo>
                <a:lnTo>
                  <a:pt x="2895600" y="76200"/>
                </a:lnTo>
                <a:lnTo>
                  <a:pt x="2895600" y="0"/>
                </a:lnTo>
                <a:close/>
              </a:path>
            </a:pathLst>
          </a:custGeom>
          <a:solidFill>
            <a:srgbClr val="FBAF17"/>
          </a:solidFill>
        </p:spPr>
        <p:txBody>
          <a:bodyPr wrap="square" lIns="0" tIns="0" rIns="0" bIns="0" rtlCol="0"/>
          <a:lstStyle/>
          <a:p>
            <a:endParaRPr kern="0">
              <a:solidFill>
                <a:sysClr val="windowText" lastClr="000000"/>
              </a:solidFill>
            </a:endParaRPr>
          </a:p>
        </p:txBody>
      </p:sp>
      <p:sp>
        <p:nvSpPr>
          <p:cNvPr id="19" name="bg object 19"/>
          <p:cNvSpPr/>
          <p:nvPr/>
        </p:nvSpPr>
        <p:spPr>
          <a:xfrm>
            <a:off x="7721600" y="6096000"/>
            <a:ext cx="3860800" cy="76200"/>
          </a:xfrm>
          <a:custGeom>
            <a:avLst/>
            <a:gdLst/>
            <a:ahLst/>
            <a:cxnLst/>
            <a:rect l="l" t="t" r="r" b="b"/>
            <a:pathLst>
              <a:path w="2895600" h="76200">
                <a:moveTo>
                  <a:pt x="2895600" y="0"/>
                </a:moveTo>
                <a:lnTo>
                  <a:pt x="0" y="0"/>
                </a:lnTo>
                <a:lnTo>
                  <a:pt x="0" y="76200"/>
                </a:lnTo>
                <a:lnTo>
                  <a:pt x="2895600" y="76200"/>
                </a:lnTo>
                <a:lnTo>
                  <a:pt x="2895600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 kern="0">
              <a:solidFill>
                <a:sysClr val="windowText" lastClr="000000"/>
              </a:solidFill>
            </a:endParaRPr>
          </a:p>
        </p:txBody>
      </p:sp>
      <p:pic>
        <p:nvPicPr>
          <p:cNvPr id="20" name="bg object 2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1600" y="3352800"/>
            <a:ext cx="2743200" cy="1979676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>
          <a:xfrm>
            <a:off x="9811512" y="6639736"/>
            <a:ext cx="2274993" cy="182245"/>
          </a:xfrm>
          <a:prstGeom prst="rect">
            <a:avLst/>
          </a:prstGeom>
        </p:spPr>
        <p:txBody>
          <a:bodyPr lIns="0" tIns="0" rIns="0" bIns="0"/>
          <a:lstStyle>
            <a:lvl1pPr>
              <a:defRPr sz="1100" b="0" i="0">
                <a:solidFill>
                  <a:srgbClr val="0F1141"/>
                </a:solidFill>
                <a:latin typeface="Arial MT"/>
                <a:cs typeface="Arial MT"/>
              </a:defRPr>
            </a:lvl1pPr>
          </a:lstStyle>
          <a:p>
            <a:pPr marL="12700"/>
            <a:r>
              <a:rPr lang="en-IN" b="1" kern="0">
                <a:latin typeface="Arial"/>
                <a:cs typeface="Arial"/>
              </a:rPr>
              <a:t>BITS</a:t>
            </a:r>
            <a:r>
              <a:rPr lang="en-IN" b="1" kern="0" spc="-55">
                <a:latin typeface="Arial"/>
                <a:cs typeface="Arial"/>
              </a:rPr>
              <a:t> </a:t>
            </a:r>
            <a:r>
              <a:rPr lang="en-IN" kern="0"/>
              <a:t>Pilani,</a:t>
            </a:r>
            <a:r>
              <a:rPr lang="en-IN" kern="0" spc="-35"/>
              <a:t> </a:t>
            </a:r>
            <a:r>
              <a:rPr lang="en-IN" kern="0"/>
              <a:t>Pilani</a:t>
            </a:r>
            <a:r>
              <a:rPr lang="en-IN" kern="0" spc="-30"/>
              <a:t> </a:t>
            </a:r>
            <a:r>
              <a:rPr lang="en-IN" kern="0" spc="-10"/>
              <a:t>Campus</a:t>
            </a:r>
            <a:endParaRPr lang="en-IN" kern="0" spc="-10" dirty="0"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kern="0">
                <a:solidFill>
                  <a:prstClr val="black">
                    <a:tint val="75000"/>
                  </a:prstClr>
                </a:solidFill>
              </a:rPr>
              <a:pPr/>
              <a:t>5/22/2026</a:t>
            </a:fld>
            <a:endParaRPr lang="en-US" kern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ker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kern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8320569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9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>
            <a:spLocks noChangeArrowheads="1"/>
          </p:cNvSpPr>
          <p:nvPr userDrawn="1"/>
        </p:nvSpPr>
        <p:spPr bwMode="auto">
          <a:xfrm>
            <a:off x="4368800" y="6596064"/>
            <a:ext cx="7823200" cy="261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>
              <a:defRPr/>
            </a:pPr>
            <a:r>
              <a:rPr lang="en-US" altLang="en-US" sz="1100" b="1" kern="0">
                <a:solidFill>
                  <a:srgbClr val="101141"/>
                </a:solidFill>
              </a:rPr>
              <a:t>BITS </a:t>
            </a:r>
            <a:r>
              <a:rPr lang="en-US" altLang="en-US" sz="1100" kern="0">
                <a:solidFill>
                  <a:srgbClr val="101141"/>
                </a:solidFill>
              </a:rPr>
              <a:t>Pilani, Pilani Campus</a:t>
            </a:r>
          </a:p>
        </p:txBody>
      </p:sp>
      <p:grpSp>
        <p:nvGrpSpPr>
          <p:cNvPr id="5" name="Group 11"/>
          <p:cNvGrpSpPr>
            <a:grpSpLocks/>
          </p:cNvGrpSpPr>
          <p:nvPr userDrawn="1"/>
        </p:nvGrpSpPr>
        <p:grpSpPr bwMode="auto">
          <a:xfrm>
            <a:off x="2779184" y="6550026"/>
            <a:ext cx="9412816" cy="49213"/>
            <a:chOff x="2083888" y="6550671"/>
            <a:chExt cx="7060112" cy="48665"/>
          </a:xfrm>
        </p:grpSpPr>
        <p:sp>
          <p:nvSpPr>
            <p:cNvPr id="6" name="Rectangle 5"/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kern="0">
                <a:solidFill>
                  <a:prstClr val="white"/>
                </a:solidFill>
              </a:endParaRPr>
            </a:p>
          </p:txBody>
        </p:sp>
        <p:sp>
          <p:nvSpPr>
            <p:cNvPr id="7" name="Rectangle 6"/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kern="0">
                <a:solidFill>
                  <a:prstClr val="white"/>
                </a:solidFill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kern="0">
                <a:solidFill>
                  <a:prstClr val="white"/>
                </a:solidFill>
              </a:endParaRPr>
            </a:p>
          </p:txBody>
        </p:sp>
      </p:grpSp>
      <p:grpSp>
        <p:nvGrpSpPr>
          <p:cNvPr id="9" name="Group 18"/>
          <p:cNvGrpSpPr>
            <a:grpSpLocks/>
          </p:cNvGrpSpPr>
          <p:nvPr userDrawn="1"/>
        </p:nvGrpSpPr>
        <p:grpSpPr bwMode="auto">
          <a:xfrm>
            <a:off x="2844800" y="6553200"/>
            <a:ext cx="9347200" cy="46038"/>
            <a:chOff x="1905000" y="6553200"/>
            <a:chExt cx="7010400" cy="45719"/>
          </a:xfrm>
        </p:grpSpPr>
        <p:sp>
          <p:nvSpPr>
            <p:cNvPr id="10" name="Rectangle 9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kern="0">
                <a:solidFill>
                  <a:prstClr val="white"/>
                </a:solidFill>
              </a:endParaRP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kern="0">
                <a:solidFill>
                  <a:prstClr val="white"/>
                </a:solidFill>
              </a:endParaRPr>
            </a:p>
          </p:txBody>
        </p:sp>
        <p:sp>
          <p:nvSpPr>
            <p:cNvPr id="12" name="Rectangle 11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kern="0">
                <a:solidFill>
                  <a:prstClr val="white"/>
                </a:solidFill>
              </a:endParaRPr>
            </a:p>
          </p:txBody>
        </p:sp>
      </p:grpSp>
      <p:grpSp>
        <p:nvGrpSpPr>
          <p:cNvPr id="13" name="Group 22"/>
          <p:cNvGrpSpPr>
            <a:grpSpLocks/>
          </p:cNvGrpSpPr>
          <p:nvPr userDrawn="1"/>
        </p:nvGrpSpPr>
        <p:grpSpPr bwMode="auto">
          <a:xfrm>
            <a:off x="0" y="1295400"/>
            <a:ext cx="9347200" cy="46038"/>
            <a:chOff x="1905000" y="6553200"/>
            <a:chExt cx="7010400" cy="45719"/>
          </a:xfrm>
        </p:grpSpPr>
        <p:sp>
          <p:nvSpPr>
            <p:cNvPr id="14" name="Rectangle 13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kern="0">
                <a:solidFill>
                  <a:prstClr val="white"/>
                </a:solidFill>
              </a:endParaRP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kern="0">
                <a:solidFill>
                  <a:prstClr val="white"/>
                </a:solidFill>
              </a:endParaRPr>
            </a:p>
          </p:txBody>
        </p:sp>
        <p:sp>
          <p:nvSpPr>
            <p:cNvPr id="16" name="Rectangle 15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kern="0">
                <a:solidFill>
                  <a:prstClr val="white"/>
                </a:solidFill>
              </a:endParaRPr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6400" y="1493838"/>
            <a:ext cx="10972800" cy="4525963"/>
          </a:xfrm>
          <a:prstGeom prst="rect">
            <a:avLst/>
          </a:prstGeom>
        </p:spPr>
        <p:txBody>
          <a:bodyPr/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40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60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2pPr>
            <a:lvl3pPr>
              <a:defRPr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3pPr>
            <a:lvl4pPr>
              <a:defRPr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4pPr>
            <a:lvl5pPr>
              <a:defRPr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  <a:endParaRPr lang="en-US" dirty="0"/>
          </a:p>
        </p:txBody>
      </p:sp>
      <p:sp>
        <p:nvSpPr>
          <p:cNvPr id="27" name="Content Placeholder 18"/>
          <p:cNvSpPr>
            <a:spLocks noGrp="1"/>
          </p:cNvSpPr>
          <p:nvPr>
            <p:ph sz="quarter" idx="10"/>
          </p:nvPr>
        </p:nvSpPr>
        <p:spPr>
          <a:xfrm>
            <a:off x="406400" y="152400"/>
            <a:ext cx="8432800" cy="1143000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501965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0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>
            <a:spLocks noChangeArrowheads="1"/>
          </p:cNvSpPr>
          <p:nvPr userDrawn="1"/>
        </p:nvSpPr>
        <p:spPr bwMode="auto">
          <a:xfrm>
            <a:off x="4368800" y="6596064"/>
            <a:ext cx="7823200" cy="261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sz="1100" b="1">
                <a:solidFill>
                  <a:srgbClr val="101141"/>
                </a:solidFill>
              </a:rPr>
              <a:t>BITS </a:t>
            </a:r>
            <a:r>
              <a:rPr lang="en-US" altLang="en-US" sz="1100">
                <a:solidFill>
                  <a:srgbClr val="101141"/>
                </a:solidFill>
              </a:rPr>
              <a:t>Pilani, Pilani Campus</a:t>
            </a:r>
          </a:p>
        </p:txBody>
      </p:sp>
      <p:grpSp>
        <p:nvGrpSpPr>
          <p:cNvPr id="5" name="Group 11"/>
          <p:cNvGrpSpPr>
            <a:grpSpLocks/>
          </p:cNvGrpSpPr>
          <p:nvPr userDrawn="1"/>
        </p:nvGrpSpPr>
        <p:grpSpPr bwMode="auto">
          <a:xfrm>
            <a:off x="2779184" y="6550026"/>
            <a:ext cx="9412816" cy="49213"/>
            <a:chOff x="2083888" y="6550671"/>
            <a:chExt cx="7060112" cy="48665"/>
          </a:xfrm>
        </p:grpSpPr>
        <p:sp>
          <p:nvSpPr>
            <p:cNvPr id="6" name="Rectangle 5"/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  <p:sp>
          <p:nvSpPr>
            <p:cNvPr id="7" name="Rectangle 6"/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</p:grpSp>
      <p:grpSp>
        <p:nvGrpSpPr>
          <p:cNvPr id="9" name="Group 18"/>
          <p:cNvGrpSpPr>
            <a:grpSpLocks/>
          </p:cNvGrpSpPr>
          <p:nvPr userDrawn="1"/>
        </p:nvGrpSpPr>
        <p:grpSpPr bwMode="auto">
          <a:xfrm>
            <a:off x="2844800" y="6553200"/>
            <a:ext cx="9347200" cy="46038"/>
            <a:chOff x="1905000" y="6553200"/>
            <a:chExt cx="7010400" cy="45719"/>
          </a:xfrm>
        </p:grpSpPr>
        <p:sp>
          <p:nvSpPr>
            <p:cNvPr id="10" name="Rectangle 9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  <p:sp>
          <p:nvSpPr>
            <p:cNvPr id="12" name="Rectangle 11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</p:grpSp>
      <p:grpSp>
        <p:nvGrpSpPr>
          <p:cNvPr id="13" name="Group 22"/>
          <p:cNvGrpSpPr>
            <a:grpSpLocks/>
          </p:cNvGrpSpPr>
          <p:nvPr userDrawn="1"/>
        </p:nvGrpSpPr>
        <p:grpSpPr bwMode="auto">
          <a:xfrm>
            <a:off x="0" y="1295400"/>
            <a:ext cx="9347200" cy="46038"/>
            <a:chOff x="1905000" y="6553200"/>
            <a:chExt cx="7010400" cy="45719"/>
          </a:xfrm>
        </p:grpSpPr>
        <p:sp>
          <p:nvSpPr>
            <p:cNvPr id="14" name="Rectangle 13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  <p:sp>
          <p:nvSpPr>
            <p:cNvPr id="16" name="Rectangle 15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6400" y="1493838"/>
            <a:ext cx="10972800" cy="4525963"/>
          </a:xfrm>
          <a:prstGeom prst="rect">
            <a:avLst/>
          </a:prstGeom>
        </p:spPr>
        <p:txBody>
          <a:bodyPr/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40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60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2pPr>
            <a:lvl3pPr>
              <a:defRPr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3pPr>
            <a:lvl4pPr>
              <a:defRPr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4pPr>
            <a:lvl5pPr>
              <a:defRPr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  <a:endParaRPr lang="en-US" dirty="0"/>
          </a:p>
        </p:txBody>
      </p:sp>
      <p:sp>
        <p:nvSpPr>
          <p:cNvPr id="27" name="Content Placeholder 18"/>
          <p:cNvSpPr>
            <a:spLocks noGrp="1"/>
          </p:cNvSpPr>
          <p:nvPr>
            <p:ph sz="quarter" idx="10"/>
          </p:nvPr>
        </p:nvSpPr>
        <p:spPr>
          <a:xfrm>
            <a:off x="406400" y="152400"/>
            <a:ext cx="8432800" cy="1143000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37703379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>
            <a:spLocks noChangeArrowheads="1"/>
          </p:cNvSpPr>
          <p:nvPr userDrawn="1"/>
        </p:nvSpPr>
        <p:spPr bwMode="auto">
          <a:xfrm>
            <a:off x="4368800" y="6596064"/>
            <a:ext cx="7823200" cy="261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sz="1100" b="1">
                <a:solidFill>
                  <a:srgbClr val="101141"/>
                </a:solidFill>
              </a:rPr>
              <a:t>BITS </a:t>
            </a:r>
            <a:r>
              <a:rPr lang="en-US" altLang="en-US" sz="1100">
                <a:solidFill>
                  <a:srgbClr val="101141"/>
                </a:solidFill>
              </a:rPr>
              <a:t>Pilani, Pilani Campus</a:t>
            </a:r>
          </a:p>
        </p:txBody>
      </p:sp>
      <p:grpSp>
        <p:nvGrpSpPr>
          <p:cNvPr id="5" name="Group 11"/>
          <p:cNvGrpSpPr>
            <a:grpSpLocks/>
          </p:cNvGrpSpPr>
          <p:nvPr userDrawn="1"/>
        </p:nvGrpSpPr>
        <p:grpSpPr bwMode="auto">
          <a:xfrm>
            <a:off x="2779184" y="6550026"/>
            <a:ext cx="9412816" cy="49213"/>
            <a:chOff x="2083888" y="6550671"/>
            <a:chExt cx="7060112" cy="48665"/>
          </a:xfrm>
        </p:grpSpPr>
        <p:sp>
          <p:nvSpPr>
            <p:cNvPr id="6" name="Rectangle 5"/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  <p:sp>
          <p:nvSpPr>
            <p:cNvPr id="7" name="Rectangle 6"/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</p:grpSp>
      <p:grpSp>
        <p:nvGrpSpPr>
          <p:cNvPr id="9" name="Group 18"/>
          <p:cNvGrpSpPr>
            <a:grpSpLocks/>
          </p:cNvGrpSpPr>
          <p:nvPr userDrawn="1"/>
        </p:nvGrpSpPr>
        <p:grpSpPr bwMode="auto">
          <a:xfrm>
            <a:off x="2844800" y="6553200"/>
            <a:ext cx="9347200" cy="46038"/>
            <a:chOff x="1905000" y="6553200"/>
            <a:chExt cx="7010400" cy="45719"/>
          </a:xfrm>
        </p:grpSpPr>
        <p:sp>
          <p:nvSpPr>
            <p:cNvPr id="10" name="Rectangle 9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  <p:sp>
          <p:nvSpPr>
            <p:cNvPr id="12" name="Rectangle 11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</p:grpSp>
      <p:grpSp>
        <p:nvGrpSpPr>
          <p:cNvPr id="13" name="Group 22"/>
          <p:cNvGrpSpPr>
            <a:grpSpLocks/>
          </p:cNvGrpSpPr>
          <p:nvPr userDrawn="1"/>
        </p:nvGrpSpPr>
        <p:grpSpPr bwMode="auto">
          <a:xfrm>
            <a:off x="0" y="1295400"/>
            <a:ext cx="9347200" cy="46038"/>
            <a:chOff x="1905000" y="6553200"/>
            <a:chExt cx="7010400" cy="45719"/>
          </a:xfrm>
        </p:grpSpPr>
        <p:sp>
          <p:nvSpPr>
            <p:cNvPr id="14" name="Rectangle 13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  <p:sp>
          <p:nvSpPr>
            <p:cNvPr id="16" name="Rectangle 15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6400" y="1493838"/>
            <a:ext cx="10972800" cy="4525963"/>
          </a:xfrm>
          <a:prstGeom prst="rect">
            <a:avLst/>
          </a:prstGeom>
        </p:spPr>
        <p:txBody>
          <a:bodyPr/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40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60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2pPr>
            <a:lvl3pPr>
              <a:defRPr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3pPr>
            <a:lvl4pPr>
              <a:defRPr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4pPr>
            <a:lvl5pPr>
              <a:defRPr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  <a:endParaRPr lang="en-US" dirty="0"/>
          </a:p>
        </p:txBody>
      </p:sp>
      <p:sp>
        <p:nvSpPr>
          <p:cNvPr id="27" name="Content Placeholder 18"/>
          <p:cNvSpPr>
            <a:spLocks noGrp="1"/>
          </p:cNvSpPr>
          <p:nvPr>
            <p:ph sz="quarter" idx="10"/>
          </p:nvPr>
        </p:nvSpPr>
        <p:spPr>
          <a:xfrm>
            <a:off x="406400" y="152400"/>
            <a:ext cx="8432800" cy="1143000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99857591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>
            <a:spLocks noChangeArrowheads="1"/>
          </p:cNvSpPr>
          <p:nvPr userDrawn="1"/>
        </p:nvSpPr>
        <p:spPr bwMode="auto">
          <a:xfrm>
            <a:off x="4368800" y="6596064"/>
            <a:ext cx="7823200" cy="261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sz="1100" b="1">
                <a:solidFill>
                  <a:srgbClr val="101141"/>
                </a:solidFill>
              </a:rPr>
              <a:t>BITS </a:t>
            </a:r>
            <a:r>
              <a:rPr lang="en-US" altLang="en-US" sz="1100">
                <a:solidFill>
                  <a:srgbClr val="101141"/>
                </a:solidFill>
              </a:rPr>
              <a:t>Pilani, Pilani Campus</a:t>
            </a:r>
          </a:p>
        </p:txBody>
      </p:sp>
      <p:grpSp>
        <p:nvGrpSpPr>
          <p:cNvPr id="5" name="Group 11"/>
          <p:cNvGrpSpPr>
            <a:grpSpLocks/>
          </p:cNvGrpSpPr>
          <p:nvPr userDrawn="1"/>
        </p:nvGrpSpPr>
        <p:grpSpPr bwMode="auto">
          <a:xfrm>
            <a:off x="2779184" y="6550026"/>
            <a:ext cx="9412816" cy="49213"/>
            <a:chOff x="2083888" y="6550671"/>
            <a:chExt cx="7060112" cy="48665"/>
          </a:xfrm>
        </p:grpSpPr>
        <p:sp>
          <p:nvSpPr>
            <p:cNvPr id="6" name="Rectangle 5"/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  <p:sp>
          <p:nvSpPr>
            <p:cNvPr id="7" name="Rectangle 6"/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</p:grpSp>
      <p:grpSp>
        <p:nvGrpSpPr>
          <p:cNvPr id="9" name="Group 18"/>
          <p:cNvGrpSpPr>
            <a:grpSpLocks/>
          </p:cNvGrpSpPr>
          <p:nvPr userDrawn="1"/>
        </p:nvGrpSpPr>
        <p:grpSpPr bwMode="auto">
          <a:xfrm>
            <a:off x="2844800" y="6553200"/>
            <a:ext cx="9347200" cy="46038"/>
            <a:chOff x="1905000" y="6553200"/>
            <a:chExt cx="7010400" cy="45719"/>
          </a:xfrm>
        </p:grpSpPr>
        <p:sp>
          <p:nvSpPr>
            <p:cNvPr id="10" name="Rectangle 9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  <p:sp>
          <p:nvSpPr>
            <p:cNvPr id="12" name="Rectangle 11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</p:grpSp>
      <p:grpSp>
        <p:nvGrpSpPr>
          <p:cNvPr id="13" name="Group 22"/>
          <p:cNvGrpSpPr>
            <a:grpSpLocks/>
          </p:cNvGrpSpPr>
          <p:nvPr userDrawn="1"/>
        </p:nvGrpSpPr>
        <p:grpSpPr bwMode="auto">
          <a:xfrm>
            <a:off x="0" y="1295400"/>
            <a:ext cx="9347200" cy="46038"/>
            <a:chOff x="1905000" y="6553200"/>
            <a:chExt cx="7010400" cy="45719"/>
          </a:xfrm>
        </p:grpSpPr>
        <p:sp>
          <p:nvSpPr>
            <p:cNvPr id="14" name="Rectangle 13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  <p:sp>
          <p:nvSpPr>
            <p:cNvPr id="16" name="Rectangle 15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6400" y="1493838"/>
            <a:ext cx="10972800" cy="4525963"/>
          </a:xfrm>
          <a:prstGeom prst="rect">
            <a:avLst/>
          </a:prstGeom>
        </p:spPr>
        <p:txBody>
          <a:bodyPr/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40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60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2pPr>
            <a:lvl3pPr>
              <a:defRPr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3pPr>
            <a:lvl4pPr>
              <a:defRPr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4pPr>
            <a:lvl5pPr>
              <a:defRPr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  <a:endParaRPr lang="en-US" dirty="0"/>
          </a:p>
        </p:txBody>
      </p:sp>
      <p:sp>
        <p:nvSpPr>
          <p:cNvPr id="27" name="Content Placeholder 18"/>
          <p:cNvSpPr>
            <a:spLocks noGrp="1"/>
          </p:cNvSpPr>
          <p:nvPr>
            <p:ph sz="quarter" idx="10"/>
          </p:nvPr>
        </p:nvSpPr>
        <p:spPr>
          <a:xfrm>
            <a:off x="406400" y="152400"/>
            <a:ext cx="8432800" cy="1143000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6435745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6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>
            <a:spLocks noChangeArrowheads="1"/>
          </p:cNvSpPr>
          <p:nvPr userDrawn="1"/>
        </p:nvSpPr>
        <p:spPr bwMode="auto">
          <a:xfrm>
            <a:off x="4368800" y="6596064"/>
            <a:ext cx="7823200" cy="261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sz="1100" b="1">
                <a:solidFill>
                  <a:srgbClr val="101141"/>
                </a:solidFill>
              </a:rPr>
              <a:t>BITS </a:t>
            </a:r>
            <a:r>
              <a:rPr lang="en-US" altLang="en-US" sz="1100">
                <a:solidFill>
                  <a:srgbClr val="101141"/>
                </a:solidFill>
              </a:rPr>
              <a:t>Pilani, Pilani Campus</a:t>
            </a:r>
          </a:p>
        </p:txBody>
      </p:sp>
      <p:grpSp>
        <p:nvGrpSpPr>
          <p:cNvPr id="5" name="Group 11"/>
          <p:cNvGrpSpPr>
            <a:grpSpLocks/>
          </p:cNvGrpSpPr>
          <p:nvPr userDrawn="1"/>
        </p:nvGrpSpPr>
        <p:grpSpPr bwMode="auto">
          <a:xfrm>
            <a:off x="2779184" y="6550026"/>
            <a:ext cx="9412816" cy="49213"/>
            <a:chOff x="2083888" y="6550671"/>
            <a:chExt cx="7060112" cy="48665"/>
          </a:xfrm>
        </p:grpSpPr>
        <p:sp>
          <p:nvSpPr>
            <p:cNvPr id="6" name="Rectangle 5"/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  <p:sp>
          <p:nvSpPr>
            <p:cNvPr id="7" name="Rectangle 6"/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</p:grpSp>
      <p:grpSp>
        <p:nvGrpSpPr>
          <p:cNvPr id="9" name="Group 18"/>
          <p:cNvGrpSpPr>
            <a:grpSpLocks/>
          </p:cNvGrpSpPr>
          <p:nvPr userDrawn="1"/>
        </p:nvGrpSpPr>
        <p:grpSpPr bwMode="auto">
          <a:xfrm>
            <a:off x="2844800" y="6553200"/>
            <a:ext cx="9347200" cy="46038"/>
            <a:chOff x="1905000" y="6553200"/>
            <a:chExt cx="7010400" cy="45719"/>
          </a:xfrm>
        </p:grpSpPr>
        <p:sp>
          <p:nvSpPr>
            <p:cNvPr id="10" name="Rectangle 9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  <p:sp>
          <p:nvSpPr>
            <p:cNvPr id="12" name="Rectangle 11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</p:grpSp>
      <p:grpSp>
        <p:nvGrpSpPr>
          <p:cNvPr id="13" name="Group 22"/>
          <p:cNvGrpSpPr>
            <a:grpSpLocks/>
          </p:cNvGrpSpPr>
          <p:nvPr userDrawn="1"/>
        </p:nvGrpSpPr>
        <p:grpSpPr bwMode="auto">
          <a:xfrm>
            <a:off x="0" y="1295400"/>
            <a:ext cx="9347200" cy="46038"/>
            <a:chOff x="1905000" y="6553200"/>
            <a:chExt cx="7010400" cy="45719"/>
          </a:xfrm>
        </p:grpSpPr>
        <p:sp>
          <p:nvSpPr>
            <p:cNvPr id="14" name="Rectangle 13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  <p:sp>
          <p:nvSpPr>
            <p:cNvPr id="16" name="Rectangle 15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6400" y="1493838"/>
            <a:ext cx="10972800" cy="4525963"/>
          </a:xfrm>
          <a:prstGeom prst="rect">
            <a:avLst/>
          </a:prstGeom>
        </p:spPr>
        <p:txBody>
          <a:bodyPr/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40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60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2pPr>
            <a:lvl3pPr>
              <a:defRPr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3pPr>
            <a:lvl4pPr>
              <a:defRPr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4pPr>
            <a:lvl5pPr>
              <a:defRPr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  <a:endParaRPr lang="en-US" dirty="0"/>
          </a:p>
        </p:txBody>
      </p:sp>
      <p:sp>
        <p:nvSpPr>
          <p:cNvPr id="27" name="Content Placeholder 18"/>
          <p:cNvSpPr>
            <a:spLocks noGrp="1"/>
          </p:cNvSpPr>
          <p:nvPr>
            <p:ph sz="quarter" idx="10"/>
          </p:nvPr>
        </p:nvSpPr>
        <p:spPr>
          <a:xfrm>
            <a:off x="406400" y="152400"/>
            <a:ext cx="8432800" cy="1143000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15654617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7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>
            <a:spLocks noChangeArrowheads="1"/>
          </p:cNvSpPr>
          <p:nvPr userDrawn="1"/>
        </p:nvSpPr>
        <p:spPr bwMode="auto">
          <a:xfrm>
            <a:off x="4368800" y="6596064"/>
            <a:ext cx="7823200" cy="261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sz="1100" b="1">
                <a:solidFill>
                  <a:srgbClr val="101141"/>
                </a:solidFill>
              </a:rPr>
              <a:t>BITS </a:t>
            </a:r>
            <a:r>
              <a:rPr lang="en-US" altLang="en-US" sz="1100">
                <a:solidFill>
                  <a:srgbClr val="101141"/>
                </a:solidFill>
              </a:rPr>
              <a:t>Pilani, Pilani Campus</a:t>
            </a:r>
          </a:p>
        </p:txBody>
      </p:sp>
      <p:grpSp>
        <p:nvGrpSpPr>
          <p:cNvPr id="5" name="Group 11"/>
          <p:cNvGrpSpPr>
            <a:grpSpLocks/>
          </p:cNvGrpSpPr>
          <p:nvPr userDrawn="1"/>
        </p:nvGrpSpPr>
        <p:grpSpPr bwMode="auto">
          <a:xfrm>
            <a:off x="2779184" y="6550026"/>
            <a:ext cx="9412816" cy="49213"/>
            <a:chOff x="2083888" y="6550671"/>
            <a:chExt cx="7060112" cy="48665"/>
          </a:xfrm>
        </p:grpSpPr>
        <p:sp>
          <p:nvSpPr>
            <p:cNvPr id="6" name="Rectangle 5"/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  <p:sp>
          <p:nvSpPr>
            <p:cNvPr id="7" name="Rectangle 6"/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</p:grpSp>
      <p:grpSp>
        <p:nvGrpSpPr>
          <p:cNvPr id="9" name="Group 18"/>
          <p:cNvGrpSpPr>
            <a:grpSpLocks/>
          </p:cNvGrpSpPr>
          <p:nvPr userDrawn="1"/>
        </p:nvGrpSpPr>
        <p:grpSpPr bwMode="auto">
          <a:xfrm>
            <a:off x="2844800" y="6553200"/>
            <a:ext cx="9347200" cy="46038"/>
            <a:chOff x="1905000" y="6553200"/>
            <a:chExt cx="7010400" cy="45719"/>
          </a:xfrm>
        </p:grpSpPr>
        <p:sp>
          <p:nvSpPr>
            <p:cNvPr id="10" name="Rectangle 9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  <p:sp>
          <p:nvSpPr>
            <p:cNvPr id="12" name="Rectangle 11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</p:grpSp>
      <p:grpSp>
        <p:nvGrpSpPr>
          <p:cNvPr id="13" name="Group 22"/>
          <p:cNvGrpSpPr>
            <a:grpSpLocks/>
          </p:cNvGrpSpPr>
          <p:nvPr userDrawn="1"/>
        </p:nvGrpSpPr>
        <p:grpSpPr bwMode="auto">
          <a:xfrm>
            <a:off x="0" y="1295400"/>
            <a:ext cx="9347200" cy="46038"/>
            <a:chOff x="1905000" y="6553200"/>
            <a:chExt cx="7010400" cy="45719"/>
          </a:xfrm>
        </p:grpSpPr>
        <p:sp>
          <p:nvSpPr>
            <p:cNvPr id="14" name="Rectangle 13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  <p:sp>
          <p:nvSpPr>
            <p:cNvPr id="16" name="Rectangle 15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6400" y="1493838"/>
            <a:ext cx="10972800" cy="4525963"/>
          </a:xfrm>
          <a:prstGeom prst="rect">
            <a:avLst/>
          </a:prstGeom>
        </p:spPr>
        <p:txBody>
          <a:bodyPr/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40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60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2pPr>
            <a:lvl3pPr>
              <a:defRPr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3pPr>
            <a:lvl4pPr>
              <a:defRPr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4pPr>
            <a:lvl5pPr>
              <a:defRPr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  <a:endParaRPr lang="en-US" dirty="0"/>
          </a:p>
        </p:txBody>
      </p:sp>
      <p:sp>
        <p:nvSpPr>
          <p:cNvPr id="27" name="Content Placeholder 18"/>
          <p:cNvSpPr>
            <a:spLocks noGrp="1"/>
          </p:cNvSpPr>
          <p:nvPr>
            <p:ph sz="quarter" idx="10"/>
          </p:nvPr>
        </p:nvSpPr>
        <p:spPr>
          <a:xfrm>
            <a:off x="406400" y="152400"/>
            <a:ext cx="8432800" cy="1143000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11100813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7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>
            <a:spLocks noChangeArrowheads="1"/>
          </p:cNvSpPr>
          <p:nvPr userDrawn="1"/>
        </p:nvSpPr>
        <p:spPr bwMode="auto">
          <a:xfrm>
            <a:off x="4368800" y="6596064"/>
            <a:ext cx="7823200" cy="261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sz="1100" b="1">
                <a:solidFill>
                  <a:srgbClr val="101141"/>
                </a:solidFill>
              </a:rPr>
              <a:t>BITS </a:t>
            </a:r>
            <a:r>
              <a:rPr lang="en-US" altLang="en-US" sz="1100">
                <a:solidFill>
                  <a:srgbClr val="101141"/>
                </a:solidFill>
              </a:rPr>
              <a:t>Pilani, Pilani Campus</a:t>
            </a:r>
          </a:p>
        </p:txBody>
      </p:sp>
      <p:grpSp>
        <p:nvGrpSpPr>
          <p:cNvPr id="5" name="Group 11"/>
          <p:cNvGrpSpPr>
            <a:grpSpLocks/>
          </p:cNvGrpSpPr>
          <p:nvPr userDrawn="1"/>
        </p:nvGrpSpPr>
        <p:grpSpPr bwMode="auto">
          <a:xfrm>
            <a:off x="2779184" y="6550026"/>
            <a:ext cx="9412816" cy="49213"/>
            <a:chOff x="2083888" y="6550671"/>
            <a:chExt cx="7060112" cy="48665"/>
          </a:xfrm>
        </p:grpSpPr>
        <p:sp>
          <p:nvSpPr>
            <p:cNvPr id="6" name="Rectangle 5"/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  <p:sp>
          <p:nvSpPr>
            <p:cNvPr id="7" name="Rectangle 6"/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</p:grpSp>
      <p:grpSp>
        <p:nvGrpSpPr>
          <p:cNvPr id="9" name="Group 18"/>
          <p:cNvGrpSpPr>
            <a:grpSpLocks/>
          </p:cNvGrpSpPr>
          <p:nvPr userDrawn="1"/>
        </p:nvGrpSpPr>
        <p:grpSpPr bwMode="auto">
          <a:xfrm>
            <a:off x="2844800" y="6553200"/>
            <a:ext cx="9347200" cy="46038"/>
            <a:chOff x="1905000" y="6553200"/>
            <a:chExt cx="7010400" cy="45719"/>
          </a:xfrm>
        </p:grpSpPr>
        <p:sp>
          <p:nvSpPr>
            <p:cNvPr id="10" name="Rectangle 9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  <p:sp>
          <p:nvSpPr>
            <p:cNvPr id="12" name="Rectangle 11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</p:grpSp>
      <p:grpSp>
        <p:nvGrpSpPr>
          <p:cNvPr id="13" name="Group 22"/>
          <p:cNvGrpSpPr>
            <a:grpSpLocks/>
          </p:cNvGrpSpPr>
          <p:nvPr userDrawn="1"/>
        </p:nvGrpSpPr>
        <p:grpSpPr bwMode="auto">
          <a:xfrm>
            <a:off x="0" y="1295400"/>
            <a:ext cx="9347200" cy="46038"/>
            <a:chOff x="1905000" y="6553200"/>
            <a:chExt cx="7010400" cy="45719"/>
          </a:xfrm>
        </p:grpSpPr>
        <p:sp>
          <p:nvSpPr>
            <p:cNvPr id="14" name="Rectangle 13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  <p:sp>
          <p:nvSpPr>
            <p:cNvPr id="16" name="Rectangle 15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6400" y="1493838"/>
            <a:ext cx="10972800" cy="4525963"/>
          </a:xfrm>
          <a:prstGeom prst="rect">
            <a:avLst/>
          </a:prstGeom>
        </p:spPr>
        <p:txBody>
          <a:bodyPr/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40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60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2pPr>
            <a:lvl3pPr>
              <a:defRPr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3pPr>
            <a:lvl4pPr>
              <a:defRPr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4pPr>
            <a:lvl5pPr>
              <a:defRPr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  <a:endParaRPr lang="en-US" dirty="0"/>
          </a:p>
        </p:txBody>
      </p:sp>
      <p:sp>
        <p:nvSpPr>
          <p:cNvPr id="27" name="Content Placeholder 18"/>
          <p:cNvSpPr>
            <a:spLocks noGrp="1"/>
          </p:cNvSpPr>
          <p:nvPr>
            <p:ph sz="quarter" idx="10"/>
          </p:nvPr>
        </p:nvSpPr>
        <p:spPr>
          <a:xfrm>
            <a:off x="406400" y="152400"/>
            <a:ext cx="8432800" cy="1143000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68362222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9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>
            <a:spLocks noChangeArrowheads="1"/>
          </p:cNvSpPr>
          <p:nvPr userDrawn="1"/>
        </p:nvSpPr>
        <p:spPr bwMode="auto">
          <a:xfrm>
            <a:off x="4368800" y="6596064"/>
            <a:ext cx="7823200" cy="261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sz="1100" b="1">
                <a:solidFill>
                  <a:srgbClr val="101141"/>
                </a:solidFill>
              </a:rPr>
              <a:t>BITS </a:t>
            </a:r>
            <a:r>
              <a:rPr lang="en-US" altLang="en-US" sz="1100">
                <a:solidFill>
                  <a:srgbClr val="101141"/>
                </a:solidFill>
              </a:rPr>
              <a:t>Pilani, Pilani Campus</a:t>
            </a:r>
          </a:p>
        </p:txBody>
      </p:sp>
      <p:grpSp>
        <p:nvGrpSpPr>
          <p:cNvPr id="5" name="Group 11"/>
          <p:cNvGrpSpPr>
            <a:grpSpLocks/>
          </p:cNvGrpSpPr>
          <p:nvPr userDrawn="1"/>
        </p:nvGrpSpPr>
        <p:grpSpPr bwMode="auto">
          <a:xfrm>
            <a:off x="2779184" y="6550026"/>
            <a:ext cx="9412816" cy="49213"/>
            <a:chOff x="2083888" y="6550671"/>
            <a:chExt cx="7060112" cy="48665"/>
          </a:xfrm>
        </p:grpSpPr>
        <p:sp>
          <p:nvSpPr>
            <p:cNvPr id="6" name="Rectangle 5"/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  <p:sp>
          <p:nvSpPr>
            <p:cNvPr id="7" name="Rectangle 6"/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</p:grpSp>
      <p:grpSp>
        <p:nvGrpSpPr>
          <p:cNvPr id="9" name="Group 18"/>
          <p:cNvGrpSpPr>
            <a:grpSpLocks/>
          </p:cNvGrpSpPr>
          <p:nvPr userDrawn="1"/>
        </p:nvGrpSpPr>
        <p:grpSpPr bwMode="auto">
          <a:xfrm>
            <a:off x="2844800" y="6553200"/>
            <a:ext cx="9347200" cy="46038"/>
            <a:chOff x="1905000" y="6553200"/>
            <a:chExt cx="7010400" cy="45719"/>
          </a:xfrm>
        </p:grpSpPr>
        <p:sp>
          <p:nvSpPr>
            <p:cNvPr id="10" name="Rectangle 9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  <p:sp>
          <p:nvSpPr>
            <p:cNvPr id="12" name="Rectangle 11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</p:grpSp>
      <p:grpSp>
        <p:nvGrpSpPr>
          <p:cNvPr id="13" name="Group 22"/>
          <p:cNvGrpSpPr>
            <a:grpSpLocks/>
          </p:cNvGrpSpPr>
          <p:nvPr userDrawn="1"/>
        </p:nvGrpSpPr>
        <p:grpSpPr bwMode="auto">
          <a:xfrm>
            <a:off x="0" y="1295400"/>
            <a:ext cx="9347200" cy="46038"/>
            <a:chOff x="1905000" y="6553200"/>
            <a:chExt cx="7010400" cy="45719"/>
          </a:xfrm>
        </p:grpSpPr>
        <p:sp>
          <p:nvSpPr>
            <p:cNvPr id="14" name="Rectangle 13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  <p:sp>
          <p:nvSpPr>
            <p:cNvPr id="16" name="Rectangle 15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6400" y="1493838"/>
            <a:ext cx="10972800" cy="4525963"/>
          </a:xfrm>
          <a:prstGeom prst="rect">
            <a:avLst/>
          </a:prstGeom>
        </p:spPr>
        <p:txBody>
          <a:bodyPr/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40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60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2pPr>
            <a:lvl3pPr>
              <a:defRPr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3pPr>
            <a:lvl4pPr>
              <a:defRPr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4pPr>
            <a:lvl5pPr>
              <a:defRPr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  <a:endParaRPr lang="en-US" dirty="0"/>
          </a:p>
        </p:txBody>
      </p:sp>
      <p:sp>
        <p:nvSpPr>
          <p:cNvPr id="27" name="Content Placeholder 18"/>
          <p:cNvSpPr>
            <a:spLocks noGrp="1"/>
          </p:cNvSpPr>
          <p:nvPr>
            <p:ph sz="quarter" idx="10"/>
          </p:nvPr>
        </p:nvSpPr>
        <p:spPr>
          <a:xfrm>
            <a:off x="406400" y="152400"/>
            <a:ext cx="8432800" cy="1143000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957667197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>
            <a:spLocks noChangeArrowheads="1"/>
          </p:cNvSpPr>
          <p:nvPr userDrawn="1"/>
        </p:nvSpPr>
        <p:spPr bwMode="auto">
          <a:xfrm>
            <a:off x="4368800" y="6596064"/>
            <a:ext cx="7823200" cy="261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sz="1100" b="1">
                <a:solidFill>
                  <a:srgbClr val="101141"/>
                </a:solidFill>
              </a:rPr>
              <a:t>BITS </a:t>
            </a:r>
            <a:r>
              <a:rPr lang="en-US" altLang="en-US" sz="1100">
                <a:solidFill>
                  <a:srgbClr val="101141"/>
                </a:solidFill>
              </a:rPr>
              <a:t>Pilani, Pilani Campus</a:t>
            </a:r>
          </a:p>
        </p:txBody>
      </p:sp>
      <p:grpSp>
        <p:nvGrpSpPr>
          <p:cNvPr id="5" name="Group 11"/>
          <p:cNvGrpSpPr>
            <a:grpSpLocks/>
          </p:cNvGrpSpPr>
          <p:nvPr userDrawn="1"/>
        </p:nvGrpSpPr>
        <p:grpSpPr bwMode="auto">
          <a:xfrm>
            <a:off x="2779184" y="6550026"/>
            <a:ext cx="9412816" cy="49213"/>
            <a:chOff x="2083888" y="6550671"/>
            <a:chExt cx="7060112" cy="48665"/>
          </a:xfrm>
        </p:grpSpPr>
        <p:sp>
          <p:nvSpPr>
            <p:cNvPr id="6" name="Rectangle 5"/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  <p:sp>
          <p:nvSpPr>
            <p:cNvPr id="7" name="Rectangle 6"/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</p:grpSp>
      <p:grpSp>
        <p:nvGrpSpPr>
          <p:cNvPr id="9" name="Group 18"/>
          <p:cNvGrpSpPr>
            <a:grpSpLocks/>
          </p:cNvGrpSpPr>
          <p:nvPr userDrawn="1"/>
        </p:nvGrpSpPr>
        <p:grpSpPr bwMode="auto">
          <a:xfrm>
            <a:off x="2844800" y="6553200"/>
            <a:ext cx="9347200" cy="46038"/>
            <a:chOff x="1905000" y="6553200"/>
            <a:chExt cx="7010400" cy="45719"/>
          </a:xfrm>
        </p:grpSpPr>
        <p:sp>
          <p:nvSpPr>
            <p:cNvPr id="10" name="Rectangle 9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  <p:sp>
          <p:nvSpPr>
            <p:cNvPr id="12" name="Rectangle 11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</p:grpSp>
      <p:grpSp>
        <p:nvGrpSpPr>
          <p:cNvPr id="13" name="Group 22"/>
          <p:cNvGrpSpPr>
            <a:grpSpLocks/>
          </p:cNvGrpSpPr>
          <p:nvPr userDrawn="1"/>
        </p:nvGrpSpPr>
        <p:grpSpPr bwMode="auto">
          <a:xfrm>
            <a:off x="0" y="1295400"/>
            <a:ext cx="9347200" cy="46038"/>
            <a:chOff x="1905000" y="6553200"/>
            <a:chExt cx="7010400" cy="45719"/>
          </a:xfrm>
        </p:grpSpPr>
        <p:sp>
          <p:nvSpPr>
            <p:cNvPr id="14" name="Rectangle 13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  <p:sp>
          <p:nvSpPr>
            <p:cNvPr id="16" name="Rectangle 15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6400" y="1493838"/>
            <a:ext cx="10972800" cy="4525963"/>
          </a:xfrm>
          <a:prstGeom prst="rect">
            <a:avLst/>
          </a:prstGeom>
        </p:spPr>
        <p:txBody>
          <a:bodyPr/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40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60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2pPr>
            <a:lvl3pPr>
              <a:defRPr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3pPr>
            <a:lvl4pPr>
              <a:defRPr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4pPr>
            <a:lvl5pPr>
              <a:defRPr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  <a:endParaRPr lang="en-US" dirty="0"/>
          </a:p>
        </p:txBody>
      </p:sp>
      <p:sp>
        <p:nvSpPr>
          <p:cNvPr id="27" name="Content Placeholder 18"/>
          <p:cNvSpPr>
            <a:spLocks noGrp="1"/>
          </p:cNvSpPr>
          <p:nvPr>
            <p:ph sz="quarter" idx="10"/>
          </p:nvPr>
        </p:nvSpPr>
        <p:spPr>
          <a:xfrm>
            <a:off x="406400" y="152400"/>
            <a:ext cx="8432800" cy="1143000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20837843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>
            <a:spLocks noChangeArrowheads="1"/>
          </p:cNvSpPr>
          <p:nvPr userDrawn="1"/>
        </p:nvSpPr>
        <p:spPr bwMode="auto">
          <a:xfrm>
            <a:off x="4368800" y="6596064"/>
            <a:ext cx="7823200" cy="261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sz="1100" b="1">
                <a:solidFill>
                  <a:srgbClr val="101141"/>
                </a:solidFill>
              </a:rPr>
              <a:t>BITS </a:t>
            </a:r>
            <a:r>
              <a:rPr lang="en-US" altLang="en-US" sz="1100">
                <a:solidFill>
                  <a:srgbClr val="101141"/>
                </a:solidFill>
              </a:rPr>
              <a:t>Pilani, Pilani Campus</a:t>
            </a:r>
          </a:p>
        </p:txBody>
      </p:sp>
      <p:grpSp>
        <p:nvGrpSpPr>
          <p:cNvPr id="5" name="Group 11"/>
          <p:cNvGrpSpPr>
            <a:grpSpLocks/>
          </p:cNvGrpSpPr>
          <p:nvPr userDrawn="1"/>
        </p:nvGrpSpPr>
        <p:grpSpPr bwMode="auto">
          <a:xfrm>
            <a:off x="2779184" y="6550026"/>
            <a:ext cx="9412816" cy="49213"/>
            <a:chOff x="2083888" y="6550671"/>
            <a:chExt cx="7060112" cy="48665"/>
          </a:xfrm>
        </p:grpSpPr>
        <p:sp>
          <p:nvSpPr>
            <p:cNvPr id="6" name="Rectangle 5"/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  <p:sp>
          <p:nvSpPr>
            <p:cNvPr id="7" name="Rectangle 6"/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</p:grpSp>
      <p:grpSp>
        <p:nvGrpSpPr>
          <p:cNvPr id="9" name="Group 18"/>
          <p:cNvGrpSpPr>
            <a:grpSpLocks/>
          </p:cNvGrpSpPr>
          <p:nvPr userDrawn="1"/>
        </p:nvGrpSpPr>
        <p:grpSpPr bwMode="auto">
          <a:xfrm>
            <a:off x="2844800" y="6553200"/>
            <a:ext cx="9347200" cy="46038"/>
            <a:chOff x="1905000" y="6553200"/>
            <a:chExt cx="7010400" cy="45719"/>
          </a:xfrm>
        </p:grpSpPr>
        <p:sp>
          <p:nvSpPr>
            <p:cNvPr id="10" name="Rectangle 9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  <p:sp>
          <p:nvSpPr>
            <p:cNvPr id="12" name="Rectangle 11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</p:grpSp>
      <p:grpSp>
        <p:nvGrpSpPr>
          <p:cNvPr id="13" name="Group 22"/>
          <p:cNvGrpSpPr>
            <a:grpSpLocks/>
          </p:cNvGrpSpPr>
          <p:nvPr userDrawn="1"/>
        </p:nvGrpSpPr>
        <p:grpSpPr bwMode="auto">
          <a:xfrm>
            <a:off x="0" y="1295400"/>
            <a:ext cx="9347200" cy="46038"/>
            <a:chOff x="1905000" y="6553200"/>
            <a:chExt cx="7010400" cy="45719"/>
          </a:xfrm>
        </p:grpSpPr>
        <p:sp>
          <p:nvSpPr>
            <p:cNvPr id="14" name="Rectangle 13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  <p:sp>
          <p:nvSpPr>
            <p:cNvPr id="16" name="Rectangle 15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6400" y="1493838"/>
            <a:ext cx="10972800" cy="4525963"/>
          </a:xfrm>
          <a:prstGeom prst="rect">
            <a:avLst/>
          </a:prstGeom>
        </p:spPr>
        <p:txBody>
          <a:bodyPr/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40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60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2pPr>
            <a:lvl3pPr>
              <a:defRPr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3pPr>
            <a:lvl4pPr>
              <a:defRPr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4pPr>
            <a:lvl5pPr>
              <a:defRPr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  <a:endParaRPr lang="en-US" dirty="0"/>
          </a:p>
        </p:txBody>
      </p:sp>
      <p:sp>
        <p:nvSpPr>
          <p:cNvPr id="27" name="Content Placeholder 18"/>
          <p:cNvSpPr>
            <a:spLocks noGrp="1"/>
          </p:cNvSpPr>
          <p:nvPr>
            <p:ph sz="quarter" idx="10"/>
          </p:nvPr>
        </p:nvSpPr>
        <p:spPr>
          <a:xfrm>
            <a:off x="406400" y="152400"/>
            <a:ext cx="8432800" cy="1143000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061218404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>
            <a:spLocks noChangeArrowheads="1"/>
          </p:cNvSpPr>
          <p:nvPr userDrawn="1"/>
        </p:nvSpPr>
        <p:spPr bwMode="auto">
          <a:xfrm>
            <a:off x="4368800" y="6596064"/>
            <a:ext cx="7823200" cy="261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sz="1100" b="1">
                <a:solidFill>
                  <a:srgbClr val="101141"/>
                </a:solidFill>
              </a:rPr>
              <a:t>BITS </a:t>
            </a:r>
            <a:r>
              <a:rPr lang="en-US" altLang="en-US" sz="1100">
                <a:solidFill>
                  <a:srgbClr val="101141"/>
                </a:solidFill>
              </a:rPr>
              <a:t>Pilani, Pilani Campus</a:t>
            </a:r>
          </a:p>
        </p:txBody>
      </p:sp>
      <p:grpSp>
        <p:nvGrpSpPr>
          <p:cNvPr id="5" name="Group 11"/>
          <p:cNvGrpSpPr>
            <a:grpSpLocks/>
          </p:cNvGrpSpPr>
          <p:nvPr userDrawn="1"/>
        </p:nvGrpSpPr>
        <p:grpSpPr bwMode="auto">
          <a:xfrm>
            <a:off x="2779184" y="6550026"/>
            <a:ext cx="9412816" cy="49213"/>
            <a:chOff x="2083888" y="6550671"/>
            <a:chExt cx="7060112" cy="48665"/>
          </a:xfrm>
        </p:grpSpPr>
        <p:sp>
          <p:nvSpPr>
            <p:cNvPr id="6" name="Rectangle 5"/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  <p:sp>
          <p:nvSpPr>
            <p:cNvPr id="7" name="Rectangle 6"/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</p:grpSp>
      <p:grpSp>
        <p:nvGrpSpPr>
          <p:cNvPr id="9" name="Group 18"/>
          <p:cNvGrpSpPr>
            <a:grpSpLocks/>
          </p:cNvGrpSpPr>
          <p:nvPr userDrawn="1"/>
        </p:nvGrpSpPr>
        <p:grpSpPr bwMode="auto">
          <a:xfrm>
            <a:off x="2844800" y="6553200"/>
            <a:ext cx="9347200" cy="46038"/>
            <a:chOff x="1905000" y="6553200"/>
            <a:chExt cx="7010400" cy="45719"/>
          </a:xfrm>
        </p:grpSpPr>
        <p:sp>
          <p:nvSpPr>
            <p:cNvPr id="10" name="Rectangle 9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  <p:sp>
          <p:nvSpPr>
            <p:cNvPr id="12" name="Rectangle 11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</p:grpSp>
      <p:grpSp>
        <p:nvGrpSpPr>
          <p:cNvPr id="13" name="Group 22"/>
          <p:cNvGrpSpPr>
            <a:grpSpLocks/>
          </p:cNvGrpSpPr>
          <p:nvPr userDrawn="1"/>
        </p:nvGrpSpPr>
        <p:grpSpPr bwMode="auto">
          <a:xfrm>
            <a:off x="0" y="1295400"/>
            <a:ext cx="9347200" cy="46038"/>
            <a:chOff x="1905000" y="6553200"/>
            <a:chExt cx="7010400" cy="45719"/>
          </a:xfrm>
        </p:grpSpPr>
        <p:sp>
          <p:nvSpPr>
            <p:cNvPr id="14" name="Rectangle 13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  <p:sp>
          <p:nvSpPr>
            <p:cNvPr id="16" name="Rectangle 15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6400" y="1493838"/>
            <a:ext cx="10972800" cy="4525963"/>
          </a:xfrm>
          <a:prstGeom prst="rect">
            <a:avLst/>
          </a:prstGeom>
        </p:spPr>
        <p:txBody>
          <a:bodyPr/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40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60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2pPr>
            <a:lvl3pPr>
              <a:defRPr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3pPr>
            <a:lvl4pPr>
              <a:defRPr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4pPr>
            <a:lvl5pPr>
              <a:defRPr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  <a:endParaRPr lang="en-US" dirty="0"/>
          </a:p>
        </p:txBody>
      </p:sp>
      <p:sp>
        <p:nvSpPr>
          <p:cNvPr id="27" name="Content Placeholder 18"/>
          <p:cNvSpPr>
            <a:spLocks noGrp="1"/>
          </p:cNvSpPr>
          <p:nvPr>
            <p:ph sz="quarter" idx="10"/>
          </p:nvPr>
        </p:nvSpPr>
        <p:spPr>
          <a:xfrm>
            <a:off x="406400" y="152400"/>
            <a:ext cx="8432800" cy="1143000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80435791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6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>
            <a:spLocks noChangeArrowheads="1"/>
          </p:cNvSpPr>
          <p:nvPr userDrawn="1"/>
        </p:nvSpPr>
        <p:spPr bwMode="auto">
          <a:xfrm>
            <a:off x="4368800" y="6596064"/>
            <a:ext cx="7823200" cy="261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sz="1100" b="1">
                <a:solidFill>
                  <a:srgbClr val="101141"/>
                </a:solidFill>
              </a:rPr>
              <a:t>BITS </a:t>
            </a:r>
            <a:r>
              <a:rPr lang="en-US" altLang="en-US" sz="1100">
                <a:solidFill>
                  <a:srgbClr val="101141"/>
                </a:solidFill>
              </a:rPr>
              <a:t>Pilani, Pilani Campus</a:t>
            </a:r>
          </a:p>
        </p:txBody>
      </p:sp>
      <p:grpSp>
        <p:nvGrpSpPr>
          <p:cNvPr id="5" name="Group 11"/>
          <p:cNvGrpSpPr>
            <a:grpSpLocks/>
          </p:cNvGrpSpPr>
          <p:nvPr userDrawn="1"/>
        </p:nvGrpSpPr>
        <p:grpSpPr bwMode="auto">
          <a:xfrm>
            <a:off x="2779184" y="6550026"/>
            <a:ext cx="9412816" cy="49213"/>
            <a:chOff x="2083888" y="6550671"/>
            <a:chExt cx="7060112" cy="48665"/>
          </a:xfrm>
        </p:grpSpPr>
        <p:sp>
          <p:nvSpPr>
            <p:cNvPr id="6" name="Rectangle 5"/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  <p:sp>
          <p:nvSpPr>
            <p:cNvPr id="7" name="Rectangle 6"/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</p:grpSp>
      <p:grpSp>
        <p:nvGrpSpPr>
          <p:cNvPr id="9" name="Group 18"/>
          <p:cNvGrpSpPr>
            <a:grpSpLocks/>
          </p:cNvGrpSpPr>
          <p:nvPr userDrawn="1"/>
        </p:nvGrpSpPr>
        <p:grpSpPr bwMode="auto">
          <a:xfrm>
            <a:off x="2844800" y="6553200"/>
            <a:ext cx="9347200" cy="46038"/>
            <a:chOff x="1905000" y="6553200"/>
            <a:chExt cx="7010400" cy="45719"/>
          </a:xfrm>
        </p:grpSpPr>
        <p:sp>
          <p:nvSpPr>
            <p:cNvPr id="10" name="Rectangle 9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  <p:sp>
          <p:nvSpPr>
            <p:cNvPr id="12" name="Rectangle 11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</p:grpSp>
      <p:grpSp>
        <p:nvGrpSpPr>
          <p:cNvPr id="13" name="Group 22"/>
          <p:cNvGrpSpPr>
            <a:grpSpLocks/>
          </p:cNvGrpSpPr>
          <p:nvPr userDrawn="1"/>
        </p:nvGrpSpPr>
        <p:grpSpPr bwMode="auto">
          <a:xfrm>
            <a:off x="0" y="1295400"/>
            <a:ext cx="9347200" cy="46038"/>
            <a:chOff x="1905000" y="6553200"/>
            <a:chExt cx="7010400" cy="45719"/>
          </a:xfrm>
        </p:grpSpPr>
        <p:sp>
          <p:nvSpPr>
            <p:cNvPr id="14" name="Rectangle 13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  <p:sp>
          <p:nvSpPr>
            <p:cNvPr id="16" name="Rectangle 15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6400" y="1493838"/>
            <a:ext cx="10972800" cy="4525963"/>
          </a:xfrm>
          <a:prstGeom prst="rect">
            <a:avLst/>
          </a:prstGeom>
        </p:spPr>
        <p:txBody>
          <a:bodyPr/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40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60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2pPr>
            <a:lvl3pPr>
              <a:defRPr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3pPr>
            <a:lvl4pPr>
              <a:defRPr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4pPr>
            <a:lvl5pPr>
              <a:defRPr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  <a:endParaRPr lang="en-US" dirty="0"/>
          </a:p>
        </p:txBody>
      </p:sp>
      <p:sp>
        <p:nvSpPr>
          <p:cNvPr id="27" name="Content Placeholder 18"/>
          <p:cNvSpPr>
            <a:spLocks noGrp="1"/>
          </p:cNvSpPr>
          <p:nvPr>
            <p:ph sz="quarter" idx="10"/>
          </p:nvPr>
        </p:nvSpPr>
        <p:spPr>
          <a:xfrm>
            <a:off x="406400" y="152400"/>
            <a:ext cx="8432800" cy="1143000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46749470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7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>
            <a:spLocks noChangeArrowheads="1"/>
          </p:cNvSpPr>
          <p:nvPr userDrawn="1"/>
        </p:nvSpPr>
        <p:spPr bwMode="auto">
          <a:xfrm>
            <a:off x="4368800" y="6596064"/>
            <a:ext cx="7823200" cy="261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sz="1100" b="1">
                <a:solidFill>
                  <a:srgbClr val="101141"/>
                </a:solidFill>
              </a:rPr>
              <a:t>BITS </a:t>
            </a:r>
            <a:r>
              <a:rPr lang="en-US" altLang="en-US" sz="1100">
                <a:solidFill>
                  <a:srgbClr val="101141"/>
                </a:solidFill>
              </a:rPr>
              <a:t>Pilani, Pilani Campus</a:t>
            </a:r>
          </a:p>
        </p:txBody>
      </p:sp>
      <p:grpSp>
        <p:nvGrpSpPr>
          <p:cNvPr id="5" name="Group 11"/>
          <p:cNvGrpSpPr>
            <a:grpSpLocks/>
          </p:cNvGrpSpPr>
          <p:nvPr userDrawn="1"/>
        </p:nvGrpSpPr>
        <p:grpSpPr bwMode="auto">
          <a:xfrm>
            <a:off x="2779184" y="6550026"/>
            <a:ext cx="9412816" cy="49213"/>
            <a:chOff x="2083888" y="6550671"/>
            <a:chExt cx="7060112" cy="48665"/>
          </a:xfrm>
        </p:grpSpPr>
        <p:sp>
          <p:nvSpPr>
            <p:cNvPr id="6" name="Rectangle 5"/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  <p:sp>
          <p:nvSpPr>
            <p:cNvPr id="7" name="Rectangle 6"/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</p:grpSp>
      <p:grpSp>
        <p:nvGrpSpPr>
          <p:cNvPr id="9" name="Group 18"/>
          <p:cNvGrpSpPr>
            <a:grpSpLocks/>
          </p:cNvGrpSpPr>
          <p:nvPr userDrawn="1"/>
        </p:nvGrpSpPr>
        <p:grpSpPr bwMode="auto">
          <a:xfrm>
            <a:off x="2844800" y="6553200"/>
            <a:ext cx="9347200" cy="46038"/>
            <a:chOff x="1905000" y="6553200"/>
            <a:chExt cx="7010400" cy="45719"/>
          </a:xfrm>
        </p:grpSpPr>
        <p:sp>
          <p:nvSpPr>
            <p:cNvPr id="10" name="Rectangle 9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  <p:sp>
          <p:nvSpPr>
            <p:cNvPr id="12" name="Rectangle 11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</p:grpSp>
      <p:grpSp>
        <p:nvGrpSpPr>
          <p:cNvPr id="13" name="Group 22"/>
          <p:cNvGrpSpPr>
            <a:grpSpLocks/>
          </p:cNvGrpSpPr>
          <p:nvPr userDrawn="1"/>
        </p:nvGrpSpPr>
        <p:grpSpPr bwMode="auto">
          <a:xfrm>
            <a:off x="0" y="1295400"/>
            <a:ext cx="9347200" cy="46038"/>
            <a:chOff x="1905000" y="6553200"/>
            <a:chExt cx="7010400" cy="45719"/>
          </a:xfrm>
        </p:grpSpPr>
        <p:sp>
          <p:nvSpPr>
            <p:cNvPr id="14" name="Rectangle 13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  <p:sp>
          <p:nvSpPr>
            <p:cNvPr id="16" name="Rectangle 15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6400" y="1493838"/>
            <a:ext cx="10972800" cy="4525963"/>
          </a:xfrm>
          <a:prstGeom prst="rect">
            <a:avLst/>
          </a:prstGeom>
        </p:spPr>
        <p:txBody>
          <a:bodyPr/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40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60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2pPr>
            <a:lvl3pPr>
              <a:defRPr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3pPr>
            <a:lvl4pPr>
              <a:defRPr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4pPr>
            <a:lvl5pPr>
              <a:defRPr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  <a:endParaRPr lang="en-US" dirty="0"/>
          </a:p>
        </p:txBody>
      </p:sp>
      <p:sp>
        <p:nvSpPr>
          <p:cNvPr id="27" name="Content Placeholder 18"/>
          <p:cNvSpPr>
            <a:spLocks noGrp="1"/>
          </p:cNvSpPr>
          <p:nvPr>
            <p:ph sz="quarter" idx="10"/>
          </p:nvPr>
        </p:nvSpPr>
        <p:spPr>
          <a:xfrm>
            <a:off x="406400" y="152400"/>
            <a:ext cx="8432800" cy="1143000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091992132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8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>
            <a:spLocks noChangeArrowheads="1"/>
          </p:cNvSpPr>
          <p:nvPr userDrawn="1"/>
        </p:nvSpPr>
        <p:spPr bwMode="auto">
          <a:xfrm>
            <a:off x="4368800" y="6596064"/>
            <a:ext cx="7823200" cy="261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sz="1100" b="1">
                <a:solidFill>
                  <a:srgbClr val="101141"/>
                </a:solidFill>
              </a:rPr>
              <a:t>BITS </a:t>
            </a:r>
            <a:r>
              <a:rPr lang="en-US" altLang="en-US" sz="1100">
                <a:solidFill>
                  <a:srgbClr val="101141"/>
                </a:solidFill>
              </a:rPr>
              <a:t>Pilani, Pilani Campus</a:t>
            </a:r>
          </a:p>
        </p:txBody>
      </p:sp>
      <p:grpSp>
        <p:nvGrpSpPr>
          <p:cNvPr id="5" name="Group 11"/>
          <p:cNvGrpSpPr>
            <a:grpSpLocks/>
          </p:cNvGrpSpPr>
          <p:nvPr userDrawn="1"/>
        </p:nvGrpSpPr>
        <p:grpSpPr bwMode="auto">
          <a:xfrm>
            <a:off x="2779184" y="6550026"/>
            <a:ext cx="9412816" cy="49213"/>
            <a:chOff x="2083888" y="6550671"/>
            <a:chExt cx="7060112" cy="48665"/>
          </a:xfrm>
        </p:grpSpPr>
        <p:sp>
          <p:nvSpPr>
            <p:cNvPr id="6" name="Rectangle 5"/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  <p:sp>
          <p:nvSpPr>
            <p:cNvPr id="7" name="Rectangle 6"/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</p:grpSp>
      <p:grpSp>
        <p:nvGrpSpPr>
          <p:cNvPr id="9" name="Group 18"/>
          <p:cNvGrpSpPr>
            <a:grpSpLocks/>
          </p:cNvGrpSpPr>
          <p:nvPr userDrawn="1"/>
        </p:nvGrpSpPr>
        <p:grpSpPr bwMode="auto">
          <a:xfrm>
            <a:off x="2844800" y="6553200"/>
            <a:ext cx="9347200" cy="46038"/>
            <a:chOff x="1905000" y="6553200"/>
            <a:chExt cx="7010400" cy="45719"/>
          </a:xfrm>
        </p:grpSpPr>
        <p:sp>
          <p:nvSpPr>
            <p:cNvPr id="10" name="Rectangle 9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  <p:sp>
          <p:nvSpPr>
            <p:cNvPr id="12" name="Rectangle 11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</p:grpSp>
      <p:grpSp>
        <p:nvGrpSpPr>
          <p:cNvPr id="13" name="Group 22"/>
          <p:cNvGrpSpPr>
            <a:grpSpLocks/>
          </p:cNvGrpSpPr>
          <p:nvPr userDrawn="1"/>
        </p:nvGrpSpPr>
        <p:grpSpPr bwMode="auto">
          <a:xfrm>
            <a:off x="0" y="1295400"/>
            <a:ext cx="9347200" cy="46038"/>
            <a:chOff x="1905000" y="6553200"/>
            <a:chExt cx="7010400" cy="45719"/>
          </a:xfrm>
        </p:grpSpPr>
        <p:sp>
          <p:nvSpPr>
            <p:cNvPr id="14" name="Rectangle 13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  <p:sp>
          <p:nvSpPr>
            <p:cNvPr id="16" name="Rectangle 15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6400" y="1493838"/>
            <a:ext cx="10972800" cy="4525963"/>
          </a:xfrm>
          <a:prstGeom prst="rect">
            <a:avLst/>
          </a:prstGeom>
        </p:spPr>
        <p:txBody>
          <a:bodyPr/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40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60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2pPr>
            <a:lvl3pPr>
              <a:defRPr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3pPr>
            <a:lvl4pPr>
              <a:defRPr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4pPr>
            <a:lvl5pPr>
              <a:defRPr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  <a:endParaRPr lang="en-US" dirty="0"/>
          </a:p>
        </p:txBody>
      </p:sp>
      <p:sp>
        <p:nvSpPr>
          <p:cNvPr id="27" name="Content Placeholder 18"/>
          <p:cNvSpPr>
            <a:spLocks noGrp="1"/>
          </p:cNvSpPr>
          <p:nvPr>
            <p:ph sz="quarter" idx="10"/>
          </p:nvPr>
        </p:nvSpPr>
        <p:spPr>
          <a:xfrm>
            <a:off x="406400" y="152400"/>
            <a:ext cx="8432800" cy="1143000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1240559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9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>
            <a:spLocks noChangeArrowheads="1"/>
          </p:cNvSpPr>
          <p:nvPr userDrawn="1"/>
        </p:nvSpPr>
        <p:spPr bwMode="auto">
          <a:xfrm>
            <a:off x="4368800" y="6596064"/>
            <a:ext cx="7823200" cy="261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sz="1100" b="1">
                <a:solidFill>
                  <a:srgbClr val="101141"/>
                </a:solidFill>
              </a:rPr>
              <a:t>BITS </a:t>
            </a:r>
            <a:r>
              <a:rPr lang="en-US" altLang="en-US" sz="1100">
                <a:solidFill>
                  <a:srgbClr val="101141"/>
                </a:solidFill>
              </a:rPr>
              <a:t>Pilani, Pilani Campus</a:t>
            </a:r>
          </a:p>
        </p:txBody>
      </p:sp>
      <p:grpSp>
        <p:nvGrpSpPr>
          <p:cNvPr id="5" name="Group 11"/>
          <p:cNvGrpSpPr>
            <a:grpSpLocks/>
          </p:cNvGrpSpPr>
          <p:nvPr userDrawn="1"/>
        </p:nvGrpSpPr>
        <p:grpSpPr bwMode="auto">
          <a:xfrm>
            <a:off x="2779184" y="6550026"/>
            <a:ext cx="9412816" cy="49213"/>
            <a:chOff x="2083888" y="6550671"/>
            <a:chExt cx="7060112" cy="48665"/>
          </a:xfrm>
        </p:grpSpPr>
        <p:sp>
          <p:nvSpPr>
            <p:cNvPr id="6" name="Rectangle 5"/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  <p:sp>
          <p:nvSpPr>
            <p:cNvPr id="7" name="Rectangle 6"/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</p:grpSp>
      <p:grpSp>
        <p:nvGrpSpPr>
          <p:cNvPr id="9" name="Group 18"/>
          <p:cNvGrpSpPr>
            <a:grpSpLocks/>
          </p:cNvGrpSpPr>
          <p:nvPr userDrawn="1"/>
        </p:nvGrpSpPr>
        <p:grpSpPr bwMode="auto">
          <a:xfrm>
            <a:off x="2844800" y="6553200"/>
            <a:ext cx="9347200" cy="46038"/>
            <a:chOff x="1905000" y="6553200"/>
            <a:chExt cx="7010400" cy="45719"/>
          </a:xfrm>
        </p:grpSpPr>
        <p:sp>
          <p:nvSpPr>
            <p:cNvPr id="10" name="Rectangle 9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  <p:sp>
          <p:nvSpPr>
            <p:cNvPr id="12" name="Rectangle 11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</p:grpSp>
      <p:grpSp>
        <p:nvGrpSpPr>
          <p:cNvPr id="13" name="Group 22"/>
          <p:cNvGrpSpPr>
            <a:grpSpLocks/>
          </p:cNvGrpSpPr>
          <p:nvPr userDrawn="1"/>
        </p:nvGrpSpPr>
        <p:grpSpPr bwMode="auto">
          <a:xfrm>
            <a:off x="0" y="1295400"/>
            <a:ext cx="9347200" cy="46038"/>
            <a:chOff x="1905000" y="6553200"/>
            <a:chExt cx="7010400" cy="45719"/>
          </a:xfrm>
        </p:grpSpPr>
        <p:sp>
          <p:nvSpPr>
            <p:cNvPr id="14" name="Rectangle 13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  <p:sp>
          <p:nvSpPr>
            <p:cNvPr id="16" name="Rectangle 15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6400" y="1493838"/>
            <a:ext cx="10972800" cy="4525963"/>
          </a:xfrm>
          <a:prstGeom prst="rect">
            <a:avLst/>
          </a:prstGeom>
        </p:spPr>
        <p:txBody>
          <a:bodyPr/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40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60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2pPr>
            <a:lvl3pPr>
              <a:defRPr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3pPr>
            <a:lvl4pPr>
              <a:defRPr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4pPr>
            <a:lvl5pPr>
              <a:defRPr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  <a:endParaRPr lang="en-US" dirty="0"/>
          </a:p>
        </p:txBody>
      </p:sp>
      <p:sp>
        <p:nvSpPr>
          <p:cNvPr id="27" name="Content Placeholder 18"/>
          <p:cNvSpPr>
            <a:spLocks noGrp="1"/>
          </p:cNvSpPr>
          <p:nvPr>
            <p:ph sz="quarter" idx="10"/>
          </p:nvPr>
        </p:nvSpPr>
        <p:spPr>
          <a:xfrm>
            <a:off x="406400" y="152400"/>
            <a:ext cx="8432800" cy="1143000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890768242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0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>
            <a:spLocks noChangeArrowheads="1"/>
          </p:cNvSpPr>
          <p:nvPr userDrawn="1"/>
        </p:nvSpPr>
        <p:spPr bwMode="auto">
          <a:xfrm>
            <a:off x="4368800" y="6596064"/>
            <a:ext cx="7823200" cy="261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sz="1100" b="1">
                <a:solidFill>
                  <a:srgbClr val="101141"/>
                </a:solidFill>
              </a:rPr>
              <a:t>BITS </a:t>
            </a:r>
            <a:r>
              <a:rPr lang="en-US" altLang="en-US" sz="1100">
                <a:solidFill>
                  <a:srgbClr val="101141"/>
                </a:solidFill>
              </a:rPr>
              <a:t>Pilani, Pilani Campus</a:t>
            </a:r>
          </a:p>
        </p:txBody>
      </p:sp>
      <p:grpSp>
        <p:nvGrpSpPr>
          <p:cNvPr id="5" name="Group 11"/>
          <p:cNvGrpSpPr>
            <a:grpSpLocks/>
          </p:cNvGrpSpPr>
          <p:nvPr userDrawn="1"/>
        </p:nvGrpSpPr>
        <p:grpSpPr bwMode="auto">
          <a:xfrm>
            <a:off x="2779184" y="6550026"/>
            <a:ext cx="9412816" cy="49213"/>
            <a:chOff x="2083888" y="6550671"/>
            <a:chExt cx="7060112" cy="48665"/>
          </a:xfrm>
        </p:grpSpPr>
        <p:sp>
          <p:nvSpPr>
            <p:cNvPr id="6" name="Rectangle 5"/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  <p:sp>
          <p:nvSpPr>
            <p:cNvPr id="7" name="Rectangle 6"/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</p:grpSp>
      <p:grpSp>
        <p:nvGrpSpPr>
          <p:cNvPr id="9" name="Group 18"/>
          <p:cNvGrpSpPr>
            <a:grpSpLocks/>
          </p:cNvGrpSpPr>
          <p:nvPr userDrawn="1"/>
        </p:nvGrpSpPr>
        <p:grpSpPr bwMode="auto">
          <a:xfrm>
            <a:off x="2844800" y="6553200"/>
            <a:ext cx="9347200" cy="46038"/>
            <a:chOff x="1905000" y="6553200"/>
            <a:chExt cx="7010400" cy="45719"/>
          </a:xfrm>
        </p:grpSpPr>
        <p:sp>
          <p:nvSpPr>
            <p:cNvPr id="10" name="Rectangle 9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  <p:sp>
          <p:nvSpPr>
            <p:cNvPr id="12" name="Rectangle 11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</p:grpSp>
      <p:grpSp>
        <p:nvGrpSpPr>
          <p:cNvPr id="13" name="Group 22"/>
          <p:cNvGrpSpPr>
            <a:grpSpLocks/>
          </p:cNvGrpSpPr>
          <p:nvPr userDrawn="1"/>
        </p:nvGrpSpPr>
        <p:grpSpPr bwMode="auto">
          <a:xfrm>
            <a:off x="0" y="1295400"/>
            <a:ext cx="9347200" cy="46038"/>
            <a:chOff x="1905000" y="6553200"/>
            <a:chExt cx="7010400" cy="45719"/>
          </a:xfrm>
        </p:grpSpPr>
        <p:sp>
          <p:nvSpPr>
            <p:cNvPr id="14" name="Rectangle 13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  <p:sp>
          <p:nvSpPr>
            <p:cNvPr id="16" name="Rectangle 15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6400" y="1493838"/>
            <a:ext cx="10972800" cy="4525963"/>
          </a:xfrm>
          <a:prstGeom prst="rect">
            <a:avLst/>
          </a:prstGeom>
        </p:spPr>
        <p:txBody>
          <a:bodyPr/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40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60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2pPr>
            <a:lvl3pPr>
              <a:defRPr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3pPr>
            <a:lvl4pPr>
              <a:defRPr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4pPr>
            <a:lvl5pPr>
              <a:defRPr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  <a:endParaRPr lang="en-US" dirty="0"/>
          </a:p>
        </p:txBody>
      </p:sp>
      <p:sp>
        <p:nvSpPr>
          <p:cNvPr id="27" name="Content Placeholder 18"/>
          <p:cNvSpPr>
            <a:spLocks noGrp="1"/>
          </p:cNvSpPr>
          <p:nvPr>
            <p:ph sz="quarter" idx="10"/>
          </p:nvPr>
        </p:nvSpPr>
        <p:spPr>
          <a:xfrm>
            <a:off x="406400" y="152400"/>
            <a:ext cx="8432800" cy="1143000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980176094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>
            <a:spLocks noChangeArrowheads="1"/>
          </p:cNvSpPr>
          <p:nvPr userDrawn="1"/>
        </p:nvSpPr>
        <p:spPr bwMode="auto">
          <a:xfrm>
            <a:off x="4368800" y="6596064"/>
            <a:ext cx="7823200" cy="261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sz="1100" b="1">
                <a:solidFill>
                  <a:srgbClr val="101141"/>
                </a:solidFill>
              </a:rPr>
              <a:t>BITS </a:t>
            </a:r>
            <a:r>
              <a:rPr lang="en-US" altLang="en-US" sz="1100">
                <a:solidFill>
                  <a:srgbClr val="101141"/>
                </a:solidFill>
              </a:rPr>
              <a:t>Pilani, Pilani Campus</a:t>
            </a:r>
          </a:p>
        </p:txBody>
      </p:sp>
      <p:grpSp>
        <p:nvGrpSpPr>
          <p:cNvPr id="5" name="Group 11"/>
          <p:cNvGrpSpPr>
            <a:grpSpLocks/>
          </p:cNvGrpSpPr>
          <p:nvPr userDrawn="1"/>
        </p:nvGrpSpPr>
        <p:grpSpPr bwMode="auto">
          <a:xfrm>
            <a:off x="2779184" y="6550026"/>
            <a:ext cx="9412816" cy="49213"/>
            <a:chOff x="2083888" y="6550671"/>
            <a:chExt cx="7060112" cy="48665"/>
          </a:xfrm>
        </p:grpSpPr>
        <p:sp>
          <p:nvSpPr>
            <p:cNvPr id="6" name="Rectangle 5"/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  <p:sp>
          <p:nvSpPr>
            <p:cNvPr id="7" name="Rectangle 6"/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</p:grpSp>
      <p:grpSp>
        <p:nvGrpSpPr>
          <p:cNvPr id="9" name="Group 18"/>
          <p:cNvGrpSpPr>
            <a:grpSpLocks/>
          </p:cNvGrpSpPr>
          <p:nvPr userDrawn="1"/>
        </p:nvGrpSpPr>
        <p:grpSpPr bwMode="auto">
          <a:xfrm>
            <a:off x="2844800" y="6553200"/>
            <a:ext cx="9347200" cy="46038"/>
            <a:chOff x="1905000" y="6553200"/>
            <a:chExt cx="7010400" cy="45719"/>
          </a:xfrm>
        </p:grpSpPr>
        <p:sp>
          <p:nvSpPr>
            <p:cNvPr id="10" name="Rectangle 9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  <p:sp>
          <p:nvSpPr>
            <p:cNvPr id="12" name="Rectangle 11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</p:grpSp>
      <p:grpSp>
        <p:nvGrpSpPr>
          <p:cNvPr id="13" name="Group 22"/>
          <p:cNvGrpSpPr>
            <a:grpSpLocks/>
          </p:cNvGrpSpPr>
          <p:nvPr userDrawn="1"/>
        </p:nvGrpSpPr>
        <p:grpSpPr bwMode="auto">
          <a:xfrm>
            <a:off x="0" y="1295400"/>
            <a:ext cx="9347200" cy="46038"/>
            <a:chOff x="1905000" y="6553200"/>
            <a:chExt cx="7010400" cy="45719"/>
          </a:xfrm>
        </p:grpSpPr>
        <p:sp>
          <p:nvSpPr>
            <p:cNvPr id="14" name="Rectangle 13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  <p:sp>
          <p:nvSpPr>
            <p:cNvPr id="16" name="Rectangle 15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6400" y="1493838"/>
            <a:ext cx="10972800" cy="4525963"/>
          </a:xfrm>
          <a:prstGeom prst="rect">
            <a:avLst/>
          </a:prstGeom>
        </p:spPr>
        <p:txBody>
          <a:bodyPr/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40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60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2pPr>
            <a:lvl3pPr>
              <a:defRPr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3pPr>
            <a:lvl4pPr>
              <a:defRPr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4pPr>
            <a:lvl5pPr>
              <a:defRPr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  <a:endParaRPr lang="en-US" dirty="0"/>
          </a:p>
        </p:txBody>
      </p:sp>
      <p:sp>
        <p:nvSpPr>
          <p:cNvPr id="27" name="Content Placeholder 18"/>
          <p:cNvSpPr>
            <a:spLocks noGrp="1"/>
          </p:cNvSpPr>
          <p:nvPr>
            <p:ph sz="quarter" idx="10"/>
          </p:nvPr>
        </p:nvSpPr>
        <p:spPr>
          <a:xfrm>
            <a:off x="406400" y="152400"/>
            <a:ext cx="8432800" cy="1143000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643881847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8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o not remove" hidden="1"/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16933" cy="12700"/>
          </a:xfrm>
          <a:prstGeom prst="octagon">
            <a:avLst/>
          </a:prstGeom>
          <a:noFill/>
          <a:ln w="25400" cap="flat" cmpd="sng" algn="ctr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defRPr/>
            </a:pPr>
            <a:endParaRPr lang="en-US" sz="1013">
              <a:solidFill>
                <a:prstClr val="white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406400" y="1493842"/>
            <a:ext cx="10972800" cy="4525963"/>
          </a:xfrm>
          <a:prstGeom prst="rect">
            <a:avLst/>
          </a:prstGeom>
        </p:spPr>
        <p:txBody>
          <a:bodyPr/>
          <a:lstStyle>
            <a:lvl1pPr marL="192881" marR="0" indent="-192881" algn="l" defTabSz="51435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1350">
                <a:latin typeface="Arial" pitchFamily="34" charset="0"/>
                <a:cs typeface="Arial" pitchFamily="34" charset="0"/>
              </a:defRPr>
            </a:lvl1pPr>
            <a:lvl2pPr marL="417910" marR="0" indent="-160735" algn="l" defTabSz="51435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900">
                <a:latin typeface="Arial" pitchFamily="34" charset="0"/>
                <a:cs typeface="Arial" pitchFamily="34" charset="0"/>
              </a:defRPr>
            </a:lvl2pPr>
          </a:lstStyle>
          <a:p>
            <a:pPr marL="192881" marR="0" lvl="0" indent="-192881" algn="l" defTabSz="51435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1350" u="none" strike="noStrike" kern="1200" cap="none" spc="0" normalizeH="0" baseline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</a:p>
          <a:p>
            <a:pPr marL="417910" marR="0" lvl="1" indent="-160735" algn="l" defTabSz="51435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</a:p>
          <a:p>
            <a:pPr marL="417910" marR="0" lvl="1" indent="-160735" algn="l" defTabSz="51435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</a:p>
          <a:p>
            <a:pPr marL="417910" marR="0" lvl="1" indent="-160735" algn="l" defTabSz="51435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</a:p>
          <a:p>
            <a:pPr marL="417910" marR="0" lvl="1" indent="-160735" algn="l" defTabSz="51435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</a:p>
          <a:p>
            <a:pPr marL="417910" marR="0" lvl="1" indent="-160735" algn="l" defTabSz="51435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  <a:endParaRPr kumimoji="0" lang="en-GB" sz="1350" u="none" strike="noStrike" kern="1200" cap="none" spc="0" normalizeH="0" noProof="0" dirty="0">
              <a:ln>
                <a:noFill/>
              </a:ln>
              <a:solidFill>
                <a:srgbClr val="101141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192881" marR="0" lvl="0" indent="-192881" algn="l" defTabSz="51435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1350" u="none" strike="noStrike" kern="1200" cap="none" spc="0" normalizeH="0" baseline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endParaRPr lang="en-US" dirty="0"/>
          </a:p>
          <a:p>
            <a:pPr marL="192881" marR="0" lvl="0" indent="-192881" algn="l" defTabSz="51435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1350" u="none" strike="noStrike" kern="1200" cap="none" spc="0" normalizeH="0" baseline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endParaRPr lang="en-US" dirty="0"/>
          </a:p>
          <a:p>
            <a:pPr marL="192881" marR="0" lvl="0" indent="-192881" algn="l" defTabSz="51435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1350" u="none" strike="noStrike" kern="1200" cap="none" spc="0" normalizeH="0" baseline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endParaRPr lang="en-US" dirty="0"/>
          </a:p>
        </p:txBody>
      </p:sp>
      <p:sp>
        <p:nvSpPr>
          <p:cNvPr id="7" name="TextBox 6"/>
          <p:cNvSpPr txBox="1"/>
          <p:nvPr userDrawn="1"/>
        </p:nvSpPr>
        <p:spPr>
          <a:xfrm>
            <a:off x="4368800" y="6596394"/>
            <a:ext cx="7823200" cy="1876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defTabSz="685800">
              <a:defRPr/>
            </a:pPr>
            <a:r>
              <a:rPr lang="en-US" sz="619" b="1" dirty="0">
                <a:solidFill>
                  <a:srgbClr val="101141"/>
                </a:solidFill>
                <a:latin typeface="Arial"/>
                <a:cs typeface="Arial"/>
              </a:rPr>
              <a:t>BITS </a:t>
            </a:r>
            <a:r>
              <a:rPr lang="en-US" sz="619" dirty="0">
                <a:solidFill>
                  <a:srgbClr val="101141"/>
                </a:solidFill>
                <a:latin typeface="Arial"/>
                <a:cs typeface="Arial"/>
              </a:rPr>
              <a:t>Pilani, Deemed to be University under Section 3 of UGC Act, 1956</a:t>
            </a:r>
          </a:p>
        </p:txBody>
      </p:sp>
      <p:grpSp>
        <p:nvGrpSpPr>
          <p:cNvPr id="12" name="Group 11"/>
          <p:cNvGrpSpPr/>
          <p:nvPr userDrawn="1"/>
        </p:nvGrpSpPr>
        <p:grpSpPr>
          <a:xfrm>
            <a:off x="2778517" y="6550676"/>
            <a:ext cx="9413483" cy="48665"/>
            <a:chOff x="2083888" y="6550671"/>
            <a:chExt cx="7060112" cy="48665"/>
          </a:xfrm>
        </p:grpSpPr>
        <p:sp>
          <p:nvSpPr>
            <p:cNvPr id="13" name="Rectangle 12"/>
            <p:cNvSpPr/>
            <p:nvPr/>
          </p:nvSpPr>
          <p:spPr>
            <a:xfrm>
              <a:off x="4630476" y="6550672"/>
              <a:ext cx="2328591" cy="48664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endParaRPr lang="en-US" sz="1013">
                <a:solidFill>
                  <a:prstClr val="white"/>
                </a:solidFill>
              </a:endParaRPr>
            </a:p>
          </p:txBody>
        </p:sp>
        <p:sp>
          <p:nvSpPr>
            <p:cNvPr id="14" name="Rectangle 13"/>
            <p:cNvSpPr/>
            <p:nvPr/>
          </p:nvSpPr>
          <p:spPr>
            <a:xfrm>
              <a:off x="6907874" y="6550671"/>
              <a:ext cx="2236126" cy="45719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endParaRPr lang="en-US" sz="1013">
                <a:solidFill>
                  <a:prstClr val="white"/>
                </a:solidFill>
              </a:endParaRP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2083888" y="6550672"/>
              <a:ext cx="2580680" cy="48664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endParaRPr lang="en-US" sz="1013">
                <a:solidFill>
                  <a:prstClr val="white"/>
                </a:solidFill>
              </a:endParaRPr>
            </a:p>
          </p:txBody>
        </p:sp>
      </p:grpSp>
      <p:pic>
        <p:nvPicPr>
          <p:cNvPr id="16" name="Picture 15" descr="Picture 7.png"/>
          <p:cNvPicPr>
            <a:picLocks noChangeAspect="1"/>
          </p:cNvPicPr>
          <p:nvPr userDrawn="1"/>
        </p:nvPicPr>
        <p:blipFill>
          <a:blip r:embed="rId3" cstate="print"/>
          <a:srcRect l="1923" b="5336"/>
          <a:stretch>
            <a:fillRect/>
          </a:stretch>
        </p:blipFill>
        <p:spPr>
          <a:xfrm>
            <a:off x="8839204" y="-1"/>
            <a:ext cx="2924257" cy="692697"/>
          </a:xfrm>
          <a:prstGeom prst="rect">
            <a:avLst/>
          </a:prstGeom>
        </p:spPr>
      </p:pic>
      <p:grpSp>
        <p:nvGrpSpPr>
          <p:cNvPr id="19" name="Group 18"/>
          <p:cNvGrpSpPr/>
          <p:nvPr userDrawn="1"/>
        </p:nvGrpSpPr>
        <p:grpSpPr>
          <a:xfrm>
            <a:off x="2844800" y="6558117"/>
            <a:ext cx="9347200" cy="45719"/>
            <a:chOff x="1905000" y="6553200"/>
            <a:chExt cx="7010400" cy="45719"/>
          </a:xfrm>
        </p:grpSpPr>
        <p:sp>
          <p:nvSpPr>
            <p:cNvPr id="20" name="Rectangle 19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endParaRPr lang="en-US" sz="1013">
                <a:solidFill>
                  <a:prstClr val="white"/>
                </a:solidFill>
              </a:endParaRPr>
            </a:p>
          </p:txBody>
        </p:sp>
        <p:sp>
          <p:nvSpPr>
            <p:cNvPr id="21" name="Rectangle 20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endParaRPr lang="en-US" sz="1013">
                <a:solidFill>
                  <a:prstClr val="white"/>
                </a:solidFill>
              </a:endParaRPr>
            </a:p>
          </p:txBody>
        </p:sp>
        <p:sp>
          <p:nvSpPr>
            <p:cNvPr id="22" name="Rectangle 21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endParaRPr lang="en-US" sz="1013">
                <a:solidFill>
                  <a:prstClr val="white"/>
                </a:solidFill>
              </a:endParaRPr>
            </a:p>
          </p:txBody>
        </p:sp>
      </p:grpSp>
      <p:grpSp>
        <p:nvGrpSpPr>
          <p:cNvPr id="23" name="Group 22"/>
          <p:cNvGrpSpPr/>
          <p:nvPr userDrawn="1"/>
        </p:nvGrpSpPr>
        <p:grpSpPr>
          <a:xfrm>
            <a:off x="0" y="1295405"/>
            <a:ext cx="9347200" cy="45719"/>
            <a:chOff x="1905000" y="6553200"/>
            <a:chExt cx="7010400" cy="45719"/>
          </a:xfrm>
        </p:grpSpPr>
        <p:sp>
          <p:nvSpPr>
            <p:cNvPr id="24" name="Rectangle 23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endParaRPr lang="en-US" sz="1013">
                <a:solidFill>
                  <a:prstClr val="white"/>
                </a:solidFill>
              </a:endParaRPr>
            </a:p>
          </p:txBody>
        </p:sp>
        <p:sp>
          <p:nvSpPr>
            <p:cNvPr id="25" name="Rectangle 24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endParaRPr lang="en-US" sz="1013">
                <a:solidFill>
                  <a:prstClr val="white"/>
                </a:solidFill>
              </a:endParaRPr>
            </a:p>
          </p:txBody>
        </p:sp>
        <p:sp>
          <p:nvSpPr>
            <p:cNvPr id="26" name="Rectangle 25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endParaRPr lang="en-US" sz="1013">
                <a:solidFill>
                  <a:prstClr val="white"/>
                </a:solidFill>
              </a:endParaRPr>
            </a:p>
          </p:txBody>
        </p:sp>
      </p:grpSp>
      <p:sp>
        <p:nvSpPr>
          <p:cNvPr id="27" name="Content Placeholder 18"/>
          <p:cNvSpPr>
            <a:spLocks noGrp="1"/>
          </p:cNvSpPr>
          <p:nvPr>
            <p:ph sz="quarter" idx="10"/>
          </p:nvPr>
        </p:nvSpPr>
        <p:spPr>
          <a:xfrm>
            <a:off x="406400" y="152400"/>
            <a:ext cx="8432800" cy="1143000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 marL="0">
              <a:lnSpc>
                <a:spcPts val="2025"/>
              </a:lnSpc>
              <a:spcBef>
                <a:spcPts val="0"/>
              </a:spcBef>
              <a:buNone/>
              <a:defRPr sz="2025" b="1" spc="-85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FA95B91-80DC-439F-8C70-3B1EBFBBF1F5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5994400" y="6363741"/>
            <a:ext cx="1219200" cy="9144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4116052-1273-4EC0-ADD6-422E16AA4781}"/>
              </a:ext>
            </a:extLst>
          </p:cNvPr>
          <p:cNvSpPr>
            <a:spLocks noGrp="1"/>
          </p:cNvSpPr>
          <p:nvPr>
            <p:ph type="dt" sz="half" idx="12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1200">
              <a:solidFill>
                <a:prstClr val="black">
                  <a:tint val="75000"/>
                </a:prstClr>
              </a:solidFill>
              <a:latin typeface="Tahoma" charset="0"/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DE8E7A-623C-40DD-A712-BEEDA93A9756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9811512" y="6639736"/>
            <a:ext cx="2274993" cy="182245"/>
          </a:xfrm>
          <a:prstGeom prst="rect">
            <a:avLst/>
          </a:prstGeom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1200">
              <a:solidFill>
                <a:prstClr val="black">
                  <a:tint val="75000"/>
                </a:prstClr>
              </a:solidFill>
              <a:latin typeface="Tahoma" charset="0"/>
            </a:endParaRP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0CD26A9A-C7D3-441E-9815-2014756B5490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9347200" y="6101556"/>
            <a:ext cx="2844800" cy="365125"/>
          </a:xfrm>
          <a:prstGeom prst="rect">
            <a:avLst/>
          </a:prstGeom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BC8D7E44-7D4F-4942-A8C9-2DF6BF8399E8}" type="slidenum">
              <a:rPr lang="en-US" sz="1200">
                <a:solidFill>
                  <a:prstClr val="black">
                    <a:tint val="75000"/>
                  </a:prstClr>
                </a:solidFill>
                <a:latin typeface="Tahoma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sz="1200" dirty="0">
              <a:solidFill>
                <a:prstClr val="black">
                  <a:tint val="75000"/>
                </a:prstClr>
              </a:solidFill>
              <a:latin typeface="Tahoma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6086510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o not remove" hidden="1"/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16933" cy="12700"/>
          </a:xfrm>
          <a:prstGeom prst="octagon">
            <a:avLst/>
          </a:prstGeom>
          <a:noFill/>
          <a:ln w="25400" cap="flat" cmpd="sng" algn="ctr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defRPr/>
            </a:pPr>
            <a:endParaRPr lang="en-US" sz="1013">
              <a:solidFill>
                <a:prstClr val="white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406400" y="1493842"/>
            <a:ext cx="10972800" cy="4525963"/>
          </a:xfrm>
          <a:prstGeom prst="rect">
            <a:avLst/>
          </a:prstGeom>
        </p:spPr>
        <p:txBody>
          <a:bodyPr/>
          <a:lstStyle>
            <a:lvl1pPr marL="192881" marR="0" indent="-192881" algn="l" defTabSz="51435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1350">
                <a:latin typeface="Arial" pitchFamily="34" charset="0"/>
                <a:cs typeface="Arial" pitchFamily="34" charset="0"/>
              </a:defRPr>
            </a:lvl1pPr>
            <a:lvl2pPr marL="417910" marR="0" indent="-160735" algn="l" defTabSz="51435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900">
                <a:latin typeface="Arial" pitchFamily="34" charset="0"/>
                <a:cs typeface="Arial" pitchFamily="34" charset="0"/>
              </a:defRPr>
            </a:lvl2pPr>
          </a:lstStyle>
          <a:p>
            <a:pPr marL="192881" marR="0" lvl="0" indent="-192881" algn="l" defTabSz="51435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1350" u="none" strike="noStrike" kern="1200" cap="none" spc="0" normalizeH="0" baseline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</a:p>
          <a:p>
            <a:pPr marL="417910" marR="0" lvl="1" indent="-160735" algn="l" defTabSz="51435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</a:p>
          <a:p>
            <a:pPr marL="417910" marR="0" lvl="1" indent="-160735" algn="l" defTabSz="51435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</a:p>
          <a:p>
            <a:pPr marL="417910" marR="0" lvl="1" indent="-160735" algn="l" defTabSz="51435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</a:p>
          <a:p>
            <a:pPr marL="417910" marR="0" lvl="1" indent="-160735" algn="l" defTabSz="51435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</a:p>
          <a:p>
            <a:pPr marL="417910" marR="0" lvl="1" indent="-160735" algn="l" defTabSz="51435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  <a:endParaRPr kumimoji="0" lang="en-GB" sz="1350" u="none" strike="noStrike" kern="1200" cap="none" spc="0" normalizeH="0" noProof="0" dirty="0">
              <a:ln>
                <a:noFill/>
              </a:ln>
              <a:solidFill>
                <a:srgbClr val="101141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192881" marR="0" lvl="0" indent="-192881" algn="l" defTabSz="51435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1350" u="none" strike="noStrike" kern="1200" cap="none" spc="0" normalizeH="0" baseline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endParaRPr lang="en-US" dirty="0"/>
          </a:p>
          <a:p>
            <a:pPr marL="192881" marR="0" lvl="0" indent="-192881" algn="l" defTabSz="51435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1350" u="none" strike="noStrike" kern="1200" cap="none" spc="0" normalizeH="0" baseline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endParaRPr lang="en-US" dirty="0"/>
          </a:p>
          <a:p>
            <a:pPr marL="192881" marR="0" lvl="0" indent="-192881" algn="l" defTabSz="51435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1350" u="none" strike="noStrike" kern="1200" cap="none" spc="0" normalizeH="0" baseline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endParaRPr lang="en-US" dirty="0"/>
          </a:p>
        </p:txBody>
      </p:sp>
      <p:sp>
        <p:nvSpPr>
          <p:cNvPr id="7" name="TextBox 6"/>
          <p:cNvSpPr txBox="1"/>
          <p:nvPr userDrawn="1"/>
        </p:nvSpPr>
        <p:spPr>
          <a:xfrm>
            <a:off x="4368800" y="6596394"/>
            <a:ext cx="7823200" cy="1876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defTabSz="685800">
              <a:defRPr/>
            </a:pPr>
            <a:r>
              <a:rPr lang="en-US" sz="619" b="1" dirty="0">
                <a:solidFill>
                  <a:srgbClr val="101141"/>
                </a:solidFill>
                <a:latin typeface="Arial"/>
                <a:cs typeface="Arial"/>
              </a:rPr>
              <a:t>BITS </a:t>
            </a:r>
            <a:r>
              <a:rPr lang="en-US" sz="619" dirty="0">
                <a:solidFill>
                  <a:srgbClr val="101141"/>
                </a:solidFill>
                <a:latin typeface="Arial"/>
                <a:cs typeface="Arial"/>
              </a:rPr>
              <a:t>Pilani, Deemed to be University under Section 3 of UGC Act, 1956</a:t>
            </a:r>
          </a:p>
        </p:txBody>
      </p:sp>
      <p:grpSp>
        <p:nvGrpSpPr>
          <p:cNvPr id="12" name="Group 11"/>
          <p:cNvGrpSpPr/>
          <p:nvPr userDrawn="1"/>
        </p:nvGrpSpPr>
        <p:grpSpPr>
          <a:xfrm>
            <a:off x="2778517" y="6550676"/>
            <a:ext cx="9413483" cy="48665"/>
            <a:chOff x="2083888" y="6550671"/>
            <a:chExt cx="7060112" cy="48665"/>
          </a:xfrm>
        </p:grpSpPr>
        <p:sp>
          <p:nvSpPr>
            <p:cNvPr id="13" name="Rectangle 12"/>
            <p:cNvSpPr/>
            <p:nvPr/>
          </p:nvSpPr>
          <p:spPr>
            <a:xfrm>
              <a:off x="4630476" y="6550672"/>
              <a:ext cx="2328591" cy="48664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endParaRPr lang="en-US" sz="1013">
                <a:solidFill>
                  <a:prstClr val="white"/>
                </a:solidFill>
              </a:endParaRPr>
            </a:p>
          </p:txBody>
        </p:sp>
        <p:sp>
          <p:nvSpPr>
            <p:cNvPr id="14" name="Rectangle 13"/>
            <p:cNvSpPr/>
            <p:nvPr/>
          </p:nvSpPr>
          <p:spPr>
            <a:xfrm>
              <a:off x="6907874" y="6550671"/>
              <a:ext cx="2236126" cy="45719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endParaRPr lang="en-US" sz="1013">
                <a:solidFill>
                  <a:prstClr val="white"/>
                </a:solidFill>
              </a:endParaRP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2083888" y="6550672"/>
              <a:ext cx="2580680" cy="48664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endParaRPr lang="en-US" sz="1013">
                <a:solidFill>
                  <a:prstClr val="white"/>
                </a:solidFill>
              </a:endParaRPr>
            </a:p>
          </p:txBody>
        </p:sp>
      </p:grpSp>
      <p:pic>
        <p:nvPicPr>
          <p:cNvPr id="16" name="Picture 15" descr="Picture 7.png"/>
          <p:cNvPicPr>
            <a:picLocks noChangeAspect="1"/>
          </p:cNvPicPr>
          <p:nvPr userDrawn="1"/>
        </p:nvPicPr>
        <p:blipFill>
          <a:blip r:embed="rId3" cstate="print"/>
          <a:srcRect l="1923" b="5336"/>
          <a:stretch>
            <a:fillRect/>
          </a:stretch>
        </p:blipFill>
        <p:spPr>
          <a:xfrm>
            <a:off x="8839204" y="-1"/>
            <a:ext cx="2924257" cy="692697"/>
          </a:xfrm>
          <a:prstGeom prst="rect">
            <a:avLst/>
          </a:prstGeom>
        </p:spPr>
      </p:pic>
      <p:grpSp>
        <p:nvGrpSpPr>
          <p:cNvPr id="19" name="Group 18"/>
          <p:cNvGrpSpPr/>
          <p:nvPr userDrawn="1"/>
        </p:nvGrpSpPr>
        <p:grpSpPr>
          <a:xfrm>
            <a:off x="2844800" y="6558117"/>
            <a:ext cx="9347200" cy="45719"/>
            <a:chOff x="1905000" y="6553200"/>
            <a:chExt cx="7010400" cy="45719"/>
          </a:xfrm>
        </p:grpSpPr>
        <p:sp>
          <p:nvSpPr>
            <p:cNvPr id="20" name="Rectangle 19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endParaRPr lang="en-US" sz="1013">
                <a:solidFill>
                  <a:prstClr val="white"/>
                </a:solidFill>
              </a:endParaRPr>
            </a:p>
          </p:txBody>
        </p:sp>
        <p:sp>
          <p:nvSpPr>
            <p:cNvPr id="21" name="Rectangle 20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endParaRPr lang="en-US" sz="1013">
                <a:solidFill>
                  <a:prstClr val="white"/>
                </a:solidFill>
              </a:endParaRPr>
            </a:p>
          </p:txBody>
        </p:sp>
        <p:sp>
          <p:nvSpPr>
            <p:cNvPr id="22" name="Rectangle 21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endParaRPr lang="en-US" sz="1013">
                <a:solidFill>
                  <a:prstClr val="white"/>
                </a:solidFill>
              </a:endParaRPr>
            </a:p>
          </p:txBody>
        </p:sp>
      </p:grpSp>
      <p:grpSp>
        <p:nvGrpSpPr>
          <p:cNvPr id="23" name="Group 22"/>
          <p:cNvGrpSpPr/>
          <p:nvPr userDrawn="1"/>
        </p:nvGrpSpPr>
        <p:grpSpPr>
          <a:xfrm>
            <a:off x="0" y="1295405"/>
            <a:ext cx="9347200" cy="45719"/>
            <a:chOff x="1905000" y="6553200"/>
            <a:chExt cx="7010400" cy="45719"/>
          </a:xfrm>
        </p:grpSpPr>
        <p:sp>
          <p:nvSpPr>
            <p:cNvPr id="24" name="Rectangle 23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endParaRPr lang="en-US" sz="1013">
                <a:solidFill>
                  <a:prstClr val="white"/>
                </a:solidFill>
              </a:endParaRPr>
            </a:p>
          </p:txBody>
        </p:sp>
        <p:sp>
          <p:nvSpPr>
            <p:cNvPr id="25" name="Rectangle 24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endParaRPr lang="en-US" sz="1013">
                <a:solidFill>
                  <a:prstClr val="white"/>
                </a:solidFill>
              </a:endParaRPr>
            </a:p>
          </p:txBody>
        </p:sp>
        <p:sp>
          <p:nvSpPr>
            <p:cNvPr id="26" name="Rectangle 25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endParaRPr lang="en-US" sz="1013">
                <a:solidFill>
                  <a:prstClr val="white"/>
                </a:solidFill>
              </a:endParaRPr>
            </a:p>
          </p:txBody>
        </p:sp>
      </p:grpSp>
      <p:sp>
        <p:nvSpPr>
          <p:cNvPr id="27" name="Content Placeholder 18"/>
          <p:cNvSpPr>
            <a:spLocks noGrp="1"/>
          </p:cNvSpPr>
          <p:nvPr>
            <p:ph sz="quarter" idx="10"/>
          </p:nvPr>
        </p:nvSpPr>
        <p:spPr>
          <a:xfrm>
            <a:off x="406400" y="152400"/>
            <a:ext cx="8432800" cy="1143000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 marL="0">
              <a:lnSpc>
                <a:spcPts val="2025"/>
              </a:lnSpc>
              <a:spcBef>
                <a:spcPts val="0"/>
              </a:spcBef>
              <a:buNone/>
              <a:defRPr sz="2025" b="1" spc="-85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FA95B91-80DC-439F-8C70-3B1EBFBBF1F5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5994400" y="6363741"/>
            <a:ext cx="1219200" cy="9144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4116052-1273-4EC0-ADD6-422E16AA4781}"/>
              </a:ext>
            </a:extLst>
          </p:cNvPr>
          <p:cNvSpPr>
            <a:spLocks noGrp="1"/>
          </p:cNvSpPr>
          <p:nvPr>
            <p:ph type="dt" sz="half" idx="12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1200">
              <a:solidFill>
                <a:prstClr val="black">
                  <a:tint val="75000"/>
                </a:prstClr>
              </a:solidFill>
              <a:latin typeface="Tahoma" charset="0"/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DE8E7A-623C-40DD-A712-BEEDA93A9756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9811512" y="6639736"/>
            <a:ext cx="2274993" cy="182245"/>
          </a:xfrm>
          <a:prstGeom prst="rect">
            <a:avLst/>
          </a:prstGeom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1200">
              <a:solidFill>
                <a:prstClr val="black">
                  <a:tint val="75000"/>
                </a:prstClr>
              </a:solidFill>
              <a:latin typeface="Tahoma" charset="0"/>
            </a:endParaRP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0CD26A9A-C7D3-441E-9815-2014756B5490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9347200" y="6101556"/>
            <a:ext cx="2844800" cy="365125"/>
          </a:xfrm>
          <a:prstGeom prst="rect">
            <a:avLst/>
          </a:prstGeom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BC8D7E44-7D4F-4942-A8C9-2DF6BF8399E8}" type="slidenum">
              <a:rPr lang="en-US" sz="1200">
                <a:solidFill>
                  <a:prstClr val="black">
                    <a:tint val="75000"/>
                  </a:prstClr>
                </a:solidFill>
                <a:latin typeface="Tahoma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sz="1200" dirty="0">
              <a:solidFill>
                <a:prstClr val="black">
                  <a:tint val="75000"/>
                </a:prstClr>
              </a:solidFill>
              <a:latin typeface="Tahoma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50518582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o not remove" hidden="1"/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16933" cy="12700"/>
          </a:xfrm>
          <a:prstGeom prst="octagon">
            <a:avLst/>
          </a:prstGeom>
          <a:noFill/>
          <a:ln w="25400" cap="flat" cmpd="sng" algn="ctr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defRPr/>
            </a:pPr>
            <a:endParaRPr lang="en-US" sz="1013">
              <a:solidFill>
                <a:prstClr val="white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406400" y="1493842"/>
            <a:ext cx="10972800" cy="4525963"/>
          </a:xfrm>
          <a:prstGeom prst="rect">
            <a:avLst/>
          </a:prstGeom>
        </p:spPr>
        <p:txBody>
          <a:bodyPr/>
          <a:lstStyle>
            <a:lvl1pPr marL="192881" marR="0" indent="-192881" algn="l" defTabSz="51435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1350">
                <a:latin typeface="Arial" pitchFamily="34" charset="0"/>
                <a:cs typeface="Arial" pitchFamily="34" charset="0"/>
              </a:defRPr>
            </a:lvl1pPr>
            <a:lvl2pPr marL="417910" marR="0" indent="-160735" algn="l" defTabSz="51435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900">
                <a:latin typeface="Arial" pitchFamily="34" charset="0"/>
                <a:cs typeface="Arial" pitchFamily="34" charset="0"/>
              </a:defRPr>
            </a:lvl2pPr>
          </a:lstStyle>
          <a:p>
            <a:pPr marL="192881" marR="0" lvl="0" indent="-192881" algn="l" defTabSz="51435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1350" u="none" strike="noStrike" kern="1200" cap="none" spc="0" normalizeH="0" baseline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</a:p>
          <a:p>
            <a:pPr marL="417910" marR="0" lvl="1" indent="-160735" algn="l" defTabSz="51435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</a:p>
          <a:p>
            <a:pPr marL="417910" marR="0" lvl="1" indent="-160735" algn="l" defTabSz="51435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</a:p>
          <a:p>
            <a:pPr marL="417910" marR="0" lvl="1" indent="-160735" algn="l" defTabSz="51435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</a:p>
          <a:p>
            <a:pPr marL="417910" marR="0" lvl="1" indent="-160735" algn="l" defTabSz="51435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</a:p>
          <a:p>
            <a:pPr marL="417910" marR="0" lvl="1" indent="-160735" algn="l" defTabSz="51435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  <a:endParaRPr kumimoji="0" lang="en-GB" sz="1350" u="none" strike="noStrike" kern="1200" cap="none" spc="0" normalizeH="0" noProof="0" dirty="0">
              <a:ln>
                <a:noFill/>
              </a:ln>
              <a:solidFill>
                <a:srgbClr val="101141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192881" marR="0" lvl="0" indent="-192881" algn="l" defTabSz="51435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1350" u="none" strike="noStrike" kern="1200" cap="none" spc="0" normalizeH="0" baseline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endParaRPr lang="en-US" dirty="0"/>
          </a:p>
          <a:p>
            <a:pPr marL="192881" marR="0" lvl="0" indent="-192881" algn="l" defTabSz="51435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1350" u="none" strike="noStrike" kern="1200" cap="none" spc="0" normalizeH="0" baseline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endParaRPr lang="en-US" dirty="0"/>
          </a:p>
          <a:p>
            <a:pPr marL="192881" marR="0" lvl="0" indent="-192881" algn="l" defTabSz="51435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1350" u="none" strike="noStrike" kern="1200" cap="none" spc="0" normalizeH="0" baseline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endParaRPr lang="en-US" dirty="0"/>
          </a:p>
        </p:txBody>
      </p:sp>
      <p:sp>
        <p:nvSpPr>
          <p:cNvPr id="7" name="TextBox 6"/>
          <p:cNvSpPr txBox="1"/>
          <p:nvPr userDrawn="1"/>
        </p:nvSpPr>
        <p:spPr>
          <a:xfrm>
            <a:off x="4368800" y="6596394"/>
            <a:ext cx="7823200" cy="1876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defTabSz="685800">
              <a:defRPr/>
            </a:pPr>
            <a:r>
              <a:rPr lang="en-US" sz="619" b="1" dirty="0">
                <a:solidFill>
                  <a:srgbClr val="101141"/>
                </a:solidFill>
                <a:latin typeface="Arial"/>
                <a:cs typeface="Arial"/>
              </a:rPr>
              <a:t>BITS </a:t>
            </a:r>
            <a:r>
              <a:rPr lang="en-US" sz="619" dirty="0">
                <a:solidFill>
                  <a:srgbClr val="101141"/>
                </a:solidFill>
                <a:latin typeface="Arial"/>
                <a:cs typeface="Arial"/>
              </a:rPr>
              <a:t>Pilani, Deemed to be University under Section 3 of UGC Act, 1956</a:t>
            </a:r>
          </a:p>
        </p:txBody>
      </p:sp>
      <p:grpSp>
        <p:nvGrpSpPr>
          <p:cNvPr id="12" name="Group 11"/>
          <p:cNvGrpSpPr/>
          <p:nvPr userDrawn="1"/>
        </p:nvGrpSpPr>
        <p:grpSpPr>
          <a:xfrm>
            <a:off x="2778517" y="6550676"/>
            <a:ext cx="9413483" cy="48665"/>
            <a:chOff x="2083888" y="6550671"/>
            <a:chExt cx="7060112" cy="48665"/>
          </a:xfrm>
        </p:grpSpPr>
        <p:sp>
          <p:nvSpPr>
            <p:cNvPr id="13" name="Rectangle 12"/>
            <p:cNvSpPr/>
            <p:nvPr/>
          </p:nvSpPr>
          <p:spPr>
            <a:xfrm>
              <a:off x="4630476" y="6550672"/>
              <a:ext cx="2328591" cy="48664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endParaRPr lang="en-US" sz="1013">
                <a:solidFill>
                  <a:prstClr val="white"/>
                </a:solidFill>
              </a:endParaRPr>
            </a:p>
          </p:txBody>
        </p:sp>
        <p:sp>
          <p:nvSpPr>
            <p:cNvPr id="14" name="Rectangle 13"/>
            <p:cNvSpPr/>
            <p:nvPr/>
          </p:nvSpPr>
          <p:spPr>
            <a:xfrm>
              <a:off x="6907874" y="6550671"/>
              <a:ext cx="2236126" cy="45719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endParaRPr lang="en-US" sz="1013">
                <a:solidFill>
                  <a:prstClr val="white"/>
                </a:solidFill>
              </a:endParaRP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2083888" y="6550672"/>
              <a:ext cx="2580680" cy="48664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endParaRPr lang="en-US" sz="1013">
                <a:solidFill>
                  <a:prstClr val="white"/>
                </a:solidFill>
              </a:endParaRPr>
            </a:p>
          </p:txBody>
        </p:sp>
      </p:grpSp>
      <p:pic>
        <p:nvPicPr>
          <p:cNvPr id="16" name="Picture 15" descr="Picture 7.png"/>
          <p:cNvPicPr>
            <a:picLocks noChangeAspect="1"/>
          </p:cNvPicPr>
          <p:nvPr userDrawn="1"/>
        </p:nvPicPr>
        <p:blipFill>
          <a:blip r:embed="rId3" cstate="print"/>
          <a:srcRect l="1923" b="5336"/>
          <a:stretch>
            <a:fillRect/>
          </a:stretch>
        </p:blipFill>
        <p:spPr>
          <a:xfrm>
            <a:off x="8839204" y="-1"/>
            <a:ext cx="2924257" cy="692697"/>
          </a:xfrm>
          <a:prstGeom prst="rect">
            <a:avLst/>
          </a:prstGeom>
        </p:spPr>
      </p:pic>
      <p:grpSp>
        <p:nvGrpSpPr>
          <p:cNvPr id="19" name="Group 18"/>
          <p:cNvGrpSpPr/>
          <p:nvPr userDrawn="1"/>
        </p:nvGrpSpPr>
        <p:grpSpPr>
          <a:xfrm>
            <a:off x="2844800" y="6558117"/>
            <a:ext cx="9347200" cy="45719"/>
            <a:chOff x="1905000" y="6553200"/>
            <a:chExt cx="7010400" cy="45719"/>
          </a:xfrm>
        </p:grpSpPr>
        <p:sp>
          <p:nvSpPr>
            <p:cNvPr id="20" name="Rectangle 19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endParaRPr lang="en-US" sz="1013">
                <a:solidFill>
                  <a:prstClr val="white"/>
                </a:solidFill>
              </a:endParaRPr>
            </a:p>
          </p:txBody>
        </p:sp>
        <p:sp>
          <p:nvSpPr>
            <p:cNvPr id="21" name="Rectangle 20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endParaRPr lang="en-US" sz="1013">
                <a:solidFill>
                  <a:prstClr val="white"/>
                </a:solidFill>
              </a:endParaRPr>
            </a:p>
          </p:txBody>
        </p:sp>
        <p:sp>
          <p:nvSpPr>
            <p:cNvPr id="22" name="Rectangle 21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endParaRPr lang="en-US" sz="1013">
                <a:solidFill>
                  <a:prstClr val="white"/>
                </a:solidFill>
              </a:endParaRPr>
            </a:p>
          </p:txBody>
        </p:sp>
      </p:grpSp>
      <p:grpSp>
        <p:nvGrpSpPr>
          <p:cNvPr id="23" name="Group 22"/>
          <p:cNvGrpSpPr/>
          <p:nvPr userDrawn="1"/>
        </p:nvGrpSpPr>
        <p:grpSpPr>
          <a:xfrm>
            <a:off x="0" y="1295405"/>
            <a:ext cx="9347200" cy="45719"/>
            <a:chOff x="1905000" y="6553200"/>
            <a:chExt cx="7010400" cy="45719"/>
          </a:xfrm>
        </p:grpSpPr>
        <p:sp>
          <p:nvSpPr>
            <p:cNvPr id="24" name="Rectangle 23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endParaRPr lang="en-US" sz="1013">
                <a:solidFill>
                  <a:prstClr val="white"/>
                </a:solidFill>
              </a:endParaRPr>
            </a:p>
          </p:txBody>
        </p:sp>
        <p:sp>
          <p:nvSpPr>
            <p:cNvPr id="25" name="Rectangle 24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endParaRPr lang="en-US" sz="1013">
                <a:solidFill>
                  <a:prstClr val="white"/>
                </a:solidFill>
              </a:endParaRPr>
            </a:p>
          </p:txBody>
        </p:sp>
        <p:sp>
          <p:nvSpPr>
            <p:cNvPr id="26" name="Rectangle 25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endParaRPr lang="en-US" sz="1013">
                <a:solidFill>
                  <a:prstClr val="white"/>
                </a:solidFill>
              </a:endParaRPr>
            </a:p>
          </p:txBody>
        </p:sp>
      </p:grpSp>
      <p:sp>
        <p:nvSpPr>
          <p:cNvPr id="27" name="Content Placeholder 18"/>
          <p:cNvSpPr>
            <a:spLocks noGrp="1"/>
          </p:cNvSpPr>
          <p:nvPr>
            <p:ph sz="quarter" idx="10"/>
          </p:nvPr>
        </p:nvSpPr>
        <p:spPr>
          <a:xfrm>
            <a:off x="406400" y="152400"/>
            <a:ext cx="8432800" cy="1143000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 marL="0">
              <a:lnSpc>
                <a:spcPts val="2025"/>
              </a:lnSpc>
              <a:spcBef>
                <a:spcPts val="0"/>
              </a:spcBef>
              <a:buNone/>
              <a:defRPr sz="2025" b="1" spc="-85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FA95B91-80DC-439F-8C70-3B1EBFBBF1F5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5994400" y="6363741"/>
            <a:ext cx="1219200" cy="9144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4116052-1273-4EC0-ADD6-422E16AA4781}"/>
              </a:ext>
            </a:extLst>
          </p:cNvPr>
          <p:cNvSpPr>
            <a:spLocks noGrp="1"/>
          </p:cNvSpPr>
          <p:nvPr>
            <p:ph type="dt" sz="half" idx="12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1200">
              <a:solidFill>
                <a:prstClr val="black">
                  <a:tint val="75000"/>
                </a:prstClr>
              </a:solidFill>
              <a:latin typeface="Tahoma" charset="0"/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DE8E7A-623C-40DD-A712-BEEDA93A9756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9811512" y="6639736"/>
            <a:ext cx="2274993" cy="182245"/>
          </a:xfrm>
          <a:prstGeom prst="rect">
            <a:avLst/>
          </a:prstGeom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1200">
              <a:solidFill>
                <a:prstClr val="black">
                  <a:tint val="75000"/>
                </a:prstClr>
              </a:solidFill>
              <a:latin typeface="Tahoma" charset="0"/>
            </a:endParaRP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0CD26A9A-C7D3-441E-9815-2014756B5490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9347200" y="6101556"/>
            <a:ext cx="2844800" cy="365125"/>
          </a:xfrm>
          <a:prstGeom prst="rect">
            <a:avLst/>
          </a:prstGeom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BC8D7E44-7D4F-4942-A8C9-2DF6BF8399E8}" type="slidenum">
              <a:rPr lang="en-US" sz="1200">
                <a:solidFill>
                  <a:prstClr val="black">
                    <a:tint val="75000"/>
                  </a:prstClr>
                </a:solidFill>
                <a:latin typeface="Tahoma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sz="1200" dirty="0">
              <a:solidFill>
                <a:prstClr val="black">
                  <a:tint val="75000"/>
                </a:prstClr>
              </a:solidFill>
              <a:latin typeface="Tahoma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62124979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o not remove" hidden="1"/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16933" cy="12700"/>
          </a:xfrm>
          <a:prstGeom prst="octagon">
            <a:avLst/>
          </a:prstGeom>
          <a:noFill/>
          <a:ln w="25400" cap="flat" cmpd="sng" algn="ctr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defRPr/>
            </a:pPr>
            <a:endParaRPr lang="en-US" sz="1013">
              <a:solidFill>
                <a:prstClr val="white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406400" y="1493842"/>
            <a:ext cx="10972800" cy="4525963"/>
          </a:xfrm>
          <a:prstGeom prst="rect">
            <a:avLst/>
          </a:prstGeom>
        </p:spPr>
        <p:txBody>
          <a:bodyPr/>
          <a:lstStyle>
            <a:lvl1pPr marL="192881" marR="0" indent="-192881" algn="l" defTabSz="51435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1350">
                <a:latin typeface="Arial" pitchFamily="34" charset="0"/>
                <a:cs typeface="Arial" pitchFamily="34" charset="0"/>
              </a:defRPr>
            </a:lvl1pPr>
            <a:lvl2pPr marL="417910" marR="0" indent="-160735" algn="l" defTabSz="51435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900">
                <a:latin typeface="Arial" pitchFamily="34" charset="0"/>
                <a:cs typeface="Arial" pitchFamily="34" charset="0"/>
              </a:defRPr>
            </a:lvl2pPr>
          </a:lstStyle>
          <a:p>
            <a:pPr marL="192881" marR="0" lvl="0" indent="-192881" algn="l" defTabSz="51435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1350" u="none" strike="noStrike" kern="1200" cap="none" spc="0" normalizeH="0" baseline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</a:p>
          <a:p>
            <a:pPr marL="417910" marR="0" lvl="1" indent="-160735" algn="l" defTabSz="51435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</a:p>
          <a:p>
            <a:pPr marL="417910" marR="0" lvl="1" indent="-160735" algn="l" defTabSz="51435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</a:p>
          <a:p>
            <a:pPr marL="417910" marR="0" lvl="1" indent="-160735" algn="l" defTabSz="51435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</a:p>
          <a:p>
            <a:pPr marL="417910" marR="0" lvl="1" indent="-160735" algn="l" defTabSz="51435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</a:p>
          <a:p>
            <a:pPr marL="417910" marR="0" lvl="1" indent="-160735" algn="l" defTabSz="51435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  <a:endParaRPr kumimoji="0" lang="en-GB" sz="1350" u="none" strike="noStrike" kern="1200" cap="none" spc="0" normalizeH="0" noProof="0" dirty="0">
              <a:ln>
                <a:noFill/>
              </a:ln>
              <a:solidFill>
                <a:srgbClr val="101141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192881" marR="0" lvl="0" indent="-192881" algn="l" defTabSz="51435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1350" u="none" strike="noStrike" kern="1200" cap="none" spc="0" normalizeH="0" baseline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endParaRPr lang="en-US" dirty="0"/>
          </a:p>
          <a:p>
            <a:pPr marL="192881" marR="0" lvl="0" indent="-192881" algn="l" defTabSz="51435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1350" u="none" strike="noStrike" kern="1200" cap="none" spc="0" normalizeH="0" baseline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endParaRPr lang="en-US" dirty="0"/>
          </a:p>
          <a:p>
            <a:pPr marL="192881" marR="0" lvl="0" indent="-192881" algn="l" defTabSz="51435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1350" u="none" strike="noStrike" kern="1200" cap="none" spc="0" normalizeH="0" baseline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endParaRPr lang="en-US" dirty="0"/>
          </a:p>
        </p:txBody>
      </p:sp>
      <p:sp>
        <p:nvSpPr>
          <p:cNvPr id="7" name="TextBox 6"/>
          <p:cNvSpPr txBox="1"/>
          <p:nvPr userDrawn="1"/>
        </p:nvSpPr>
        <p:spPr>
          <a:xfrm>
            <a:off x="4368800" y="6596394"/>
            <a:ext cx="7823200" cy="1876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defTabSz="685800">
              <a:defRPr/>
            </a:pPr>
            <a:r>
              <a:rPr lang="en-US" sz="619" b="1" dirty="0">
                <a:solidFill>
                  <a:srgbClr val="101141"/>
                </a:solidFill>
                <a:latin typeface="Arial"/>
                <a:cs typeface="Arial"/>
              </a:rPr>
              <a:t>BITS </a:t>
            </a:r>
            <a:r>
              <a:rPr lang="en-US" sz="619" dirty="0">
                <a:solidFill>
                  <a:srgbClr val="101141"/>
                </a:solidFill>
                <a:latin typeface="Arial"/>
                <a:cs typeface="Arial"/>
              </a:rPr>
              <a:t>Pilani, Deemed to be University under Section 3 of UGC Act, 1956</a:t>
            </a:r>
          </a:p>
        </p:txBody>
      </p:sp>
      <p:grpSp>
        <p:nvGrpSpPr>
          <p:cNvPr id="12" name="Group 11"/>
          <p:cNvGrpSpPr/>
          <p:nvPr userDrawn="1"/>
        </p:nvGrpSpPr>
        <p:grpSpPr>
          <a:xfrm>
            <a:off x="2778517" y="6550676"/>
            <a:ext cx="9413483" cy="48665"/>
            <a:chOff x="2083888" y="6550671"/>
            <a:chExt cx="7060112" cy="48665"/>
          </a:xfrm>
        </p:grpSpPr>
        <p:sp>
          <p:nvSpPr>
            <p:cNvPr id="13" name="Rectangle 12"/>
            <p:cNvSpPr/>
            <p:nvPr/>
          </p:nvSpPr>
          <p:spPr>
            <a:xfrm>
              <a:off x="4630476" y="6550672"/>
              <a:ext cx="2328591" cy="48664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endParaRPr lang="en-US" sz="1013">
                <a:solidFill>
                  <a:prstClr val="white"/>
                </a:solidFill>
              </a:endParaRPr>
            </a:p>
          </p:txBody>
        </p:sp>
        <p:sp>
          <p:nvSpPr>
            <p:cNvPr id="14" name="Rectangle 13"/>
            <p:cNvSpPr/>
            <p:nvPr/>
          </p:nvSpPr>
          <p:spPr>
            <a:xfrm>
              <a:off x="6907874" y="6550671"/>
              <a:ext cx="2236126" cy="45719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endParaRPr lang="en-US" sz="1013">
                <a:solidFill>
                  <a:prstClr val="white"/>
                </a:solidFill>
              </a:endParaRP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2083888" y="6550672"/>
              <a:ext cx="2580680" cy="48664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endParaRPr lang="en-US" sz="1013">
                <a:solidFill>
                  <a:prstClr val="white"/>
                </a:solidFill>
              </a:endParaRPr>
            </a:p>
          </p:txBody>
        </p:sp>
      </p:grpSp>
      <p:pic>
        <p:nvPicPr>
          <p:cNvPr id="16" name="Picture 15" descr="Picture 7.png"/>
          <p:cNvPicPr>
            <a:picLocks noChangeAspect="1"/>
          </p:cNvPicPr>
          <p:nvPr userDrawn="1"/>
        </p:nvPicPr>
        <p:blipFill>
          <a:blip r:embed="rId3" cstate="print"/>
          <a:srcRect l="1923" b="5336"/>
          <a:stretch>
            <a:fillRect/>
          </a:stretch>
        </p:blipFill>
        <p:spPr>
          <a:xfrm>
            <a:off x="8839204" y="-1"/>
            <a:ext cx="2924257" cy="692697"/>
          </a:xfrm>
          <a:prstGeom prst="rect">
            <a:avLst/>
          </a:prstGeom>
        </p:spPr>
      </p:pic>
      <p:grpSp>
        <p:nvGrpSpPr>
          <p:cNvPr id="19" name="Group 18"/>
          <p:cNvGrpSpPr/>
          <p:nvPr userDrawn="1"/>
        </p:nvGrpSpPr>
        <p:grpSpPr>
          <a:xfrm>
            <a:off x="2844800" y="6558117"/>
            <a:ext cx="9347200" cy="45719"/>
            <a:chOff x="1905000" y="6553200"/>
            <a:chExt cx="7010400" cy="45719"/>
          </a:xfrm>
        </p:grpSpPr>
        <p:sp>
          <p:nvSpPr>
            <p:cNvPr id="20" name="Rectangle 19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endParaRPr lang="en-US" sz="1013">
                <a:solidFill>
                  <a:prstClr val="white"/>
                </a:solidFill>
              </a:endParaRPr>
            </a:p>
          </p:txBody>
        </p:sp>
        <p:sp>
          <p:nvSpPr>
            <p:cNvPr id="21" name="Rectangle 20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endParaRPr lang="en-US" sz="1013">
                <a:solidFill>
                  <a:prstClr val="white"/>
                </a:solidFill>
              </a:endParaRPr>
            </a:p>
          </p:txBody>
        </p:sp>
        <p:sp>
          <p:nvSpPr>
            <p:cNvPr id="22" name="Rectangle 21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endParaRPr lang="en-US" sz="1013">
                <a:solidFill>
                  <a:prstClr val="white"/>
                </a:solidFill>
              </a:endParaRPr>
            </a:p>
          </p:txBody>
        </p:sp>
      </p:grpSp>
      <p:grpSp>
        <p:nvGrpSpPr>
          <p:cNvPr id="23" name="Group 22"/>
          <p:cNvGrpSpPr/>
          <p:nvPr userDrawn="1"/>
        </p:nvGrpSpPr>
        <p:grpSpPr>
          <a:xfrm>
            <a:off x="0" y="1295405"/>
            <a:ext cx="9347200" cy="45719"/>
            <a:chOff x="1905000" y="6553200"/>
            <a:chExt cx="7010400" cy="45719"/>
          </a:xfrm>
        </p:grpSpPr>
        <p:sp>
          <p:nvSpPr>
            <p:cNvPr id="24" name="Rectangle 23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endParaRPr lang="en-US" sz="1013">
                <a:solidFill>
                  <a:prstClr val="white"/>
                </a:solidFill>
              </a:endParaRPr>
            </a:p>
          </p:txBody>
        </p:sp>
        <p:sp>
          <p:nvSpPr>
            <p:cNvPr id="25" name="Rectangle 24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endParaRPr lang="en-US" sz="1013">
                <a:solidFill>
                  <a:prstClr val="white"/>
                </a:solidFill>
              </a:endParaRPr>
            </a:p>
          </p:txBody>
        </p:sp>
        <p:sp>
          <p:nvSpPr>
            <p:cNvPr id="26" name="Rectangle 25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endParaRPr lang="en-US" sz="1013">
                <a:solidFill>
                  <a:prstClr val="white"/>
                </a:solidFill>
              </a:endParaRPr>
            </a:p>
          </p:txBody>
        </p:sp>
      </p:grpSp>
      <p:sp>
        <p:nvSpPr>
          <p:cNvPr id="27" name="Content Placeholder 18"/>
          <p:cNvSpPr>
            <a:spLocks noGrp="1"/>
          </p:cNvSpPr>
          <p:nvPr>
            <p:ph sz="quarter" idx="10"/>
          </p:nvPr>
        </p:nvSpPr>
        <p:spPr>
          <a:xfrm>
            <a:off x="406400" y="152400"/>
            <a:ext cx="8432800" cy="1143000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 marL="0">
              <a:lnSpc>
                <a:spcPts val="2025"/>
              </a:lnSpc>
              <a:spcBef>
                <a:spcPts val="0"/>
              </a:spcBef>
              <a:buNone/>
              <a:defRPr sz="2025" b="1" spc="-85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FA95B91-80DC-439F-8C70-3B1EBFBBF1F5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5994400" y="6363741"/>
            <a:ext cx="1219200" cy="9144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4116052-1273-4EC0-ADD6-422E16AA4781}"/>
              </a:ext>
            </a:extLst>
          </p:cNvPr>
          <p:cNvSpPr>
            <a:spLocks noGrp="1"/>
          </p:cNvSpPr>
          <p:nvPr>
            <p:ph type="dt" sz="half" idx="12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1200">
              <a:solidFill>
                <a:prstClr val="black">
                  <a:tint val="75000"/>
                </a:prstClr>
              </a:solidFill>
              <a:latin typeface="Tahoma" charset="0"/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DE8E7A-623C-40DD-A712-BEEDA93A9756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9811512" y="6639736"/>
            <a:ext cx="2274993" cy="182245"/>
          </a:xfrm>
          <a:prstGeom prst="rect">
            <a:avLst/>
          </a:prstGeom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1200">
              <a:solidFill>
                <a:prstClr val="black">
                  <a:tint val="75000"/>
                </a:prstClr>
              </a:solidFill>
              <a:latin typeface="Tahoma" charset="0"/>
            </a:endParaRP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0CD26A9A-C7D3-441E-9815-2014756B5490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9347200" y="6101556"/>
            <a:ext cx="2844800" cy="365125"/>
          </a:xfrm>
          <a:prstGeom prst="rect">
            <a:avLst/>
          </a:prstGeom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BC8D7E44-7D4F-4942-A8C9-2DF6BF8399E8}" type="slidenum">
              <a:rPr lang="en-US" sz="1200">
                <a:solidFill>
                  <a:prstClr val="black">
                    <a:tint val="75000"/>
                  </a:prstClr>
                </a:solidFill>
                <a:latin typeface="Tahoma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sz="1200" dirty="0">
              <a:solidFill>
                <a:prstClr val="black">
                  <a:tint val="75000"/>
                </a:prstClr>
              </a:solidFill>
              <a:latin typeface="Tahoma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5198127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o not remove" hidden="1"/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16933" cy="12700"/>
          </a:xfrm>
          <a:prstGeom prst="octagon">
            <a:avLst/>
          </a:prstGeom>
          <a:noFill/>
          <a:ln w="25400" cap="flat" cmpd="sng" algn="ctr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defRPr/>
            </a:pPr>
            <a:endParaRPr lang="en-US" sz="1013">
              <a:solidFill>
                <a:prstClr val="white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406400" y="1493842"/>
            <a:ext cx="10972800" cy="4525963"/>
          </a:xfrm>
          <a:prstGeom prst="rect">
            <a:avLst/>
          </a:prstGeom>
        </p:spPr>
        <p:txBody>
          <a:bodyPr/>
          <a:lstStyle>
            <a:lvl1pPr marL="192881" marR="0" indent="-192881" algn="l" defTabSz="51435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1350">
                <a:latin typeface="Arial" pitchFamily="34" charset="0"/>
                <a:cs typeface="Arial" pitchFamily="34" charset="0"/>
              </a:defRPr>
            </a:lvl1pPr>
            <a:lvl2pPr marL="417910" marR="0" indent="-160735" algn="l" defTabSz="51435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900">
                <a:latin typeface="Arial" pitchFamily="34" charset="0"/>
                <a:cs typeface="Arial" pitchFamily="34" charset="0"/>
              </a:defRPr>
            </a:lvl2pPr>
          </a:lstStyle>
          <a:p>
            <a:pPr marL="192881" marR="0" lvl="0" indent="-192881" algn="l" defTabSz="51435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1350" u="none" strike="noStrike" kern="1200" cap="none" spc="0" normalizeH="0" baseline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</a:p>
          <a:p>
            <a:pPr marL="417910" marR="0" lvl="1" indent="-160735" algn="l" defTabSz="51435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</a:p>
          <a:p>
            <a:pPr marL="417910" marR="0" lvl="1" indent="-160735" algn="l" defTabSz="51435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</a:p>
          <a:p>
            <a:pPr marL="417910" marR="0" lvl="1" indent="-160735" algn="l" defTabSz="51435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</a:p>
          <a:p>
            <a:pPr marL="417910" marR="0" lvl="1" indent="-160735" algn="l" defTabSz="51435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</a:p>
          <a:p>
            <a:pPr marL="417910" marR="0" lvl="1" indent="-160735" algn="l" defTabSz="51435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  <a:endParaRPr kumimoji="0" lang="en-GB" sz="1350" u="none" strike="noStrike" kern="1200" cap="none" spc="0" normalizeH="0" noProof="0" dirty="0">
              <a:ln>
                <a:noFill/>
              </a:ln>
              <a:solidFill>
                <a:srgbClr val="101141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192881" marR="0" lvl="0" indent="-192881" algn="l" defTabSz="51435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1350" u="none" strike="noStrike" kern="1200" cap="none" spc="0" normalizeH="0" baseline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endParaRPr lang="en-US" dirty="0"/>
          </a:p>
          <a:p>
            <a:pPr marL="192881" marR="0" lvl="0" indent="-192881" algn="l" defTabSz="51435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1350" u="none" strike="noStrike" kern="1200" cap="none" spc="0" normalizeH="0" baseline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endParaRPr lang="en-US" dirty="0"/>
          </a:p>
          <a:p>
            <a:pPr marL="192881" marR="0" lvl="0" indent="-192881" algn="l" defTabSz="51435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1350" u="none" strike="noStrike" kern="1200" cap="none" spc="0" normalizeH="0" baseline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endParaRPr lang="en-US" dirty="0"/>
          </a:p>
        </p:txBody>
      </p:sp>
      <p:sp>
        <p:nvSpPr>
          <p:cNvPr id="7" name="TextBox 6"/>
          <p:cNvSpPr txBox="1"/>
          <p:nvPr userDrawn="1"/>
        </p:nvSpPr>
        <p:spPr>
          <a:xfrm>
            <a:off x="4368800" y="6596394"/>
            <a:ext cx="7823200" cy="1876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defTabSz="685800">
              <a:defRPr/>
            </a:pPr>
            <a:r>
              <a:rPr lang="en-US" sz="619" b="1" dirty="0">
                <a:solidFill>
                  <a:srgbClr val="101141"/>
                </a:solidFill>
                <a:latin typeface="Arial"/>
                <a:cs typeface="Arial"/>
              </a:rPr>
              <a:t>BITS </a:t>
            </a:r>
            <a:r>
              <a:rPr lang="en-US" sz="619" dirty="0">
                <a:solidFill>
                  <a:srgbClr val="101141"/>
                </a:solidFill>
                <a:latin typeface="Arial"/>
                <a:cs typeface="Arial"/>
              </a:rPr>
              <a:t>Pilani, Deemed to be University under Section 3 of UGC Act, 1956</a:t>
            </a:r>
          </a:p>
        </p:txBody>
      </p:sp>
      <p:grpSp>
        <p:nvGrpSpPr>
          <p:cNvPr id="12" name="Group 11"/>
          <p:cNvGrpSpPr/>
          <p:nvPr userDrawn="1"/>
        </p:nvGrpSpPr>
        <p:grpSpPr>
          <a:xfrm>
            <a:off x="2778517" y="6550676"/>
            <a:ext cx="9413483" cy="48665"/>
            <a:chOff x="2083888" y="6550671"/>
            <a:chExt cx="7060112" cy="48665"/>
          </a:xfrm>
        </p:grpSpPr>
        <p:sp>
          <p:nvSpPr>
            <p:cNvPr id="13" name="Rectangle 12"/>
            <p:cNvSpPr/>
            <p:nvPr/>
          </p:nvSpPr>
          <p:spPr>
            <a:xfrm>
              <a:off x="4630476" y="6550672"/>
              <a:ext cx="2328591" cy="48664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endParaRPr lang="en-US" sz="1013">
                <a:solidFill>
                  <a:prstClr val="white"/>
                </a:solidFill>
              </a:endParaRPr>
            </a:p>
          </p:txBody>
        </p:sp>
        <p:sp>
          <p:nvSpPr>
            <p:cNvPr id="14" name="Rectangle 13"/>
            <p:cNvSpPr/>
            <p:nvPr/>
          </p:nvSpPr>
          <p:spPr>
            <a:xfrm>
              <a:off x="6907874" y="6550671"/>
              <a:ext cx="2236126" cy="45719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endParaRPr lang="en-US" sz="1013">
                <a:solidFill>
                  <a:prstClr val="white"/>
                </a:solidFill>
              </a:endParaRP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2083888" y="6550672"/>
              <a:ext cx="2580680" cy="48664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endParaRPr lang="en-US" sz="1013">
                <a:solidFill>
                  <a:prstClr val="white"/>
                </a:solidFill>
              </a:endParaRPr>
            </a:p>
          </p:txBody>
        </p:sp>
      </p:grpSp>
      <p:pic>
        <p:nvPicPr>
          <p:cNvPr id="16" name="Picture 15" descr="Picture 7.png"/>
          <p:cNvPicPr>
            <a:picLocks noChangeAspect="1"/>
          </p:cNvPicPr>
          <p:nvPr userDrawn="1"/>
        </p:nvPicPr>
        <p:blipFill>
          <a:blip r:embed="rId3" cstate="print"/>
          <a:srcRect l="1923" b="5336"/>
          <a:stretch>
            <a:fillRect/>
          </a:stretch>
        </p:blipFill>
        <p:spPr>
          <a:xfrm>
            <a:off x="8839204" y="-1"/>
            <a:ext cx="2924257" cy="692697"/>
          </a:xfrm>
          <a:prstGeom prst="rect">
            <a:avLst/>
          </a:prstGeom>
        </p:spPr>
      </p:pic>
      <p:grpSp>
        <p:nvGrpSpPr>
          <p:cNvPr id="19" name="Group 18"/>
          <p:cNvGrpSpPr/>
          <p:nvPr userDrawn="1"/>
        </p:nvGrpSpPr>
        <p:grpSpPr>
          <a:xfrm>
            <a:off x="2844800" y="6558117"/>
            <a:ext cx="9347200" cy="45719"/>
            <a:chOff x="1905000" y="6553200"/>
            <a:chExt cx="7010400" cy="45719"/>
          </a:xfrm>
        </p:grpSpPr>
        <p:sp>
          <p:nvSpPr>
            <p:cNvPr id="20" name="Rectangle 19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endParaRPr lang="en-US" sz="1013">
                <a:solidFill>
                  <a:prstClr val="white"/>
                </a:solidFill>
              </a:endParaRPr>
            </a:p>
          </p:txBody>
        </p:sp>
        <p:sp>
          <p:nvSpPr>
            <p:cNvPr id="21" name="Rectangle 20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endParaRPr lang="en-US" sz="1013">
                <a:solidFill>
                  <a:prstClr val="white"/>
                </a:solidFill>
              </a:endParaRPr>
            </a:p>
          </p:txBody>
        </p:sp>
        <p:sp>
          <p:nvSpPr>
            <p:cNvPr id="22" name="Rectangle 21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endParaRPr lang="en-US" sz="1013">
                <a:solidFill>
                  <a:prstClr val="white"/>
                </a:solidFill>
              </a:endParaRPr>
            </a:p>
          </p:txBody>
        </p:sp>
      </p:grpSp>
      <p:grpSp>
        <p:nvGrpSpPr>
          <p:cNvPr id="23" name="Group 22"/>
          <p:cNvGrpSpPr/>
          <p:nvPr userDrawn="1"/>
        </p:nvGrpSpPr>
        <p:grpSpPr>
          <a:xfrm>
            <a:off x="0" y="1295405"/>
            <a:ext cx="9347200" cy="45719"/>
            <a:chOff x="1905000" y="6553200"/>
            <a:chExt cx="7010400" cy="45719"/>
          </a:xfrm>
        </p:grpSpPr>
        <p:sp>
          <p:nvSpPr>
            <p:cNvPr id="24" name="Rectangle 23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endParaRPr lang="en-US" sz="1013">
                <a:solidFill>
                  <a:prstClr val="white"/>
                </a:solidFill>
              </a:endParaRPr>
            </a:p>
          </p:txBody>
        </p:sp>
        <p:sp>
          <p:nvSpPr>
            <p:cNvPr id="25" name="Rectangle 24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endParaRPr lang="en-US" sz="1013">
                <a:solidFill>
                  <a:prstClr val="white"/>
                </a:solidFill>
              </a:endParaRPr>
            </a:p>
          </p:txBody>
        </p:sp>
        <p:sp>
          <p:nvSpPr>
            <p:cNvPr id="26" name="Rectangle 25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endParaRPr lang="en-US" sz="1013">
                <a:solidFill>
                  <a:prstClr val="white"/>
                </a:solidFill>
              </a:endParaRPr>
            </a:p>
          </p:txBody>
        </p:sp>
      </p:grpSp>
      <p:sp>
        <p:nvSpPr>
          <p:cNvPr id="27" name="Content Placeholder 18"/>
          <p:cNvSpPr>
            <a:spLocks noGrp="1"/>
          </p:cNvSpPr>
          <p:nvPr>
            <p:ph sz="quarter" idx="10"/>
          </p:nvPr>
        </p:nvSpPr>
        <p:spPr>
          <a:xfrm>
            <a:off x="406400" y="152400"/>
            <a:ext cx="8432800" cy="1143000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 marL="0">
              <a:lnSpc>
                <a:spcPts val="2025"/>
              </a:lnSpc>
              <a:spcBef>
                <a:spcPts val="0"/>
              </a:spcBef>
              <a:buNone/>
              <a:defRPr sz="2025" b="1" spc="-85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FA95B91-80DC-439F-8C70-3B1EBFBBF1F5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5994400" y="6363741"/>
            <a:ext cx="1219200" cy="9144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4116052-1273-4EC0-ADD6-422E16AA4781}"/>
              </a:ext>
            </a:extLst>
          </p:cNvPr>
          <p:cNvSpPr>
            <a:spLocks noGrp="1"/>
          </p:cNvSpPr>
          <p:nvPr>
            <p:ph type="dt" sz="half" idx="12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1200">
              <a:solidFill>
                <a:prstClr val="black">
                  <a:tint val="75000"/>
                </a:prstClr>
              </a:solidFill>
              <a:latin typeface="Tahoma" charset="0"/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DE8E7A-623C-40DD-A712-BEEDA93A9756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9811512" y="6639736"/>
            <a:ext cx="2274993" cy="182245"/>
          </a:xfrm>
          <a:prstGeom prst="rect">
            <a:avLst/>
          </a:prstGeom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1200">
              <a:solidFill>
                <a:prstClr val="black">
                  <a:tint val="75000"/>
                </a:prstClr>
              </a:solidFill>
              <a:latin typeface="Tahoma" charset="0"/>
            </a:endParaRP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0CD26A9A-C7D3-441E-9815-2014756B5490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9347200" y="6101556"/>
            <a:ext cx="2844800" cy="365125"/>
          </a:xfrm>
          <a:prstGeom prst="rect">
            <a:avLst/>
          </a:prstGeom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BC8D7E44-7D4F-4942-A8C9-2DF6BF8399E8}" type="slidenum">
              <a:rPr lang="en-US" sz="1200">
                <a:solidFill>
                  <a:prstClr val="black">
                    <a:tint val="75000"/>
                  </a:prstClr>
                </a:solidFill>
                <a:latin typeface="Tahoma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sz="1200" dirty="0">
              <a:solidFill>
                <a:prstClr val="black">
                  <a:tint val="75000"/>
                </a:prstClr>
              </a:solidFill>
              <a:latin typeface="Tahoma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35115065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6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o not remove" hidden="1"/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16933" cy="12700"/>
          </a:xfrm>
          <a:prstGeom prst="octagon">
            <a:avLst/>
          </a:prstGeom>
          <a:noFill/>
          <a:ln w="25400" cap="flat" cmpd="sng" algn="ctr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defRPr/>
            </a:pPr>
            <a:endParaRPr lang="en-US" sz="1013">
              <a:solidFill>
                <a:prstClr val="white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406400" y="1493842"/>
            <a:ext cx="10972800" cy="4525963"/>
          </a:xfrm>
          <a:prstGeom prst="rect">
            <a:avLst/>
          </a:prstGeom>
        </p:spPr>
        <p:txBody>
          <a:bodyPr/>
          <a:lstStyle>
            <a:lvl1pPr marL="192881" marR="0" indent="-192881" algn="l" defTabSz="51435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1350">
                <a:latin typeface="Arial" pitchFamily="34" charset="0"/>
                <a:cs typeface="Arial" pitchFamily="34" charset="0"/>
              </a:defRPr>
            </a:lvl1pPr>
            <a:lvl2pPr marL="417910" marR="0" indent="-160735" algn="l" defTabSz="51435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900">
                <a:latin typeface="Arial" pitchFamily="34" charset="0"/>
                <a:cs typeface="Arial" pitchFamily="34" charset="0"/>
              </a:defRPr>
            </a:lvl2pPr>
          </a:lstStyle>
          <a:p>
            <a:pPr marL="192881" marR="0" lvl="0" indent="-192881" algn="l" defTabSz="51435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1350" u="none" strike="noStrike" kern="1200" cap="none" spc="0" normalizeH="0" baseline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</a:p>
          <a:p>
            <a:pPr marL="417910" marR="0" lvl="1" indent="-160735" algn="l" defTabSz="51435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</a:p>
          <a:p>
            <a:pPr marL="417910" marR="0" lvl="1" indent="-160735" algn="l" defTabSz="51435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</a:p>
          <a:p>
            <a:pPr marL="417910" marR="0" lvl="1" indent="-160735" algn="l" defTabSz="51435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</a:p>
          <a:p>
            <a:pPr marL="417910" marR="0" lvl="1" indent="-160735" algn="l" defTabSz="51435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</a:p>
          <a:p>
            <a:pPr marL="417910" marR="0" lvl="1" indent="-160735" algn="l" defTabSz="51435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  <a:endParaRPr kumimoji="0" lang="en-GB" sz="1350" u="none" strike="noStrike" kern="1200" cap="none" spc="0" normalizeH="0" noProof="0" dirty="0">
              <a:ln>
                <a:noFill/>
              </a:ln>
              <a:solidFill>
                <a:srgbClr val="101141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192881" marR="0" lvl="0" indent="-192881" algn="l" defTabSz="51435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1350" u="none" strike="noStrike" kern="1200" cap="none" spc="0" normalizeH="0" baseline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endParaRPr lang="en-US" dirty="0"/>
          </a:p>
          <a:p>
            <a:pPr marL="192881" marR="0" lvl="0" indent="-192881" algn="l" defTabSz="51435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1350" u="none" strike="noStrike" kern="1200" cap="none" spc="0" normalizeH="0" baseline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endParaRPr lang="en-US" dirty="0"/>
          </a:p>
          <a:p>
            <a:pPr marL="192881" marR="0" lvl="0" indent="-192881" algn="l" defTabSz="51435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1350" u="none" strike="noStrike" kern="1200" cap="none" spc="0" normalizeH="0" baseline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endParaRPr lang="en-US" dirty="0"/>
          </a:p>
        </p:txBody>
      </p:sp>
      <p:sp>
        <p:nvSpPr>
          <p:cNvPr id="7" name="TextBox 6"/>
          <p:cNvSpPr txBox="1"/>
          <p:nvPr userDrawn="1"/>
        </p:nvSpPr>
        <p:spPr>
          <a:xfrm>
            <a:off x="4368800" y="6596394"/>
            <a:ext cx="7823200" cy="1876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defTabSz="685800">
              <a:defRPr/>
            </a:pPr>
            <a:r>
              <a:rPr lang="en-US" sz="619" b="1" dirty="0">
                <a:solidFill>
                  <a:srgbClr val="101141"/>
                </a:solidFill>
                <a:latin typeface="Arial"/>
                <a:cs typeface="Arial"/>
              </a:rPr>
              <a:t>BITS </a:t>
            </a:r>
            <a:r>
              <a:rPr lang="en-US" sz="619" dirty="0">
                <a:solidFill>
                  <a:srgbClr val="101141"/>
                </a:solidFill>
                <a:latin typeface="Arial"/>
                <a:cs typeface="Arial"/>
              </a:rPr>
              <a:t>Pilani, Deemed to be University under Section 3 of UGC Act, 1956</a:t>
            </a:r>
          </a:p>
        </p:txBody>
      </p:sp>
      <p:grpSp>
        <p:nvGrpSpPr>
          <p:cNvPr id="12" name="Group 11"/>
          <p:cNvGrpSpPr/>
          <p:nvPr userDrawn="1"/>
        </p:nvGrpSpPr>
        <p:grpSpPr>
          <a:xfrm>
            <a:off x="2778517" y="6550676"/>
            <a:ext cx="9413483" cy="48665"/>
            <a:chOff x="2083888" y="6550671"/>
            <a:chExt cx="7060112" cy="48665"/>
          </a:xfrm>
        </p:grpSpPr>
        <p:sp>
          <p:nvSpPr>
            <p:cNvPr id="13" name="Rectangle 12"/>
            <p:cNvSpPr/>
            <p:nvPr/>
          </p:nvSpPr>
          <p:spPr>
            <a:xfrm>
              <a:off x="4630476" y="6550672"/>
              <a:ext cx="2328591" cy="48664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endParaRPr lang="en-US" sz="1013">
                <a:solidFill>
                  <a:prstClr val="white"/>
                </a:solidFill>
              </a:endParaRPr>
            </a:p>
          </p:txBody>
        </p:sp>
        <p:sp>
          <p:nvSpPr>
            <p:cNvPr id="14" name="Rectangle 13"/>
            <p:cNvSpPr/>
            <p:nvPr/>
          </p:nvSpPr>
          <p:spPr>
            <a:xfrm>
              <a:off x="6907874" y="6550671"/>
              <a:ext cx="2236126" cy="45719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endParaRPr lang="en-US" sz="1013">
                <a:solidFill>
                  <a:prstClr val="white"/>
                </a:solidFill>
              </a:endParaRP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2083888" y="6550672"/>
              <a:ext cx="2580680" cy="48664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endParaRPr lang="en-US" sz="1013">
                <a:solidFill>
                  <a:prstClr val="white"/>
                </a:solidFill>
              </a:endParaRPr>
            </a:p>
          </p:txBody>
        </p:sp>
      </p:grpSp>
      <p:pic>
        <p:nvPicPr>
          <p:cNvPr id="16" name="Picture 15" descr="Picture 7.png"/>
          <p:cNvPicPr>
            <a:picLocks noChangeAspect="1"/>
          </p:cNvPicPr>
          <p:nvPr userDrawn="1"/>
        </p:nvPicPr>
        <p:blipFill>
          <a:blip r:embed="rId3" cstate="print"/>
          <a:srcRect l="1923" b="5336"/>
          <a:stretch>
            <a:fillRect/>
          </a:stretch>
        </p:blipFill>
        <p:spPr>
          <a:xfrm>
            <a:off x="8839204" y="-1"/>
            <a:ext cx="2924257" cy="692697"/>
          </a:xfrm>
          <a:prstGeom prst="rect">
            <a:avLst/>
          </a:prstGeom>
        </p:spPr>
      </p:pic>
      <p:grpSp>
        <p:nvGrpSpPr>
          <p:cNvPr id="19" name="Group 18"/>
          <p:cNvGrpSpPr/>
          <p:nvPr userDrawn="1"/>
        </p:nvGrpSpPr>
        <p:grpSpPr>
          <a:xfrm>
            <a:off x="2844800" y="6558117"/>
            <a:ext cx="9347200" cy="45719"/>
            <a:chOff x="1905000" y="6553200"/>
            <a:chExt cx="7010400" cy="45719"/>
          </a:xfrm>
        </p:grpSpPr>
        <p:sp>
          <p:nvSpPr>
            <p:cNvPr id="20" name="Rectangle 19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endParaRPr lang="en-US" sz="1013">
                <a:solidFill>
                  <a:prstClr val="white"/>
                </a:solidFill>
              </a:endParaRPr>
            </a:p>
          </p:txBody>
        </p:sp>
        <p:sp>
          <p:nvSpPr>
            <p:cNvPr id="21" name="Rectangle 20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endParaRPr lang="en-US" sz="1013">
                <a:solidFill>
                  <a:prstClr val="white"/>
                </a:solidFill>
              </a:endParaRPr>
            </a:p>
          </p:txBody>
        </p:sp>
        <p:sp>
          <p:nvSpPr>
            <p:cNvPr id="22" name="Rectangle 21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endParaRPr lang="en-US" sz="1013">
                <a:solidFill>
                  <a:prstClr val="white"/>
                </a:solidFill>
              </a:endParaRPr>
            </a:p>
          </p:txBody>
        </p:sp>
      </p:grpSp>
      <p:grpSp>
        <p:nvGrpSpPr>
          <p:cNvPr id="23" name="Group 22"/>
          <p:cNvGrpSpPr/>
          <p:nvPr userDrawn="1"/>
        </p:nvGrpSpPr>
        <p:grpSpPr>
          <a:xfrm>
            <a:off x="0" y="1295405"/>
            <a:ext cx="9347200" cy="45719"/>
            <a:chOff x="1905000" y="6553200"/>
            <a:chExt cx="7010400" cy="45719"/>
          </a:xfrm>
        </p:grpSpPr>
        <p:sp>
          <p:nvSpPr>
            <p:cNvPr id="24" name="Rectangle 23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endParaRPr lang="en-US" sz="1013">
                <a:solidFill>
                  <a:prstClr val="white"/>
                </a:solidFill>
              </a:endParaRPr>
            </a:p>
          </p:txBody>
        </p:sp>
        <p:sp>
          <p:nvSpPr>
            <p:cNvPr id="25" name="Rectangle 24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endParaRPr lang="en-US" sz="1013">
                <a:solidFill>
                  <a:prstClr val="white"/>
                </a:solidFill>
              </a:endParaRPr>
            </a:p>
          </p:txBody>
        </p:sp>
        <p:sp>
          <p:nvSpPr>
            <p:cNvPr id="26" name="Rectangle 25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endParaRPr lang="en-US" sz="1013">
                <a:solidFill>
                  <a:prstClr val="white"/>
                </a:solidFill>
              </a:endParaRPr>
            </a:p>
          </p:txBody>
        </p:sp>
      </p:grpSp>
      <p:sp>
        <p:nvSpPr>
          <p:cNvPr id="27" name="Content Placeholder 18"/>
          <p:cNvSpPr>
            <a:spLocks noGrp="1"/>
          </p:cNvSpPr>
          <p:nvPr>
            <p:ph sz="quarter" idx="10"/>
          </p:nvPr>
        </p:nvSpPr>
        <p:spPr>
          <a:xfrm>
            <a:off x="406400" y="152400"/>
            <a:ext cx="8432800" cy="1143000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 marL="0">
              <a:lnSpc>
                <a:spcPts val="2025"/>
              </a:lnSpc>
              <a:spcBef>
                <a:spcPts val="0"/>
              </a:spcBef>
              <a:buNone/>
              <a:defRPr sz="2025" b="1" spc="-85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FA95B91-80DC-439F-8C70-3B1EBFBBF1F5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5994400" y="6363741"/>
            <a:ext cx="1219200" cy="9144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4116052-1273-4EC0-ADD6-422E16AA4781}"/>
              </a:ext>
            </a:extLst>
          </p:cNvPr>
          <p:cNvSpPr>
            <a:spLocks noGrp="1"/>
          </p:cNvSpPr>
          <p:nvPr>
            <p:ph type="dt" sz="half" idx="12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1200">
              <a:solidFill>
                <a:prstClr val="black">
                  <a:tint val="75000"/>
                </a:prstClr>
              </a:solidFill>
              <a:latin typeface="Tahoma" charset="0"/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DE8E7A-623C-40DD-A712-BEEDA93A9756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9811512" y="6639736"/>
            <a:ext cx="2274993" cy="182245"/>
          </a:xfrm>
          <a:prstGeom prst="rect">
            <a:avLst/>
          </a:prstGeom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1200">
              <a:solidFill>
                <a:prstClr val="black">
                  <a:tint val="75000"/>
                </a:prstClr>
              </a:solidFill>
              <a:latin typeface="Tahoma" charset="0"/>
            </a:endParaRP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0CD26A9A-C7D3-441E-9815-2014756B5490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9347200" y="6101556"/>
            <a:ext cx="2844800" cy="365125"/>
          </a:xfrm>
          <a:prstGeom prst="rect">
            <a:avLst/>
          </a:prstGeom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BC8D7E44-7D4F-4942-A8C9-2DF6BF8399E8}" type="slidenum">
              <a:rPr lang="en-US" sz="1200">
                <a:solidFill>
                  <a:prstClr val="black">
                    <a:tint val="75000"/>
                  </a:prstClr>
                </a:solidFill>
                <a:latin typeface="Tahoma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sz="1200" dirty="0">
              <a:solidFill>
                <a:prstClr val="black">
                  <a:tint val="75000"/>
                </a:prstClr>
              </a:solidFill>
              <a:latin typeface="Tahoma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52650775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>
            <a:spLocks noChangeArrowheads="1"/>
          </p:cNvSpPr>
          <p:nvPr userDrawn="1"/>
        </p:nvSpPr>
        <p:spPr bwMode="auto">
          <a:xfrm>
            <a:off x="4368800" y="6596064"/>
            <a:ext cx="7823200" cy="261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100" b="1" dirty="0">
                <a:solidFill>
                  <a:srgbClr val="101141"/>
                </a:solidFill>
                <a:cs typeface="Arial" panose="020B0604020202020204" pitchFamily="34" charset="0"/>
              </a:rPr>
              <a:t>BITS </a:t>
            </a:r>
            <a:r>
              <a:rPr lang="en-US" sz="1100" dirty="0" err="1">
                <a:solidFill>
                  <a:srgbClr val="101141"/>
                </a:solidFill>
                <a:cs typeface="Arial" panose="020B0604020202020204" pitchFamily="34" charset="0"/>
              </a:rPr>
              <a:t>Pilani</a:t>
            </a:r>
            <a:endParaRPr lang="en-US" sz="1100" dirty="0">
              <a:solidFill>
                <a:srgbClr val="101141"/>
              </a:solidFill>
              <a:cs typeface="Arial" panose="020B0604020202020204" pitchFamily="34" charset="0"/>
            </a:endParaRPr>
          </a:p>
        </p:txBody>
      </p:sp>
      <p:grpSp>
        <p:nvGrpSpPr>
          <p:cNvPr id="5" name="Group 11"/>
          <p:cNvGrpSpPr>
            <a:grpSpLocks/>
          </p:cNvGrpSpPr>
          <p:nvPr userDrawn="1"/>
        </p:nvGrpSpPr>
        <p:grpSpPr bwMode="auto">
          <a:xfrm>
            <a:off x="2779184" y="6550026"/>
            <a:ext cx="9412816" cy="49213"/>
            <a:chOff x="2083888" y="6550671"/>
            <a:chExt cx="7060112" cy="48665"/>
          </a:xfrm>
        </p:grpSpPr>
        <p:sp>
          <p:nvSpPr>
            <p:cNvPr id="6" name="Rectangle 5"/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7" name="Rectangle 6"/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</p:grpSp>
      <p:pic>
        <p:nvPicPr>
          <p:cNvPr id="9" name="Picture 11" descr="Picture 7.png"/>
          <p:cNvPicPr>
            <a:picLocks noChangeAspect="1"/>
          </p:cNvPicPr>
          <p:nvPr userDrawn="1"/>
        </p:nvPicPr>
        <p:blipFill>
          <a:blip r:embed="rId2" cstate="print"/>
          <a:srcRect l="1923" b="5336"/>
          <a:stretch>
            <a:fillRect/>
          </a:stretch>
        </p:blipFill>
        <p:spPr bwMode="auto">
          <a:xfrm>
            <a:off x="8839201" y="0"/>
            <a:ext cx="2925233" cy="692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10" name="Group 18"/>
          <p:cNvGrpSpPr>
            <a:grpSpLocks/>
          </p:cNvGrpSpPr>
          <p:nvPr userDrawn="1"/>
        </p:nvGrpSpPr>
        <p:grpSpPr bwMode="auto">
          <a:xfrm>
            <a:off x="2844800" y="6553200"/>
            <a:ext cx="9347200" cy="46038"/>
            <a:chOff x="1905000" y="6553200"/>
            <a:chExt cx="7010400" cy="45719"/>
          </a:xfrm>
        </p:grpSpPr>
        <p:sp>
          <p:nvSpPr>
            <p:cNvPr id="11" name="Rectangle 10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3" name="Rectangle 12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</p:grpSp>
      <p:grpSp>
        <p:nvGrpSpPr>
          <p:cNvPr id="14" name="Group 22"/>
          <p:cNvGrpSpPr>
            <a:grpSpLocks/>
          </p:cNvGrpSpPr>
          <p:nvPr userDrawn="1"/>
        </p:nvGrpSpPr>
        <p:grpSpPr bwMode="auto">
          <a:xfrm>
            <a:off x="0" y="1295400"/>
            <a:ext cx="9347200" cy="46038"/>
            <a:chOff x="1905000" y="6553200"/>
            <a:chExt cx="7010400" cy="45719"/>
          </a:xfrm>
        </p:grpSpPr>
        <p:sp>
          <p:nvSpPr>
            <p:cNvPr id="15" name="Rectangle 14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6" name="Rectangle 15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7" name="Rectangle 16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6400" y="1600201"/>
            <a:ext cx="10972800" cy="4525963"/>
          </a:xfrm>
          <a:prstGeom prst="rect">
            <a:avLst/>
          </a:prstGeom>
        </p:spPr>
        <p:txBody>
          <a:bodyPr/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00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200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2pPr>
            <a:lvl3pPr>
              <a:defRPr sz="200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3pPr>
            <a:lvl4pPr>
              <a:defRPr sz="200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4pPr>
            <a:lvl5pPr>
              <a:defRPr sz="200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  <a:endParaRPr lang="en-US" dirty="0"/>
          </a:p>
        </p:txBody>
      </p:sp>
      <p:sp>
        <p:nvSpPr>
          <p:cNvPr id="27" name="Content Placeholder 18"/>
          <p:cNvSpPr>
            <a:spLocks noGrp="1"/>
          </p:cNvSpPr>
          <p:nvPr>
            <p:ph sz="quarter" idx="10"/>
          </p:nvPr>
        </p:nvSpPr>
        <p:spPr>
          <a:xfrm>
            <a:off x="406400" y="152400"/>
            <a:ext cx="8432800" cy="1143000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solidFill>
                  <a:schemeClr val="accent2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1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1600">
              <a:solidFill>
                <a:prstClr val="black">
                  <a:tint val="75000"/>
                </a:prstClr>
              </a:solidFill>
              <a:latin typeface="Tahoma" charset="0"/>
            </a:endParaRPr>
          </a:p>
        </p:txBody>
      </p:sp>
      <p:sp>
        <p:nvSpPr>
          <p:cNvPr id="18" name="Footer Placeholder 17"/>
          <p:cNvSpPr>
            <a:spLocks noGrp="1"/>
          </p:cNvSpPr>
          <p:nvPr>
            <p:ph type="ftr" sz="quarter" idx="12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1600" dirty="0">
              <a:solidFill>
                <a:prstClr val="black">
                  <a:tint val="75000"/>
                </a:prstClr>
              </a:solidFill>
              <a:latin typeface="Tahoma" charset="0"/>
            </a:endParaRPr>
          </a:p>
        </p:txBody>
      </p:sp>
      <p:sp>
        <p:nvSpPr>
          <p:cNvPr id="19" name="Slide Number Placeholder 18"/>
          <p:cNvSpPr>
            <a:spLocks noGrp="1"/>
          </p:cNvSpPr>
          <p:nvPr>
            <p:ph type="sldNum" sz="quarter" idx="13"/>
          </p:nvPr>
        </p:nvSpPr>
        <p:spPr>
          <a:xfrm>
            <a:off x="4114800" y="6424613"/>
            <a:ext cx="28448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C00000"/>
                </a:solidFill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DB1C2494-8932-4549-9EEA-B787E7A0F253}" type="slidenum">
              <a:rPr lang="en-US" sz="1600" smtClean="0">
                <a:latin typeface="Tahoma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sz="1600" dirty="0">
              <a:latin typeface="Tahoma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54232191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8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>
            <a:spLocks noChangeArrowheads="1"/>
          </p:cNvSpPr>
          <p:nvPr userDrawn="1"/>
        </p:nvSpPr>
        <p:spPr bwMode="auto">
          <a:xfrm>
            <a:off x="4368800" y="6596064"/>
            <a:ext cx="7823200" cy="261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sz="1100" b="1">
                <a:solidFill>
                  <a:srgbClr val="101141"/>
                </a:solidFill>
              </a:rPr>
              <a:t>BITS </a:t>
            </a:r>
            <a:r>
              <a:rPr lang="en-US" altLang="en-US" sz="1100">
                <a:solidFill>
                  <a:srgbClr val="101141"/>
                </a:solidFill>
              </a:rPr>
              <a:t>Pilani, Pilani Campus</a:t>
            </a:r>
          </a:p>
        </p:txBody>
      </p:sp>
      <p:grpSp>
        <p:nvGrpSpPr>
          <p:cNvPr id="5" name="Group 11"/>
          <p:cNvGrpSpPr>
            <a:grpSpLocks/>
          </p:cNvGrpSpPr>
          <p:nvPr userDrawn="1"/>
        </p:nvGrpSpPr>
        <p:grpSpPr bwMode="auto">
          <a:xfrm>
            <a:off x="2779184" y="6550026"/>
            <a:ext cx="9412816" cy="49213"/>
            <a:chOff x="2083888" y="6550671"/>
            <a:chExt cx="7060112" cy="48665"/>
          </a:xfrm>
        </p:grpSpPr>
        <p:sp>
          <p:nvSpPr>
            <p:cNvPr id="6" name="Rectangle 5"/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  <p:sp>
          <p:nvSpPr>
            <p:cNvPr id="7" name="Rectangle 6"/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</p:grpSp>
      <p:grpSp>
        <p:nvGrpSpPr>
          <p:cNvPr id="9" name="Group 18"/>
          <p:cNvGrpSpPr>
            <a:grpSpLocks/>
          </p:cNvGrpSpPr>
          <p:nvPr userDrawn="1"/>
        </p:nvGrpSpPr>
        <p:grpSpPr bwMode="auto">
          <a:xfrm>
            <a:off x="2844800" y="6553200"/>
            <a:ext cx="9347200" cy="46038"/>
            <a:chOff x="1905000" y="6553200"/>
            <a:chExt cx="7010400" cy="45719"/>
          </a:xfrm>
        </p:grpSpPr>
        <p:sp>
          <p:nvSpPr>
            <p:cNvPr id="10" name="Rectangle 9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  <p:sp>
          <p:nvSpPr>
            <p:cNvPr id="12" name="Rectangle 11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</p:grpSp>
      <p:grpSp>
        <p:nvGrpSpPr>
          <p:cNvPr id="13" name="Group 22"/>
          <p:cNvGrpSpPr>
            <a:grpSpLocks/>
          </p:cNvGrpSpPr>
          <p:nvPr userDrawn="1"/>
        </p:nvGrpSpPr>
        <p:grpSpPr bwMode="auto">
          <a:xfrm>
            <a:off x="0" y="1295400"/>
            <a:ext cx="9347200" cy="46038"/>
            <a:chOff x="1905000" y="6553200"/>
            <a:chExt cx="7010400" cy="45719"/>
          </a:xfrm>
        </p:grpSpPr>
        <p:sp>
          <p:nvSpPr>
            <p:cNvPr id="14" name="Rectangle 13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  <p:sp>
          <p:nvSpPr>
            <p:cNvPr id="16" name="Rectangle 15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6400" y="1493838"/>
            <a:ext cx="10972800" cy="4525963"/>
          </a:xfrm>
          <a:prstGeom prst="rect">
            <a:avLst/>
          </a:prstGeom>
        </p:spPr>
        <p:txBody>
          <a:bodyPr/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40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60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2pPr>
            <a:lvl3pPr>
              <a:defRPr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3pPr>
            <a:lvl4pPr>
              <a:defRPr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4pPr>
            <a:lvl5pPr>
              <a:defRPr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  <a:endParaRPr lang="en-US" dirty="0"/>
          </a:p>
        </p:txBody>
      </p:sp>
      <p:sp>
        <p:nvSpPr>
          <p:cNvPr id="27" name="Content Placeholder 18"/>
          <p:cNvSpPr>
            <a:spLocks noGrp="1"/>
          </p:cNvSpPr>
          <p:nvPr>
            <p:ph sz="quarter" idx="10"/>
          </p:nvPr>
        </p:nvSpPr>
        <p:spPr>
          <a:xfrm>
            <a:off x="406400" y="152400"/>
            <a:ext cx="8432800" cy="1143000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08268978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0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>
            <a:spLocks noChangeArrowheads="1"/>
          </p:cNvSpPr>
          <p:nvPr userDrawn="1"/>
        </p:nvSpPr>
        <p:spPr bwMode="auto">
          <a:xfrm>
            <a:off x="4368800" y="6596064"/>
            <a:ext cx="7823200" cy="261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sz="1100" b="1">
                <a:solidFill>
                  <a:srgbClr val="101141"/>
                </a:solidFill>
              </a:rPr>
              <a:t>BITS </a:t>
            </a:r>
            <a:r>
              <a:rPr lang="en-US" altLang="en-US" sz="1100">
                <a:solidFill>
                  <a:srgbClr val="101141"/>
                </a:solidFill>
              </a:rPr>
              <a:t>Pilani, Pilani Campus</a:t>
            </a:r>
          </a:p>
        </p:txBody>
      </p:sp>
      <p:grpSp>
        <p:nvGrpSpPr>
          <p:cNvPr id="5" name="Group 11"/>
          <p:cNvGrpSpPr>
            <a:grpSpLocks/>
          </p:cNvGrpSpPr>
          <p:nvPr userDrawn="1"/>
        </p:nvGrpSpPr>
        <p:grpSpPr bwMode="auto">
          <a:xfrm>
            <a:off x="2779184" y="6550026"/>
            <a:ext cx="9412816" cy="49213"/>
            <a:chOff x="2083888" y="6550671"/>
            <a:chExt cx="7060112" cy="48665"/>
          </a:xfrm>
        </p:grpSpPr>
        <p:sp>
          <p:nvSpPr>
            <p:cNvPr id="6" name="Rectangle 5"/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  <p:sp>
          <p:nvSpPr>
            <p:cNvPr id="7" name="Rectangle 6"/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</p:grpSp>
      <p:grpSp>
        <p:nvGrpSpPr>
          <p:cNvPr id="9" name="Group 18"/>
          <p:cNvGrpSpPr>
            <a:grpSpLocks/>
          </p:cNvGrpSpPr>
          <p:nvPr userDrawn="1"/>
        </p:nvGrpSpPr>
        <p:grpSpPr bwMode="auto">
          <a:xfrm>
            <a:off x="2844800" y="6553200"/>
            <a:ext cx="9347200" cy="46038"/>
            <a:chOff x="1905000" y="6553200"/>
            <a:chExt cx="7010400" cy="45719"/>
          </a:xfrm>
        </p:grpSpPr>
        <p:sp>
          <p:nvSpPr>
            <p:cNvPr id="10" name="Rectangle 9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  <p:sp>
          <p:nvSpPr>
            <p:cNvPr id="12" name="Rectangle 11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</p:grpSp>
      <p:grpSp>
        <p:nvGrpSpPr>
          <p:cNvPr id="13" name="Group 22"/>
          <p:cNvGrpSpPr>
            <a:grpSpLocks/>
          </p:cNvGrpSpPr>
          <p:nvPr userDrawn="1"/>
        </p:nvGrpSpPr>
        <p:grpSpPr bwMode="auto">
          <a:xfrm>
            <a:off x="0" y="1295400"/>
            <a:ext cx="9347200" cy="46038"/>
            <a:chOff x="1905000" y="6553200"/>
            <a:chExt cx="7010400" cy="45719"/>
          </a:xfrm>
        </p:grpSpPr>
        <p:sp>
          <p:nvSpPr>
            <p:cNvPr id="14" name="Rectangle 13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  <p:sp>
          <p:nvSpPr>
            <p:cNvPr id="16" name="Rectangle 15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6400" y="1493838"/>
            <a:ext cx="10972800" cy="4525963"/>
          </a:xfrm>
          <a:prstGeom prst="rect">
            <a:avLst/>
          </a:prstGeom>
        </p:spPr>
        <p:txBody>
          <a:bodyPr/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40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60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2pPr>
            <a:lvl3pPr>
              <a:defRPr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3pPr>
            <a:lvl4pPr>
              <a:defRPr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4pPr>
            <a:lvl5pPr>
              <a:defRPr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  <a:endParaRPr lang="en-US" dirty="0"/>
          </a:p>
        </p:txBody>
      </p:sp>
      <p:sp>
        <p:nvSpPr>
          <p:cNvPr id="27" name="Content Placeholder 18"/>
          <p:cNvSpPr>
            <a:spLocks noGrp="1"/>
          </p:cNvSpPr>
          <p:nvPr>
            <p:ph sz="quarter" idx="10"/>
          </p:nvPr>
        </p:nvSpPr>
        <p:spPr>
          <a:xfrm>
            <a:off x="406400" y="152400"/>
            <a:ext cx="8432800" cy="1143000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504629418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>
            <a:spLocks noChangeArrowheads="1"/>
          </p:cNvSpPr>
          <p:nvPr userDrawn="1"/>
        </p:nvSpPr>
        <p:spPr bwMode="auto">
          <a:xfrm>
            <a:off x="4368800" y="6596064"/>
            <a:ext cx="7823200" cy="261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sz="1100" b="1">
                <a:solidFill>
                  <a:srgbClr val="101141"/>
                </a:solidFill>
              </a:rPr>
              <a:t>BITS </a:t>
            </a:r>
            <a:r>
              <a:rPr lang="en-US" altLang="en-US" sz="1100">
                <a:solidFill>
                  <a:srgbClr val="101141"/>
                </a:solidFill>
              </a:rPr>
              <a:t>Pilani, Pilani Campus</a:t>
            </a:r>
          </a:p>
        </p:txBody>
      </p:sp>
      <p:grpSp>
        <p:nvGrpSpPr>
          <p:cNvPr id="5" name="Group 11"/>
          <p:cNvGrpSpPr>
            <a:grpSpLocks/>
          </p:cNvGrpSpPr>
          <p:nvPr userDrawn="1"/>
        </p:nvGrpSpPr>
        <p:grpSpPr bwMode="auto">
          <a:xfrm>
            <a:off x="2779184" y="6550026"/>
            <a:ext cx="9412816" cy="49213"/>
            <a:chOff x="2083888" y="6550671"/>
            <a:chExt cx="7060112" cy="48665"/>
          </a:xfrm>
        </p:grpSpPr>
        <p:sp>
          <p:nvSpPr>
            <p:cNvPr id="6" name="Rectangle 5"/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  <p:sp>
          <p:nvSpPr>
            <p:cNvPr id="7" name="Rectangle 6"/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</p:grpSp>
      <p:grpSp>
        <p:nvGrpSpPr>
          <p:cNvPr id="9" name="Group 18"/>
          <p:cNvGrpSpPr>
            <a:grpSpLocks/>
          </p:cNvGrpSpPr>
          <p:nvPr userDrawn="1"/>
        </p:nvGrpSpPr>
        <p:grpSpPr bwMode="auto">
          <a:xfrm>
            <a:off x="2844800" y="6553200"/>
            <a:ext cx="9347200" cy="46038"/>
            <a:chOff x="1905000" y="6553200"/>
            <a:chExt cx="7010400" cy="45719"/>
          </a:xfrm>
        </p:grpSpPr>
        <p:sp>
          <p:nvSpPr>
            <p:cNvPr id="10" name="Rectangle 9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  <p:sp>
          <p:nvSpPr>
            <p:cNvPr id="12" name="Rectangle 11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</p:grpSp>
      <p:grpSp>
        <p:nvGrpSpPr>
          <p:cNvPr id="13" name="Group 22"/>
          <p:cNvGrpSpPr>
            <a:grpSpLocks/>
          </p:cNvGrpSpPr>
          <p:nvPr userDrawn="1"/>
        </p:nvGrpSpPr>
        <p:grpSpPr bwMode="auto">
          <a:xfrm>
            <a:off x="0" y="1295400"/>
            <a:ext cx="9347200" cy="46038"/>
            <a:chOff x="1905000" y="6553200"/>
            <a:chExt cx="7010400" cy="45719"/>
          </a:xfrm>
        </p:grpSpPr>
        <p:sp>
          <p:nvSpPr>
            <p:cNvPr id="14" name="Rectangle 13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  <p:sp>
          <p:nvSpPr>
            <p:cNvPr id="16" name="Rectangle 15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6400" y="1493838"/>
            <a:ext cx="10972800" cy="4525963"/>
          </a:xfrm>
          <a:prstGeom prst="rect">
            <a:avLst/>
          </a:prstGeom>
        </p:spPr>
        <p:txBody>
          <a:bodyPr/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40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60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2pPr>
            <a:lvl3pPr>
              <a:defRPr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3pPr>
            <a:lvl4pPr>
              <a:defRPr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4pPr>
            <a:lvl5pPr>
              <a:defRPr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  <a:endParaRPr lang="en-US" dirty="0"/>
          </a:p>
        </p:txBody>
      </p:sp>
      <p:sp>
        <p:nvSpPr>
          <p:cNvPr id="27" name="Content Placeholder 18"/>
          <p:cNvSpPr>
            <a:spLocks noGrp="1"/>
          </p:cNvSpPr>
          <p:nvPr>
            <p:ph sz="quarter" idx="10"/>
          </p:nvPr>
        </p:nvSpPr>
        <p:spPr>
          <a:xfrm>
            <a:off x="406400" y="152400"/>
            <a:ext cx="8432800" cy="1143000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73094013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>
            <a:spLocks noChangeArrowheads="1"/>
          </p:cNvSpPr>
          <p:nvPr userDrawn="1"/>
        </p:nvSpPr>
        <p:spPr bwMode="auto">
          <a:xfrm>
            <a:off x="4368800" y="6596064"/>
            <a:ext cx="7823200" cy="261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sz="1100" b="1">
                <a:solidFill>
                  <a:srgbClr val="101141"/>
                </a:solidFill>
              </a:rPr>
              <a:t>BITS </a:t>
            </a:r>
            <a:r>
              <a:rPr lang="en-US" altLang="en-US" sz="1100">
                <a:solidFill>
                  <a:srgbClr val="101141"/>
                </a:solidFill>
              </a:rPr>
              <a:t>Pilani, Pilani Campus</a:t>
            </a:r>
          </a:p>
        </p:txBody>
      </p:sp>
      <p:grpSp>
        <p:nvGrpSpPr>
          <p:cNvPr id="5" name="Group 11"/>
          <p:cNvGrpSpPr>
            <a:grpSpLocks/>
          </p:cNvGrpSpPr>
          <p:nvPr userDrawn="1"/>
        </p:nvGrpSpPr>
        <p:grpSpPr bwMode="auto">
          <a:xfrm>
            <a:off x="2779184" y="6550026"/>
            <a:ext cx="9412816" cy="49213"/>
            <a:chOff x="2083888" y="6550671"/>
            <a:chExt cx="7060112" cy="48665"/>
          </a:xfrm>
        </p:grpSpPr>
        <p:sp>
          <p:nvSpPr>
            <p:cNvPr id="6" name="Rectangle 5"/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  <p:sp>
          <p:nvSpPr>
            <p:cNvPr id="7" name="Rectangle 6"/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</p:grpSp>
      <p:grpSp>
        <p:nvGrpSpPr>
          <p:cNvPr id="9" name="Group 18"/>
          <p:cNvGrpSpPr>
            <a:grpSpLocks/>
          </p:cNvGrpSpPr>
          <p:nvPr userDrawn="1"/>
        </p:nvGrpSpPr>
        <p:grpSpPr bwMode="auto">
          <a:xfrm>
            <a:off x="2844800" y="6553200"/>
            <a:ext cx="9347200" cy="46038"/>
            <a:chOff x="1905000" y="6553200"/>
            <a:chExt cx="7010400" cy="45719"/>
          </a:xfrm>
        </p:grpSpPr>
        <p:sp>
          <p:nvSpPr>
            <p:cNvPr id="10" name="Rectangle 9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  <p:sp>
          <p:nvSpPr>
            <p:cNvPr id="12" name="Rectangle 11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</p:grpSp>
      <p:grpSp>
        <p:nvGrpSpPr>
          <p:cNvPr id="13" name="Group 22"/>
          <p:cNvGrpSpPr>
            <a:grpSpLocks/>
          </p:cNvGrpSpPr>
          <p:nvPr userDrawn="1"/>
        </p:nvGrpSpPr>
        <p:grpSpPr bwMode="auto">
          <a:xfrm>
            <a:off x="0" y="1295400"/>
            <a:ext cx="9347200" cy="46038"/>
            <a:chOff x="1905000" y="6553200"/>
            <a:chExt cx="7010400" cy="45719"/>
          </a:xfrm>
        </p:grpSpPr>
        <p:sp>
          <p:nvSpPr>
            <p:cNvPr id="14" name="Rectangle 13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  <p:sp>
          <p:nvSpPr>
            <p:cNvPr id="16" name="Rectangle 15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6400" y="1493838"/>
            <a:ext cx="10972800" cy="4525963"/>
          </a:xfrm>
          <a:prstGeom prst="rect">
            <a:avLst/>
          </a:prstGeom>
        </p:spPr>
        <p:txBody>
          <a:bodyPr/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40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60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2pPr>
            <a:lvl3pPr>
              <a:defRPr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3pPr>
            <a:lvl4pPr>
              <a:defRPr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4pPr>
            <a:lvl5pPr>
              <a:defRPr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  <a:endParaRPr lang="en-US" dirty="0"/>
          </a:p>
        </p:txBody>
      </p:sp>
      <p:sp>
        <p:nvSpPr>
          <p:cNvPr id="27" name="Content Placeholder 18"/>
          <p:cNvSpPr>
            <a:spLocks noGrp="1"/>
          </p:cNvSpPr>
          <p:nvPr>
            <p:ph sz="quarter" idx="10"/>
          </p:nvPr>
        </p:nvSpPr>
        <p:spPr>
          <a:xfrm>
            <a:off x="406400" y="152400"/>
            <a:ext cx="8432800" cy="1143000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39124986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>
            <a:spLocks noChangeArrowheads="1"/>
          </p:cNvSpPr>
          <p:nvPr userDrawn="1"/>
        </p:nvSpPr>
        <p:spPr bwMode="auto">
          <a:xfrm>
            <a:off x="4368800" y="6596064"/>
            <a:ext cx="7823200" cy="261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sz="1100" b="1">
                <a:solidFill>
                  <a:srgbClr val="101141"/>
                </a:solidFill>
              </a:rPr>
              <a:t>BITS </a:t>
            </a:r>
            <a:r>
              <a:rPr lang="en-US" altLang="en-US" sz="1100">
                <a:solidFill>
                  <a:srgbClr val="101141"/>
                </a:solidFill>
              </a:rPr>
              <a:t>Pilani, Pilani Campus</a:t>
            </a:r>
          </a:p>
        </p:txBody>
      </p:sp>
      <p:grpSp>
        <p:nvGrpSpPr>
          <p:cNvPr id="5" name="Group 11"/>
          <p:cNvGrpSpPr>
            <a:grpSpLocks/>
          </p:cNvGrpSpPr>
          <p:nvPr userDrawn="1"/>
        </p:nvGrpSpPr>
        <p:grpSpPr bwMode="auto">
          <a:xfrm>
            <a:off x="2779184" y="6550026"/>
            <a:ext cx="9412816" cy="49213"/>
            <a:chOff x="2083888" y="6550671"/>
            <a:chExt cx="7060112" cy="48665"/>
          </a:xfrm>
        </p:grpSpPr>
        <p:sp>
          <p:nvSpPr>
            <p:cNvPr id="6" name="Rectangle 5"/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  <p:sp>
          <p:nvSpPr>
            <p:cNvPr id="7" name="Rectangle 6"/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</p:grpSp>
      <p:grpSp>
        <p:nvGrpSpPr>
          <p:cNvPr id="9" name="Group 18"/>
          <p:cNvGrpSpPr>
            <a:grpSpLocks/>
          </p:cNvGrpSpPr>
          <p:nvPr userDrawn="1"/>
        </p:nvGrpSpPr>
        <p:grpSpPr bwMode="auto">
          <a:xfrm>
            <a:off x="2844800" y="6553200"/>
            <a:ext cx="9347200" cy="46038"/>
            <a:chOff x="1905000" y="6553200"/>
            <a:chExt cx="7010400" cy="45719"/>
          </a:xfrm>
        </p:grpSpPr>
        <p:sp>
          <p:nvSpPr>
            <p:cNvPr id="10" name="Rectangle 9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  <p:sp>
          <p:nvSpPr>
            <p:cNvPr id="12" name="Rectangle 11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</p:grpSp>
      <p:grpSp>
        <p:nvGrpSpPr>
          <p:cNvPr id="13" name="Group 22"/>
          <p:cNvGrpSpPr>
            <a:grpSpLocks/>
          </p:cNvGrpSpPr>
          <p:nvPr userDrawn="1"/>
        </p:nvGrpSpPr>
        <p:grpSpPr bwMode="auto">
          <a:xfrm>
            <a:off x="0" y="1295400"/>
            <a:ext cx="9347200" cy="46038"/>
            <a:chOff x="1905000" y="6553200"/>
            <a:chExt cx="7010400" cy="45719"/>
          </a:xfrm>
        </p:grpSpPr>
        <p:sp>
          <p:nvSpPr>
            <p:cNvPr id="14" name="Rectangle 13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  <p:sp>
          <p:nvSpPr>
            <p:cNvPr id="16" name="Rectangle 15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6400" y="1493838"/>
            <a:ext cx="10972800" cy="4525963"/>
          </a:xfrm>
          <a:prstGeom prst="rect">
            <a:avLst/>
          </a:prstGeom>
        </p:spPr>
        <p:txBody>
          <a:bodyPr/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40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60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2pPr>
            <a:lvl3pPr>
              <a:defRPr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3pPr>
            <a:lvl4pPr>
              <a:defRPr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4pPr>
            <a:lvl5pPr>
              <a:defRPr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  <a:endParaRPr lang="en-US" dirty="0"/>
          </a:p>
        </p:txBody>
      </p:sp>
      <p:sp>
        <p:nvSpPr>
          <p:cNvPr id="27" name="Content Placeholder 18"/>
          <p:cNvSpPr>
            <a:spLocks noGrp="1"/>
          </p:cNvSpPr>
          <p:nvPr>
            <p:ph sz="quarter" idx="10"/>
          </p:nvPr>
        </p:nvSpPr>
        <p:spPr>
          <a:xfrm>
            <a:off x="406400" y="152400"/>
            <a:ext cx="8432800" cy="1143000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92723943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8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>
            <a:spLocks noChangeArrowheads="1"/>
          </p:cNvSpPr>
          <p:nvPr userDrawn="1"/>
        </p:nvSpPr>
        <p:spPr bwMode="auto">
          <a:xfrm>
            <a:off x="4368800" y="6596064"/>
            <a:ext cx="7823200" cy="261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sz="1100" b="1">
                <a:solidFill>
                  <a:srgbClr val="101141"/>
                </a:solidFill>
              </a:rPr>
              <a:t>BITS </a:t>
            </a:r>
            <a:r>
              <a:rPr lang="en-US" altLang="en-US" sz="1100">
                <a:solidFill>
                  <a:srgbClr val="101141"/>
                </a:solidFill>
              </a:rPr>
              <a:t>Pilani, Pilani Campus</a:t>
            </a:r>
          </a:p>
        </p:txBody>
      </p:sp>
      <p:grpSp>
        <p:nvGrpSpPr>
          <p:cNvPr id="5" name="Group 11"/>
          <p:cNvGrpSpPr>
            <a:grpSpLocks/>
          </p:cNvGrpSpPr>
          <p:nvPr userDrawn="1"/>
        </p:nvGrpSpPr>
        <p:grpSpPr bwMode="auto">
          <a:xfrm>
            <a:off x="2779184" y="6550026"/>
            <a:ext cx="9412816" cy="49213"/>
            <a:chOff x="2083888" y="6550671"/>
            <a:chExt cx="7060112" cy="48665"/>
          </a:xfrm>
        </p:grpSpPr>
        <p:sp>
          <p:nvSpPr>
            <p:cNvPr id="6" name="Rectangle 5"/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  <p:sp>
          <p:nvSpPr>
            <p:cNvPr id="7" name="Rectangle 6"/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</p:grpSp>
      <p:grpSp>
        <p:nvGrpSpPr>
          <p:cNvPr id="9" name="Group 18"/>
          <p:cNvGrpSpPr>
            <a:grpSpLocks/>
          </p:cNvGrpSpPr>
          <p:nvPr userDrawn="1"/>
        </p:nvGrpSpPr>
        <p:grpSpPr bwMode="auto">
          <a:xfrm>
            <a:off x="2844800" y="6553200"/>
            <a:ext cx="9347200" cy="46038"/>
            <a:chOff x="1905000" y="6553200"/>
            <a:chExt cx="7010400" cy="45719"/>
          </a:xfrm>
        </p:grpSpPr>
        <p:sp>
          <p:nvSpPr>
            <p:cNvPr id="10" name="Rectangle 9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  <p:sp>
          <p:nvSpPr>
            <p:cNvPr id="12" name="Rectangle 11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</p:grpSp>
      <p:grpSp>
        <p:nvGrpSpPr>
          <p:cNvPr id="13" name="Group 22"/>
          <p:cNvGrpSpPr>
            <a:grpSpLocks/>
          </p:cNvGrpSpPr>
          <p:nvPr userDrawn="1"/>
        </p:nvGrpSpPr>
        <p:grpSpPr bwMode="auto">
          <a:xfrm>
            <a:off x="0" y="1295400"/>
            <a:ext cx="9347200" cy="46038"/>
            <a:chOff x="1905000" y="6553200"/>
            <a:chExt cx="7010400" cy="45719"/>
          </a:xfrm>
        </p:grpSpPr>
        <p:sp>
          <p:nvSpPr>
            <p:cNvPr id="14" name="Rectangle 13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  <p:sp>
          <p:nvSpPr>
            <p:cNvPr id="16" name="Rectangle 15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6400" y="1493838"/>
            <a:ext cx="10972800" cy="4525963"/>
          </a:xfrm>
          <a:prstGeom prst="rect">
            <a:avLst/>
          </a:prstGeom>
        </p:spPr>
        <p:txBody>
          <a:bodyPr/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40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60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2pPr>
            <a:lvl3pPr>
              <a:defRPr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3pPr>
            <a:lvl4pPr>
              <a:defRPr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4pPr>
            <a:lvl5pPr>
              <a:defRPr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  <a:endParaRPr lang="en-US" dirty="0"/>
          </a:p>
        </p:txBody>
      </p:sp>
      <p:sp>
        <p:nvSpPr>
          <p:cNvPr id="27" name="Content Placeholder 18"/>
          <p:cNvSpPr>
            <a:spLocks noGrp="1"/>
          </p:cNvSpPr>
          <p:nvPr>
            <p:ph sz="quarter" idx="10"/>
          </p:nvPr>
        </p:nvSpPr>
        <p:spPr>
          <a:xfrm>
            <a:off x="406400" y="152400"/>
            <a:ext cx="8432800" cy="1143000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65435518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9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>
            <a:spLocks noChangeArrowheads="1"/>
          </p:cNvSpPr>
          <p:nvPr userDrawn="1"/>
        </p:nvSpPr>
        <p:spPr bwMode="auto">
          <a:xfrm>
            <a:off x="4368800" y="6596064"/>
            <a:ext cx="7823200" cy="261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sz="1100" b="1">
                <a:solidFill>
                  <a:srgbClr val="101141"/>
                </a:solidFill>
              </a:rPr>
              <a:t>BITS </a:t>
            </a:r>
            <a:r>
              <a:rPr lang="en-US" altLang="en-US" sz="1100">
                <a:solidFill>
                  <a:srgbClr val="101141"/>
                </a:solidFill>
              </a:rPr>
              <a:t>Pilani, Pilani Campus</a:t>
            </a:r>
          </a:p>
        </p:txBody>
      </p:sp>
      <p:grpSp>
        <p:nvGrpSpPr>
          <p:cNvPr id="5" name="Group 11"/>
          <p:cNvGrpSpPr>
            <a:grpSpLocks/>
          </p:cNvGrpSpPr>
          <p:nvPr userDrawn="1"/>
        </p:nvGrpSpPr>
        <p:grpSpPr bwMode="auto">
          <a:xfrm>
            <a:off x="2779184" y="6550026"/>
            <a:ext cx="9412816" cy="49213"/>
            <a:chOff x="2083888" y="6550671"/>
            <a:chExt cx="7060112" cy="48665"/>
          </a:xfrm>
        </p:grpSpPr>
        <p:sp>
          <p:nvSpPr>
            <p:cNvPr id="6" name="Rectangle 5"/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  <p:sp>
          <p:nvSpPr>
            <p:cNvPr id="7" name="Rectangle 6"/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</p:grpSp>
      <p:grpSp>
        <p:nvGrpSpPr>
          <p:cNvPr id="9" name="Group 18"/>
          <p:cNvGrpSpPr>
            <a:grpSpLocks/>
          </p:cNvGrpSpPr>
          <p:nvPr userDrawn="1"/>
        </p:nvGrpSpPr>
        <p:grpSpPr bwMode="auto">
          <a:xfrm>
            <a:off x="2844800" y="6553200"/>
            <a:ext cx="9347200" cy="46038"/>
            <a:chOff x="1905000" y="6553200"/>
            <a:chExt cx="7010400" cy="45719"/>
          </a:xfrm>
        </p:grpSpPr>
        <p:sp>
          <p:nvSpPr>
            <p:cNvPr id="10" name="Rectangle 9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  <p:sp>
          <p:nvSpPr>
            <p:cNvPr id="12" name="Rectangle 11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</p:grpSp>
      <p:grpSp>
        <p:nvGrpSpPr>
          <p:cNvPr id="13" name="Group 22"/>
          <p:cNvGrpSpPr>
            <a:grpSpLocks/>
          </p:cNvGrpSpPr>
          <p:nvPr userDrawn="1"/>
        </p:nvGrpSpPr>
        <p:grpSpPr bwMode="auto">
          <a:xfrm>
            <a:off x="0" y="1295400"/>
            <a:ext cx="9347200" cy="46038"/>
            <a:chOff x="1905000" y="6553200"/>
            <a:chExt cx="7010400" cy="45719"/>
          </a:xfrm>
        </p:grpSpPr>
        <p:sp>
          <p:nvSpPr>
            <p:cNvPr id="14" name="Rectangle 13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  <p:sp>
          <p:nvSpPr>
            <p:cNvPr id="16" name="Rectangle 15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6400" y="1493838"/>
            <a:ext cx="10972800" cy="4525963"/>
          </a:xfrm>
          <a:prstGeom prst="rect">
            <a:avLst/>
          </a:prstGeom>
        </p:spPr>
        <p:txBody>
          <a:bodyPr/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40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60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2pPr>
            <a:lvl3pPr>
              <a:defRPr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3pPr>
            <a:lvl4pPr>
              <a:defRPr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4pPr>
            <a:lvl5pPr>
              <a:defRPr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  <a:endParaRPr lang="en-US" dirty="0"/>
          </a:p>
        </p:txBody>
      </p:sp>
      <p:sp>
        <p:nvSpPr>
          <p:cNvPr id="27" name="Content Placeholder 18"/>
          <p:cNvSpPr>
            <a:spLocks noGrp="1"/>
          </p:cNvSpPr>
          <p:nvPr>
            <p:ph sz="quarter" idx="10"/>
          </p:nvPr>
        </p:nvSpPr>
        <p:spPr>
          <a:xfrm>
            <a:off x="406400" y="152400"/>
            <a:ext cx="8432800" cy="1143000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73959274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0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>
            <a:spLocks noChangeArrowheads="1"/>
          </p:cNvSpPr>
          <p:nvPr userDrawn="1"/>
        </p:nvSpPr>
        <p:spPr bwMode="auto">
          <a:xfrm>
            <a:off x="4368800" y="6596064"/>
            <a:ext cx="7823200" cy="261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sz="1100" b="1">
                <a:solidFill>
                  <a:srgbClr val="101141"/>
                </a:solidFill>
              </a:rPr>
              <a:t>BITS </a:t>
            </a:r>
            <a:r>
              <a:rPr lang="en-US" altLang="en-US" sz="1100">
                <a:solidFill>
                  <a:srgbClr val="101141"/>
                </a:solidFill>
              </a:rPr>
              <a:t>Pilani, Pilani Campus</a:t>
            </a:r>
          </a:p>
        </p:txBody>
      </p:sp>
      <p:grpSp>
        <p:nvGrpSpPr>
          <p:cNvPr id="5" name="Group 11"/>
          <p:cNvGrpSpPr>
            <a:grpSpLocks/>
          </p:cNvGrpSpPr>
          <p:nvPr userDrawn="1"/>
        </p:nvGrpSpPr>
        <p:grpSpPr bwMode="auto">
          <a:xfrm>
            <a:off x="2779184" y="6550026"/>
            <a:ext cx="9412816" cy="49213"/>
            <a:chOff x="2083888" y="6550671"/>
            <a:chExt cx="7060112" cy="48665"/>
          </a:xfrm>
        </p:grpSpPr>
        <p:sp>
          <p:nvSpPr>
            <p:cNvPr id="6" name="Rectangle 5"/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  <p:sp>
          <p:nvSpPr>
            <p:cNvPr id="7" name="Rectangle 6"/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</p:grpSp>
      <p:grpSp>
        <p:nvGrpSpPr>
          <p:cNvPr id="9" name="Group 18"/>
          <p:cNvGrpSpPr>
            <a:grpSpLocks/>
          </p:cNvGrpSpPr>
          <p:nvPr userDrawn="1"/>
        </p:nvGrpSpPr>
        <p:grpSpPr bwMode="auto">
          <a:xfrm>
            <a:off x="2844800" y="6553200"/>
            <a:ext cx="9347200" cy="46038"/>
            <a:chOff x="1905000" y="6553200"/>
            <a:chExt cx="7010400" cy="45719"/>
          </a:xfrm>
        </p:grpSpPr>
        <p:sp>
          <p:nvSpPr>
            <p:cNvPr id="10" name="Rectangle 9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  <p:sp>
          <p:nvSpPr>
            <p:cNvPr id="12" name="Rectangle 11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</p:grpSp>
      <p:grpSp>
        <p:nvGrpSpPr>
          <p:cNvPr id="13" name="Group 22"/>
          <p:cNvGrpSpPr>
            <a:grpSpLocks/>
          </p:cNvGrpSpPr>
          <p:nvPr userDrawn="1"/>
        </p:nvGrpSpPr>
        <p:grpSpPr bwMode="auto">
          <a:xfrm>
            <a:off x="0" y="1295400"/>
            <a:ext cx="9347200" cy="46038"/>
            <a:chOff x="1905000" y="6553200"/>
            <a:chExt cx="7010400" cy="45719"/>
          </a:xfrm>
        </p:grpSpPr>
        <p:sp>
          <p:nvSpPr>
            <p:cNvPr id="14" name="Rectangle 13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  <p:sp>
          <p:nvSpPr>
            <p:cNvPr id="16" name="Rectangle 15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6400" y="1493838"/>
            <a:ext cx="10972800" cy="4525963"/>
          </a:xfrm>
          <a:prstGeom prst="rect">
            <a:avLst/>
          </a:prstGeom>
        </p:spPr>
        <p:txBody>
          <a:bodyPr/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40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60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2pPr>
            <a:lvl3pPr>
              <a:defRPr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3pPr>
            <a:lvl4pPr>
              <a:defRPr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4pPr>
            <a:lvl5pPr>
              <a:defRPr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  <a:endParaRPr lang="en-US" dirty="0"/>
          </a:p>
        </p:txBody>
      </p:sp>
      <p:sp>
        <p:nvSpPr>
          <p:cNvPr id="27" name="Content Placeholder 18"/>
          <p:cNvSpPr>
            <a:spLocks noGrp="1"/>
          </p:cNvSpPr>
          <p:nvPr>
            <p:ph sz="quarter" idx="10"/>
          </p:nvPr>
        </p:nvSpPr>
        <p:spPr>
          <a:xfrm>
            <a:off x="406400" y="152400"/>
            <a:ext cx="8432800" cy="1143000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72915324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>
            <a:spLocks noChangeArrowheads="1"/>
          </p:cNvSpPr>
          <p:nvPr userDrawn="1"/>
        </p:nvSpPr>
        <p:spPr bwMode="auto">
          <a:xfrm>
            <a:off x="4368800" y="6596064"/>
            <a:ext cx="7823200" cy="261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sz="1100" b="1">
                <a:solidFill>
                  <a:srgbClr val="101141"/>
                </a:solidFill>
              </a:rPr>
              <a:t>BITS </a:t>
            </a:r>
            <a:r>
              <a:rPr lang="en-US" altLang="en-US" sz="1100">
                <a:solidFill>
                  <a:srgbClr val="101141"/>
                </a:solidFill>
              </a:rPr>
              <a:t>Pilani, Pilani Campus</a:t>
            </a:r>
          </a:p>
        </p:txBody>
      </p:sp>
      <p:grpSp>
        <p:nvGrpSpPr>
          <p:cNvPr id="5" name="Group 11"/>
          <p:cNvGrpSpPr>
            <a:grpSpLocks/>
          </p:cNvGrpSpPr>
          <p:nvPr userDrawn="1"/>
        </p:nvGrpSpPr>
        <p:grpSpPr bwMode="auto">
          <a:xfrm>
            <a:off x="2779184" y="6550026"/>
            <a:ext cx="9412816" cy="49213"/>
            <a:chOff x="2083888" y="6550671"/>
            <a:chExt cx="7060112" cy="48665"/>
          </a:xfrm>
        </p:grpSpPr>
        <p:sp>
          <p:nvSpPr>
            <p:cNvPr id="6" name="Rectangle 5"/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  <p:sp>
          <p:nvSpPr>
            <p:cNvPr id="7" name="Rectangle 6"/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</p:grpSp>
      <p:grpSp>
        <p:nvGrpSpPr>
          <p:cNvPr id="9" name="Group 18"/>
          <p:cNvGrpSpPr>
            <a:grpSpLocks/>
          </p:cNvGrpSpPr>
          <p:nvPr userDrawn="1"/>
        </p:nvGrpSpPr>
        <p:grpSpPr bwMode="auto">
          <a:xfrm>
            <a:off x="2844800" y="6553200"/>
            <a:ext cx="9347200" cy="46038"/>
            <a:chOff x="1905000" y="6553200"/>
            <a:chExt cx="7010400" cy="45719"/>
          </a:xfrm>
        </p:grpSpPr>
        <p:sp>
          <p:nvSpPr>
            <p:cNvPr id="10" name="Rectangle 9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  <p:sp>
          <p:nvSpPr>
            <p:cNvPr id="12" name="Rectangle 11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</p:grpSp>
      <p:grpSp>
        <p:nvGrpSpPr>
          <p:cNvPr id="13" name="Group 22"/>
          <p:cNvGrpSpPr>
            <a:grpSpLocks/>
          </p:cNvGrpSpPr>
          <p:nvPr userDrawn="1"/>
        </p:nvGrpSpPr>
        <p:grpSpPr bwMode="auto">
          <a:xfrm>
            <a:off x="0" y="1295400"/>
            <a:ext cx="9347200" cy="46038"/>
            <a:chOff x="1905000" y="6553200"/>
            <a:chExt cx="7010400" cy="45719"/>
          </a:xfrm>
        </p:grpSpPr>
        <p:sp>
          <p:nvSpPr>
            <p:cNvPr id="14" name="Rectangle 13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  <p:sp>
          <p:nvSpPr>
            <p:cNvPr id="16" name="Rectangle 15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6400" y="1493838"/>
            <a:ext cx="10972800" cy="4525963"/>
          </a:xfrm>
          <a:prstGeom prst="rect">
            <a:avLst/>
          </a:prstGeom>
        </p:spPr>
        <p:txBody>
          <a:bodyPr/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40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60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2pPr>
            <a:lvl3pPr>
              <a:defRPr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3pPr>
            <a:lvl4pPr>
              <a:defRPr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4pPr>
            <a:lvl5pPr>
              <a:defRPr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  <a:endParaRPr lang="en-US" dirty="0"/>
          </a:p>
        </p:txBody>
      </p:sp>
      <p:sp>
        <p:nvSpPr>
          <p:cNvPr id="27" name="Content Placeholder 18"/>
          <p:cNvSpPr>
            <a:spLocks noGrp="1"/>
          </p:cNvSpPr>
          <p:nvPr>
            <p:ph sz="quarter" idx="10"/>
          </p:nvPr>
        </p:nvSpPr>
        <p:spPr>
          <a:xfrm>
            <a:off x="406400" y="152400"/>
            <a:ext cx="8432800" cy="1143000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091533612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>
            <a:spLocks noChangeArrowheads="1"/>
          </p:cNvSpPr>
          <p:nvPr userDrawn="1"/>
        </p:nvSpPr>
        <p:spPr bwMode="auto">
          <a:xfrm>
            <a:off x="4368800" y="6596064"/>
            <a:ext cx="7823200" cy="261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sz="1100" b="1">
                <a:solidFill>
                  <a:srgbClr val="101141"/>
                </a:solidFill>
              </a:rPr>
              <a:t>BITS </a:t>
            </a:r>
            <a:r>
              <a:rPr lang="en-US" altLang="en-US" sz="1100">
                <a:solidFill>
                  <a:srgbClr val="101141"/>
                </a:solidFill>
              </a:rPr>
              <a:t>Pilani, Pilani Campus</a:t>
            </a:r>
          </a:p>
        </p:txBody>
      </p:sp>
      <p:grpSp>
        <p:nvGrpSpPr>
          <p:cNvPr id="5" name="Group 11"/>
          <p:cNvGrpSpPr>
            <a:grpSpLocks/>
          </p:cNvGrpSpPr>
          <p:nvPr userDrawn="1"/>
        </p:nvGrpSpPr>
        <p:grpSpPr bwMode="auto">
          <a:xfrm>
            <a:off x="2779184" y="6550026"/>
            <a:ext cx="9412816" cy="49213"/>
            <a:chOff x="2083888" y="6550671"/>
            <a:chExt cx="7060112" cy="48665"/>
          </a:xfrm>
        </p:grpSpPr>
        <p:sp>
          <p:nvSpPr>
            <p:cNvPr id="6" name="Rectangle 5"/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  <p:sp>
          <p:nvSpPr>
            <p:cNvPr id="7" name="Rectangle 6"/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</p:grpSp>
      <p:grpSp>
        <p:nvGrpSpPr>
          <p:cNvPr id="9" name="Group 18"/>
          <p:cNvGrpSpPr>
            <a:grpSpLocks/>
          </p:cNvGrpSpPr>
          <p:nvPr userDrawn="1"/>
        </p:nvGrpSpPr>
        <p:grpSpPr bwMode="auto">
          <a:xfrm>
            <a:off x="2844800" y="6553200"/>
            <a:ext cx="9347200" cy="46038"/>
            <a:chOff x="1905000" y="6553200"/>
            <a:chExt cx="7010400" cy="45719"/>
          </a:xfrm>
        </p:grpSpPr>
        <p:sp>
          <p:nvSpPr>
            <p:cNvPr id="10" name="Rectangle 9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  <p:sp>
          <p:nvSpPr>
            <p:cNvPr id="12" name="Rectangle 11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</p:grpSp>
      <p:grpSp>
        <p:nvGrpSpPr>
          <p:cNvPr id="13" name="Group 22"/>
          <p:cNvGrpSpPr>
            <a:grpSpLocks/>
          </p:cNvGrpSpPr>
          <p:nvPr userDrawn="1"/>
        </p:nvGrpSpPr>
        <p:grpSpPr bwMode="auto">
          <a:xfrm>
            <a:off x="0" y="1295400"/>
            <a:ext cx="9347200" cy="46038"/>
            <a:chOff x="1905000" y="6553200"/>
            <a:chExt cx="7010400" cy="45719"/>
          </a:xfrm>
        </p:grpSpPr>
        <p:sp>
          <p:nvSpPr>
            <p:cNvPr id="14" name="Rectangle 13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  <p:sp>
          <p:nvSpPr>
            <p:cNvPr id="16" name="Rectangle 15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6400" y="1493837"/>
            <a:ext cx="10972800" cy="1920526"/>
          </a:xfrm>
          <a:prstGeom prst="rect">
            <a:avLst/>
          </a:prstGeom>
        </p:spPr>
        <p:txBody>
          <a:bodyPr/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40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240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2pPr>
            <a:lvl3pPr>
              <a:defRPr sz="240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3pPr>
            <a:lvl4pPr>
              <a:defRPr sz="240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4pPr>
            <a:lvl5pPr>
              <a:defRPr sz="240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  <a:endParaRPr lang="en-US" dirty="0"/>
          </a:p>
        </p:txBody>
      </p:sp>
      <p:sp>
        <p:nvSpPr>
          <p:cNvPr id="27" name="Content Placeholder 18"/>
          <p:cNvSpPr>
            <a:spLocks noGrp="1"/>
          </p:cNvSpPr>
          <p:nvPr>
            <p:ph sz="quarter" idx="10"/>
          </p:nvPr>
        </p:nvSpPr>
        <p:spPr>
          <a:xfrm>
            <a:off x="406400" y="152400"/>
            <a:ext cx="8432800" cy="1143000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0" spc="-150" baseline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230726389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20" name="Google Shape;20;p4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Font typeface="Montserrat"/>
              <a:buChar char="●"/>
              <a:defRPr>
                <a:latin typeface="Montserrat"/>
                <a:ea typeface="Montserrat"/>
                <a:cs typeface="Montserrat"/>
                <a:sym typeface="Montserrat"/>
              </a:defRPr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Char char="○"/>
              <a:defRPr>
                <a:latin typeface="Montserrat"/>
                <a:ea typeface="Montserrat"/>
                <a:cs typeface="Montserrat"/>
                <a:sym typeface="Montserrat"/>
              </a:defRPr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Char char="■"/>
              <a:defRPr>
                <a:latin typeface="Montserrat"/>
                <a:ea typeface="Montserrat"/>
                <a:cs typeface="Montserrat"/>
                <a:sym typeface="Montserrat"/>
              </a:defRPr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Char char="●"/>
              <a:defRPr>
                <a:latin typeface="Montserrat"/>
                <a:ea typeface="Montserrat"/>
                <a:cs typeface="Montserrat"/>
                <a:sym typeface="Montserrat"/>
              </a:defRPr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Char char="○"/>
              <a:defRPr>
                <a:latin typeface="Montserrat"/>
                <a:ea typeface="Montserrat"/>
                <a:cs typeface="Montserrat"/>
                <a:sym typeface="Montserrat"/>
              </a:defRPr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Char char="■"/>
              <a:defRPr>
                <a:latin typeface="Montserrat"/>
                <a:ea typeface="Montserrat"/>
                <a:cs typeface="Montserrat"/>
                <a:sym typeface="Montserrat"/>
              </a:defRPr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Char char="●"/>
              <a:defRPr>
                <a:latin typeface="Montserrat"/>
                <a:ea typeface="Montserrat"/>
                <a:cs typeface="Montserrat"/>
                <a:sym typeface="Montserrat"/>
              </a:defRPr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Char char="○"/>
              <a:defRPr>
                <a:latin typeface="Montserrat"/>
                <a:ea typeface="Montserrat"/>
                <a:cs typeface="Montserrat"/>
                <a:sym typeface="Montserrat"/>
              </a:defRPr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Char char="■"/>
              <a:defRPr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21" name="Google Shape;21;p4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algn="r"/>
            <a:fld id="{00000000-1234-1234-1234-123412341234}" type="slidenum">
              <a:rPr lang="en" kern="0" smtClean="0">
                <a:solidFill>
                  <a:sysClr val="windowText" lastClr="000000"/>
                </a:solidFill>
              </a:rPr>
              <a:pPr algn="r"/>
              <a:t>‹#›</a:t>
            </a:fld>
            <a:endParaRPr lang="en" kern="0">
              <a:solidFill>
                <a:sysClr val="windowText" lastClr="000000"/>
              </a:solidFill>
            </a:endParaRPr>
          </a:p>
        </p:txBody>
      </p:sp>
      <p:pic>
        <p:nvPicPr>
          <p:cNvPr id="22" name="Google Shape;22;p4"/>
          <p:cNvPicPr preferRelativeResize="0"/>
          <p:nvPr/>
        </p:nvPicPr>
        <p:blipFill rotWithShape="1">
          <a:blip r:embed="rId2">
            <a:alphaModFix amt="24000"/>
          </a:blip>
          <a:srcRect b="93593"/>
          <a:stretch/>
        </p:blipFill>
        <p:spPr>
          <a:xfrm>
            <a:off x="2" y="6594465"/>
            <a:ext cx="12192004" cy="26353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278876070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0" i="0">
                <a:solidFill>
                  <a:srgbClr val="8B1216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rgbClr val="6FAC46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36525">
              <a:lnSpc>
                <a:spcPts val="167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  <p:extLst>
      <p:ext uri="{BB962C8B-B14F-4D97-AF65-F5344CB8AC3E}">
        <p14:creationId xmlns:p14="http://schemas.microsoft.com/office/powerpoint/2010/main" val="33474514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26.xml"/><Relationship Id="rId18" Type="http://schemas.openxmlformats.org/officeDocument/2006/relationships/slideLayout" Target="../slideLayouts/slideLayout31.xml"/><Relationship Id="rId26" Type="http://schemas.openxmlformats.org/officeDocument/2006/relationships/slideLayout" Target="../slideLayouts/slideLayout39.xml"/><Relationship Id="rId39" Type="http://schemas.openxmlformats.org/officeDocument/2006/relationships/slideLayout" Target="../slideLayouts/slideLayout52.xml"/><Relationship Id="rId21" Type="http://schemas.openxmlformats.org/officeDocument/2006/relationships/slideLayout" Target="../slideLayouts/slideLayout34.xml"/><Relationship Id="rId34" Type="http://schemas.openxmlformats.org/officeDocument/2006/relationships/slideLayout" Target="../slideLayouts/slideLayout47.xml"/><Relationship Id="rId42" Type="http://schemas.openxmlformats.org/officeDocument/2006/relationships/theme" Target="../theme/theme2.xml"/><Relationship Id="rId7" Type="http://schemas.openxmlformats.org/officeDocument/2006/relationships/slideLayout" Target="../slideLayouts/slideLayout20.xml"/><Relationship Id="rId2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29.xml"/><Relationship Id="rId20" Type="http://schemas.openxmlformats.org/officeDocument/2006/relationships/slideLayout" Target="../slideLayouts/slideLayout33.xml"/><Relationship Id="rId29" Type="http://schemas.openxmlformats.org/officeDocument/2006/relationships/slideLayout" Target="../slideLayouts/slideLayout42.xml"/><Relationship Id="rId41" Type="http://schemas.openxmlformats.org/officeDocument/2006/relationships/slideLayout" Target="../slideLayouts/slideLayout54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24" Type="http://schemas.openxmlformats.org/officeDocument/2006/relationships/slideLayout" Target="../slideLayouts/slideLayout37.xml"/><Relationship Id="rId32" Type="http://schemas.openxmlformats.org/officeDocument/2006/relationships/slideLayout" Target="../slideLayouts/slideLayout45.xml"/><Relationship Id="rId37" Type="http://schemas.openxmlformats.org/officeDocument/2006/relationships/slideLayout" Target="../slideLayouts/slideLayout50.xml"/><Relationship Id="rId40" Type="http://schemas.openxmlformats.org/officeDocument/2006/relationships/slideLayout" Target="../slideLayouts/slideLayout53.xml"/><Relationship Id="rId5" Type="http://schemas.openxmlformats.org/officeDocument/2006/relationships/slideLayout" Target="../slideLayouts/slideLayout18.xml"/><Relationship Id="rId15" Type="http://schemas.openxmlformats.org/officeDocument/2006/relationships/slideLayout" Target="../slideLayouts/slideLayout28.xml"/><Relationship Id="rId23" Type="http://schemas.openxmlformats.org/officeDocument/2006/relationships/slideLayout" Target="../slideLayouts/slideLayout36.xml"/><Relationship Id="rId28" Type="http://schemas.openxmlformats.org/officeDocument/2006/relationships/slideLayout" Target="../slideLayouts/slideLayout41.xml"/><Relationship Id="rId36" Type="http://schemas.openxmlformats.org/officeDocument/2006/relationships/slideLayout" Target="../slideLayouts/slideLayout49.xml"/><Relationship Id="rId10" Type="http://schemas.openxmlformats.org/officeDocument/2006/relationships/slideLayout" Target="../slideLayouts/slideLayout23.xml"/><Relationship Id="rId19" Type="http://schemas.openxmlformats.org/officeDocument/2006/relationships/slideLayout" Target="../slideLayouts/slideLayout32.xml"/><Relationship Id="rId31" Type="http://schemas.openxmlformats.org/officeDocument/2006/relationships/slideLayout" Target="../slideLayouts/slideLayout44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Relationship Id="rId14" Type="http://schemas.openxmlformats.org/officeDocument/2006/relationships/slideLayout" Target="../slideLayouts/slideLayout27.xml"/><Relationship Id="rId22" Type="http://schemas.openxmlformats.org/officeDocument/2006/relationships/slideLayout" Target="../slideLayouts/slideLayout35.xml"/><Relationship Id="rId27" Type="http://schemas.openxmlformats.org/officeDocument/2006/relationships/slideLayout" Target="../slideLayouts/slideLayout40.xml"/><Relationship Id="rId30" Type="http://schemas.openxmlformats.org/officeDocument/2006/relationships/slideLayout" Target="../slideLayouts/slideLayout43.xml"/><Relationship Id="rId35" Type="http://schemas.openxmlformats.org/officeDocument/2006/relationships/slideLayout" Target="../slideLayouts/slideLayout48.xml"/><Relationship Id="rId43" Type="http://schemas.openxmlformats.org/officeDocument/2006/relationships/image" Target="../media/image4.jpg"/><Relationship Id="rId8" Type="http://schemas.openxmlformats.org/officeDocument/2006/relationships/slideLayout" Target="../slideLayouts/slideLayout21.xml"/><Relationship Id="rId3" Type="http://schemas.openxmlformats.org/officeDocument/2006/relationships/slideLayout" Target="../slideLayouts/slideLayout16.xml"/><Relationship Id="rId12" Type="http://schemas.openxmlformats.org/officeDocument/2006/relationships/slideLayout" Target="../slideLayouts/slideLayout25.xml"/><Relationship Id="rId17" Type="http://schemas.openxmlformats.org/officeDocument/2006/relationships/slideLayout" Target="../slideLayouts/slideLayout30.xml"/><Relationship Id="rId25" Type="http://schemas.openxmlformats.org/officeDocument/2006/relationships/slideLayout" Target="../slideLayouts/slideLayout38.xml"/><Relationship Id="rId33" Type="http://schemas.openxmlformats.org/officeDocument/2006/relationships/slideLayout" Target="../slideLayouts/slideLayout46.xml"/><Relationship Id="rId38" Type="http://schemas.openxmlformats.org/officeDocument/2006/relationships/slideLayout" Target="../slideLayouts/slideLayout5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2A950A5-7B3B-4BE7-8D4D-88D659796E0A}" type="datetimeFigureOut">
              <a:rPr lang="en-IN" smtClean="0"/>
              <a:t>22-05-2026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D06422-840E-4190-8E3D-3A16335A340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12994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6175248" y="6550153"/>
            <a:ext cx="3105573" cy="48895"/>
          </a:xfrm>
          <a:custGeom>
            <a:avLst/>
            <a:gdLst/>
            <a:ahLst/>
            <a:cxnLst/>
            <a:rect l="l" t="t" r="r" b="b"/>
            <a:pathLst>
              <a:path w="2329179" h="48895">
                <a:moveTo>
                  <a:pt x="2328671" y="0"/>
                </a:moveTo>
                <a:lnTo>
                  <a:pt x="0" y="0"/>
                </a:lnTo>
                <a:lnTo>
                  <a:pt x="0" y="48768"/>
                </a:lnTo>
                <a:lnTo>
                  <a:pt x="2328671" y="48768"/>
                </a:lnTo>
                <a:lnTo>
                  <a:pt x="2328671" y="0"/>
                </a:lnTo>
                <a:close/>
              </a:path>
            </a:pathLst>
          </a:custGeom>
          <a:solidFill>
            <a:srgbClr val="76C2E4"/>
          </a:solidFill>
        </p:spPr>
        <p:txBody>
          <a:bodyPr wrap="square" lIns="0" tIns="0" rIns="0" bIns="0" rtlCol="0"/>
          <a:lstStyle/>
          <a:p>
            <a:endParaRPr kern="0">
              <a:solidFill>
                <a:sysClr val="windowText" lastClr="000000"/>
              </a:solidFill>
            </a:endParaRPr>
          </a:p>
        </p:txBody>
      </p:sp>
      <p:sp>
        <p:nvSpPr>
          <p:cNvPr id="17" name="bg object 17"/>
          <p:cNvSpPr/>
          <p:nvPr/>
        </p:nvSpPr>
        <p:spPr>
          <a:xfrm>
            <a:off x="9211056" y="6550152"/>
            <a:ext cx="2981113" cy="45720"/>
          </a:xfrm>
          <a:custGeom>
            <a:avLst/>
            <a:gdLst/>
            <a:ahLst/>
            <a:cxnLst/>
            <a:rect l="l" t="t" r="r" b="b"/>
            <a:pathLst>
              <a:path w="2235834" h="45720">
                <a:moveTo>
                  <a:pt x="2235707" y="0"/>
                </a:moveTo>
                <a:lnTo>
                  <a:pt x="0" y="0"/>
                </a:lnTo>
                <a:lnTo>
                  <a:pt x="0" y="45720"/>
                </a:lnTo>
                <a:lnTo>
                  <a:pt x="2235707" y="45720"/>
                </a:lnTo>
                <a:lnTo>
                  <a:pt x="2235707" y="0"/>
                </a:lnTo>
                <a:close/>
              </a:path>
            </a:pathLst>
          </a:custGeom>
          <a:solidFill>
            <a:srgbClr val="E21C23"/>
          </a:solidFill>
        </p:spPr>
        <p:txBody>
          <a:bodyPr wrap="square" lIns="0" tIns="0" rIns="0" bIns="0" rtlCol="0"/>
          <a:lstStyle/>
          <a:p>
            <a:endParaRPr kern="0">
              <a:solidFill>
                <a:sysClr val="windowText" lastClr="000000"/>
              </a:solidFill>
            </a:endParaRPr>
          </a:p>
        </p:txBody>
      </p:sp>
      <p:sp>
        <p:nvSpPr>
          <p:cNvPr id="18" name="bg object 18"/>
          <p:cNvSpPr/>
          <p:nvPr/>
        </p:nvSpPr>
        <p:spPr>
          <a:xfrm>
            <a:off x="2779776" y="6550153"/>
            <a:ext cx="3440853" cy="48895"/>
          </a:xfrm>
          <a:custGeom>
            <a:avLst/>
            <a:gdLst/>
            <a:ahLst/>
            <a:cxnLst/>
            <a:rect l="l" t="t" r="r" b="b"/>
            <a:pathLst>
              <a:path w="2580640" h="48895">
                <a:moveTo>
                  <a:pt x="2580132" y="0"/>
                </a:moveTo>
                <a:lnTo>
                  <a:pt x="0" y="0"/>
                </a:lnTo>
                <a:lnTo>
                  <a:pt x="0" y="48768"/>
                </a:lnTo>
                <a:lnTo>
                  <a:pt x="2580132" y="48768"/>
                </a:lnTo>
                <a:lnTo>
                  <a:pt x="2580132" y="0"/>
                </a:lnTo>
                <a:close/>
              </a:path>
            </a:pathLst>
          </a:custGeom>
          <a:solidFill>
            <a:srgbClr val="FBAF17"/>
          </a:solidFill>
        </p:spPr>
        <p:txBody>
          <a:bodyPr wrap="square" lIns="0" tIns="0" rIns="0" bIns="0" rtlCol="0"/>
          <a:lstStyle/>
          <a:p>
            <a:endParaRPr kern="0">
              <a:solidFill>
                <a:sysClr val="windowText" lastClr="000000"/>
              </a:solidFill>
            </a:endParaRPr>
          </a:p>
        </p:txBody>
      </p:sp>
      <p:sp>
        <p:nvSpPr>
          <p:cNvPr id="19" name="bg object 19"/>
          <p:cNvSpPr/>
          <p:nvPr/>
        </p:nvSpPr>
        <p:spPr>
          <a:xfrm>
            <a:off x="5994400" y="6553200"/>
            <a:ext cx="3105573" cy="45720"/>
          </a:xfrm>
          <a:custGeom>
            <a:avLst/>
            <a:gdLst/>
            <a:ahLst/>
            <a:cxnLst/>
            <a:rect l="l" t="t" r="r" b="b"/>
            <a:pathLst>
              <a:path w="2329179" h="45720">
                <a:moveTo>
                  <a:pt x="2328672" y="0"/>
                </a:moveTo>
                <a:lnTo>
                  <a:pt x="0" y="0"/>
                </a:lnTo>
                <a:lnTo>
                  <a:pt x="0" y="45720"/>
                </a:lnTo>
                <a:lnTo>
                  <a:pt x="2328672" y="45720"/>
                </a:lnTo>
                <a:lnTo>
                  <a:pt x="2328672" y="0"/>
                </a:lnTo>
                <a:close/>
              </a:path>
            </a:pathLst>
          </a:custGeom>
          <a:solidFill>
            <a:srgbClr val="76C2E4"/>
          </a:solidFill>
        </p:spPr>
        <p:txBody>
          <a:bodyPr wrap="square" lIns="0" tIns="0" rIns="0" bIns="0" rtlCol="0"/>
          <a:lstStyle/>
          <a:p>
            <a:endParaRPr kern="0">
              <a:solidFill>
                <a:sysClr val="windowText" lastClr="000000"/>
              </a:solidFill>
            </a:endParaRPr>
          </a:p>
        </p:txBody>
      </p:sp>
      <p:sp>
        <p:nvSpPr>
          <p:cNvPr id="20" name="bg object 20"/>
          <p:cNvSpPr/>
          <p:nvPr/>
        </p:nvSpPr>
        <p:spPr>
          <a:xfrm>
            <a:off x="2844800" y="6553200"/>
            <a:ext cx="3149600" cy="45720"/>
          </a:xfrm>
          <a:custGeom>
            <a:avLst/>
            <a:gdLst/>
            <a:ahLst/>
            <a:cxnLst/>
            <a:rect l="l" t="t" r="r" b="b"/>
            <a:pathLst>
              <a:path w="2362200" h="45720">
                <a:moveTo>
                  <a:pt x="2362200" y="0"/>
                </a:moveTo>
                <a:lnTo>
                  <a:pt x="0" y="0"/>
                </a:lnTo>
                <a:lnTo>
                  <a:pt x="0" y="45720"/>
                </a:lnTo>
                <a:lnTo>
                  <a:pt x="2362200" y="45720"/>
                </a:lnTo>
                <a:lnTo>
                  <a:pt x="2362200" y="0"/>
                </a:lnTo>
                <a:close/>
              </a:path>
            </a:pathLst>
          </a:custGeom>
          <a:solidFill>
            <a:srgbClr val="FBAF17"/>
          </a:solidFill>
        </p:spPr>
        <p:txBody>
          <a:bodyPr wrap="square" lIns="0" tIns="0" rIns="0" bIns="0" rtlCol="0"/>
          <a:lstStyle/>
          <a:p>
            <a:endParaRPr kern="0">
              <a:solidFill>
                <a:sysClr val="windowText" lastClr="000000"/>
              </a:solidFill>
            </a:endParaRPr>
          </a:p>
        </p:txBody>
      </p:sp>
      <p:sp>
        <p:nvSpPr>
          <p:cNvPr id="21" name="bg object 21"/>
          <p:cNvSpPr/>
          <p:nvPr/>
        </p:nvSpPr>
        <p:spPr>
          <a:xfrm>
            <a:off x="9087104" y="6553200"/>
            <a:ext cx="3105573" cy="45720"/>
          </a:xfrm>
          <a:custGeom>
            <a:avLst/>
            <a:gdLst/>
            <a:ahLst/>
            <a:cxnLst/>
            <a:rect l="l" t="t" r="r" b="b"/>
            <a:pathLst>
              <a:path w="2329179" h="45720">
                <a:moveTo>
                  <a:pt x="2328672" y="0"/>
                </a:moveTo>
                <a:lnTo>
                  <a:pt x="0" y="0"/>
                </a:lnTo>
                <a:lnTo>
                  <a:pt x="0" y="45720"/>
                </a:lnTo>
                <a:lnTo>
                  <a:pt x="2328672" y="45720"/>
                </a:lnTo>
                <a:lnTo>
                  <a:pt x="2328672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 kern="0">
              <a:solidFill>
                <a:sysClr val="windowText" lastClr="000000"/>
              </a:solidFill>
            </a:endParaRPr>
          </a:p>
        </p:txBody>
      </p:sp>
      <p:pic>
        <p:nvPicPr>
          <p:cNvPr id="22" name="bg object 22"/>
          <p:cNvPicPr/>
          <p:nvPr/>
        </p:nvPicPr>
        <p:blipFill>
          <a:blip r:embed="rId43" cstate="print"/>
          <a:stretch>
            <a:fillRect/>
          </a:stretch>
        </p:blipFill>
        <p:spPr>
          <a:xfrm>
            <a:off x="8839201" y="0"/>
            <a:ext cx="2926079" cy="691896"/>
          </a:xfrm>
          <a:prstGeom prst="rect">
            <a:avLst/>
          </a:prstGeom>
        </p:spPr>
      </p:pic>
      <p:sp>
        <p:nvSpPr>
          <p:cNvPr id="23" name="bg object 23"/>
          <p:cNvSpPr/>
          <p:nvPr/>
        </p:nvSpPr>
        <p:spPr>
          <a:xfrm>
            <a:off x="3149600" y="1295400"/>
            <a:ext cx="3105573" cy="45720"/>
          </a:xfrm>
          <a:custGeom>
            <a:avLst/>
            <a:gdLst/>
            <a:ahLst/>
            <a:cxnLst/>
            <a:rect l="l" t="t" r="r" b="b"/>
            <a:pathLst>
              <a:path w="2329179" h="45719">
                <a:moveTo>
                  <a:pt x="2328672" y="0"/>
                </a:moveTo>
                <a:lnTo>
                  <a:pt x="0" y="0"/>
                </a:lnTo>
                <a:lnTo>
                  <a:pt x="0" y="45720"/>
                </a:lnTo>
                <a:lnTo>
                  <a:pt x="2328672" y="45720"/>
                </a:lnTo>
                <a:lnTo>
                  <a:pt x="2328672" y="0"/>
                </a:lnTo>
                <a:close/>
              </a:path>
            </a:pathLst>
          </a:custGeom>
          <a:solidFill>
            <a:srgbClr val="76C2E4"/>
          </a:solidFill>
        </p:spPr>
        <p:txBody>
          <a:bodyPr wrap="square" lIns="0" tIns="0" rIns="0" bIns="0" rtlCol="0"/>
          <a:lstStyle/>
          <a:p>
            <a:endParaRPr kern="0">
              <a:solidFill>
                <a:sysClr val="windowText" lastClr="000000"/>
              </a:solidFill>
            </a:endParaRPr>
          </a:p>
        </p:txBody>
      </p:sp>
      <p:sp>
        <p:nvSpPr>
          <p:cNvPr id="24" name="bg object 24"/>
          <p:cNvSpPr/>
          <p:nvPr/>
        </p:nvSpPr>
        <p:spPr>
          <a:xfrm>
            <a:off x="0" y="1295400"/>
            <a:ext cx="3149600" cy="45720"/>
          </a:xfrm>
          <a:custGeom>
            <a:avLst/>
            <a:gdLst/>
            <a:ahLst/>
            <a:cxnLst/>
            <a:rect l="l" t="t" r="r" b="b"/>
            <a:pathLst>
              <a:path w="2362200" h="45719">
                <a:moveTo>
                  <a:pt x="2362200" y="0"/>
                </a:moveTo>
                <a:lnTo>
                  <a:pt x="0" y="0"/>
                </a:lnTo>
                <a:lnTo>
                  <a:pt x="0" y="45720"/>
                </a:lnTo>
                <a:lnTo>
                  <a:pt x="2362200" y="45720"/>
                </a:lnTo>
                <a:lnTo>
                  <a:pt x="2362200" y="0"/>
                </a:lnTo>
                <a:close/>
              </a:path>
            </a:pathLst>
          </a:custGeom>
          <a:solidFill>
            <a:srgbClr val="FBAF17"/>
          </a:solidFill>
        </p:spPr>
        <p:txBody>
          <a:bodyPr wrap="square" lIns="0" tIns="0" rIns="0" bIns="0" rtlCol="0"/>
          <a:lstStyle/>
          <a:p>
            <a:endParaRPr kern="0">
              <a:solidFill>
                <a:sysClr val="windowText" lastClr="000000"/>
              </a:solidFill>
            </a:endParaRPr>
          </a:p>
        </p:txBody>
      </p:sp>
      <p:sp>
        <p:nvSpPr>
          <p:cNvPr id="25" name="bg object 25"/>
          <p:cNvSpPr/>
          <p:nvPr/>
        </p:nvSpPr>
        <p:spPr>
          <a:xfrm>
            <a:off x="6242304" y="1295400"/>
            <a:ext cx="3105573" cy="45720"/>
          </a:xfrm>
          <a:custGeom>
            <a:avLst/>
            <a:gdLst/>
            <a:ahLst/>
            <a:cxnLst/>
            <a:rect l="l" t="t" r="r" b="b"/>
            <a:pathLst>
              <a:path w="2329179" h="45719">
                <a:moveTo>
                  <a:pt x="2328672" y="0"/>
                </a:moveTo>
                <a:lnTo>
                  <a:pt x="0" y="0"/>
                </a:lnTo>
                <a:lnTo>
                  <a:pt x="0" y="45720"/>
                </a:lnTo>
                <a:lnTo>
                  <a:pt x="2328672" y="45720"/>
                </a:lnTo>
                <a:lnTo>
                  <a:pt x="2328672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 kern="0">
              <a:solidFill>
                <a:sysClr val="windowText" lastClr="000000"/>
              </a:solidFill>
            </a:endParaRPr>
          </a:p>
        </p:txBody>
      </p:sp>
      <p:sp>
        <p:nvSpPr>
          <p:cNvPr id="8" name="Title Placeholder 7"/>
          <p:cNvSpPr>
            <a:spLocks noGrp="1"/>
          </p:cNvSpPr>
          <p:nvPr>
            <p:ph type="title"/>
          </p:nvPr>
        </p:nvSpPr>
        <p:spPr>
          <a:xfrm>
            <a:off x="231987" y="32163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idx="1"/>
          </p:nvPr>
        </p:nvSpPr>
        <p:spPr>
          <a:xfrm>
            <a:off x="406400" y="1676400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915298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86" r:id="rId12"/>
    <p:sldLayoutId id="2147483687" r:id="rId13"/>
    <p:sldLayoutId id="2147483688" r:id="rId14"/>
    <p:sldLayoutId id="2147483689" r:id="rId15"/>
    <p:sldLayoutId id="2147483690" r:id="rId16"/>
    <p:sldLayoutId id="2147483691" r:id="rId17"/>
    <p:sldLayoutId id="2147483692" r:id="rId18"/>
    <p:sldLayoutId id="2147483693" r:id="rId19"/>
    <p:sldLayoutId id="2147483694" r:id="rId20"/>
    <p:sldLayoutId id="2147483695" r:id="rId21"/>
    <p:sldLayoutId id="2147483696" r:id="rId22"/>
    <p:sldLayoutId id="2147483697" r:id="rId23"/>
    <p:sldLayoutId id="2147483698" r:id="rId24"/>
    <p:sldLayoutId id="2147483699" r:id="rId25"/>
    <p:sldLayoutId id="2147483700" r:id="rId26"/>
    <p:sldLayoutId id="2147483701" r:id="rId27"/>
    <p:sldLayoutId id="2147483702" r:id="rId28"/>
    <p:sldLayoutId id="2147483703" r:id="rId29"/>
    <p:sldLayoutId id="2147483704" r:id="rId30"/>
    <p:sldLayoutId id="2147483705" r:id="rId31"/>
    <p:sldLayoutId id="2147483706" r:id="rId32"/>
    <p:sldLayoutId id="2147483707" r:id="rId33"/>
    <p:sldLayoutId id="2147483708" r:id="rId34"/>
    <p:sldLayoutId id="2147483709" r:id="rId35"/>
    <p:sldLayoutId id="2147483710" r:id="rId36"/>
    <p:sldLayoutId id="2147483711" r:id="rId37"/>
    <p:sldLayoutId id="2147483712" r:id="rId38"/>
    <p:sldLayoutId id="2147483713" r:id="rId39"/>
    <p:sldLayoutId id="2147483714" r:id="rId40"/>
    <p:sldLayoutId id="2147483715" r:id="rId41"/>
  </p:sldLayoutIdLst>
  <p:txStyles>
    <p:titleStyle>
      <a:lvl1pPr>
        <a:defRPr sz="3600">
          <a:latin typeface="Cambria" panose="02040503050406030204" pitchFamily="18" charset="0"/>
          <a:ea typeface="Cambria" panose="02040503050406030204" pitchFamily="18" charset="0"/>
          <a:cs typeface="+mj-cs"/>
        </a:defRPr>
      </a:lvl1pPr>
    </p:titleStyle>
    <p:bodyStyle>
      <a:lvl1pPr marL="0">
        <a:defRPr sz="2400">
          <a:latin typeface="Cambria" panose="02040503050406030204" pitchFamily="18" charset="0"/>
          <a:ea typeface="Cambria" panose="02040503050406030204" pitchFamily="18" charset="0"/>
          <a:cs typeface="+mn-cs"/>
        </a:defRPr>
      </a:lvl1pPr>
      <a:lvl2pPr marL="457200">
        <a:defRPr sz="2400">
          <a:latin typeface="Cambria" panose="02040503050406030204" pitchFamily="18" charset="0"/>
          <a:ea typeface="Cambria" panose="02040503050406030204" pitchFamily="18" charset="0"/>
          <a:cs typeface="+mn-cs"/>
        </a:defRPr>
      </a:lvl2pPr>
      <a:lvl3pPr marL="914400">
        <a:defRPr sz="2400">
          <a:latin typeface="Cambria" panose="02040503050406030204" pitchFamily="18" charset="0"/>
          <a:ea typeface="Cambria" panose="02040503050406030204" pitchFamily="18" charset="0"/>
          <a:cs typeface="+mn-cs"/>
        </a:defRPr>
      </a:lvl3pPr>
      <a:lvl4pPr marL="1371600">
        <a:defRPr sz="2400">
          <a:latin typeface="Cambria" panose="02040503050406030204" pitchFamily="18" charset="0"/>
          <a:ea typeface="Cambria" panose="02040503050406030204" pitchFamily="18" charset="0"/>
          <a:cs typeface="+mn-cs"/>
        </a:defRPr>
      </a:lvl4pPr>
      <a:lvl5pPr marL="1828800">
        <a:defRPr sz="2400">
          <a:latin typeface="Cambria" panose="02040503050406030204" pitchFamily="18" charset="0"/>
          <a:ea typeface="Cambria" panose="02040503050406030204" pitchFamily="18" charset="0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4.xml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4.xml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4.xml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4.xml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1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1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5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1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5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54.xml"/><Relationship Id="rId4" Type="http://schemas.openxmlformats.org/officeDocument/2006/relationships/image" Target="../media/image18.jp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54.xml"/><Relationship Id="rId4" Type="http://schemas.openxmlformats.org/officeDocument/2006/relationships/image" Target="../media/image18.jp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54.xml"/><Relationship Id="rId5" Type="http://schemas.openxmlformats.org/officeDocument/2006/relationships/image" Target="../media/image19.jpg"/><Relationship Id="rId4" Type="http://schemas.openxmlformats.org/officeDocument/2006/relationships/image" Target="../media/image17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54.xml"/><Relationship Id="rId6" Type="http://schemas.openxmlformats.org/officeDocument/2006/relationships/image" Target="../media/image20.png"/><Relationship Id="rId5" Type="http://schemas.openxmlformats.org/officeDocument/2006/relationships/image" Target="../media/image19.jpg"/><Relationship Id="rId4" Type="http://schemas.openxmlformats.org/officeDocument/2006/relationships/image" Target="../media/image17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g"/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54.xml"/><Relationship Id="rId4" Type="http://schemas.openxmlformats.org/officeDocument/2006/relationships/image" Target="../media/image17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54.xml"/><Relationship Id="rId5" Type="http://schemas.openxmlformats.org/officeDocument/2006/relationships/image" Target="../media/image21.jpg"/><Relationship Id="rId4" Type="http://schemas.openxmlformats.org/officeDocument/2006/relationships/image" Target="../media/image19.jp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54.xml"/><Relationship Id="rId6" Type="http://schemas.openxmlformats.org/officeDocument/2006/relationships/image" Target="../media/image22.jpg"/><Relationship Id="rId5" Type="http://schemas.openxmlformats.org/officeDocument/2006/relationships/image" Target="../media/image21.jpg"/><Relationship Id="rId4" Type="http://schemas.openxmlformats.org/officeDocument/2006/relationships/image" Target="../media/image19.jp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jpg"/><Relationship Id="rId3" Type="http://schemas.openxmlformats.org/officeDocument/2006/relationships/image" Target="../media/image17.png"/><Relationship Id="rId7" Type="http://schemas.openxmlformats.org/officeDocument/2006/relationships/image" Target="../media/image22.jpg"/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54.xml"/><Relationship Id="rId6" Type="http://schemas.openxmlformats.org/officeDocument/2006/relationships/image" Target="../media/image19.jpg"/><Relationship Id="rId5" Type="http://schemas.openxmlformats.org/officeDocument/2006/relationships/image" Target="../media/image24.png"/><Relationship Id="rId4" Type="http://schemas.openxmlformats.org/officeDocument/2006/relationships/image" Target="../media/image16.jp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7" Type="http://schemas.openxmlformats.org/officeDocument/2006/relationships/image" Target="../media/image28.jpg"/><Relationship Id="rId2" Type="http://schemas.openxmlformats.org/officeDocument/2006/relationships/image" Target="../media/image26.jpg"/><Relationship Id="rId1" Type="http://schemas.openxmlformats.org/officeDocument/2006/relationships/slideLayout" Target="../slideLayouts/slideLayout54.xml"/><Relationship Id="rId6" Type="http://schemas.openxmlformats.org/officeDocument/2006/relationships/image" Target="../media/image27.png"/><Relationship Id="rId5" Type="http://schemas.openxmlformats.org/officeDocument/2006/relationships/image" Target="../media/image19.jpg"/><Relationship Id="rId4" Type="http://schemas.openxmlformats.org/officeDocument/2006/relationships/image" Target="../media/image16.jp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16.jpg"/><Relationship Id="rId7" Type="http://schemas.openxmlformats.org/officeDocument/2006/relationships/image" Target="../media/image26.jp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54.xml"/><Relationship Id="rId6" Type="http://schemas.openxmlformats.org/officeDocument/2006/relationships/image" Target="../media/image28.jpg"/><Relationship Id="rId5" Type="http://schemas.openxmlformats.org/officeDocument/2006/relationships/image" Target="../media/image27.png"/><Relationship Id="rId4" Type="http://schemas.openxmlformats.org/officeDocument/2006/relationships/image" Target="../media/image19.jpg"/><Relationship Id="rId9" Type="http://schemas.openxmlformats.org/officeDocument/2006/relationships/image" Target="../media/image30.jp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54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54.xml"/><Relationship Id="rId4" Type="http://schemas.openxmlformats.org/officeDocument/2006/relationships/image" Target="../media/image31.jp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54.xml"/><Relationship Id="rId4" Type="http://schemas.openxmlformats.org/officeDocument/2006/relationships/image" Target="../media/image31.jp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54.xml"/><Relationship Id="rId5" Type="http://schemas.openxmlformats.org/officeDocument/2006/relationships/image" Target="../media/image33.jpg"/><Relationship Id="rId4" Type="http://schemas.openxmlformats.org/officeDocument/2006/relationships/image" Target="../media/image32.jp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54.xml"/><Relationship Id="rId5" Type="http://schemas.openxmlformats.org/officeDocument/2006/relationships/image" Target="../media/image33.jpg"/><Relationship Id="rId4" Type="http://schemas.openxmlformats.org/officeDocument/2006/relationships/image" Target="../media/image32.jp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5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5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15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15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5.xml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5.xml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44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5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48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50.png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4438650" y="3714750"/>
            <a:ext cx="4629150" cy="1143000"/>
          </a:xfrm>
        </p:spPr>
        <p:txBody>
          <a:bodyPr/>
          <a:lstStyle/>
          <a:p>
            <a:pPr>
              <a:defRPr/>
            </a:pPr>
            <a:b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Large Language Models for Generative AI</a:t>
            </a:r>
          </a:p>
        </p:txBody>
      </p:sp>
      <p:sp>
        <p:nvSpPr>
          <p:cNvPr id="14339" name="Content Placeholder 5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eaLnBrk="1" hangingPunct="1">
              <a:spcBef>
                <a:spcPct val="0"/>
              </a:spcBef>
            </a:pPr>
            <a:r>
              <a:rPr lang="en-US" sz="1500" i="1" dirty="0">
                <a:latin typeface="Times New Roman" pitchFamily="18" charset="0"/>
                <a:cs typeface="Times New Roman" pitchFamily="18" charset="0"/>
              </a:rPr>
              <a:t>Dr. </a:t>
            </a:r>
            <a:r>
              <a:rPr lang="en-US" sz="1500" i="1" dirty="0" err="1">
                <a:latin typeface="Times New Roman" pitchFamily="18" charset="0"/>
                <a:cs typeface="Times New Roman" pitchFamily="18" charset="0"/>
              </a:rPr>
              <a:t>Monali</a:t>
            </a:r>
            <a:r>
              <a:rPr lang="en-US" sz="1500" i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500" i="1" dirty="0" err="1">
                <a:latin typeface="Times New Roman" pitchFamily="18" charset="0"/>
                <a:cs typeface="Times New Roman" pitchFamily="18" charset="0"/>
              </a:rPr>
              <a:t>Mavani</a:t>
            </a:r>
            <a:endParaRPr lang="en-US" sz="1500" i="1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408920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 idx="4294967295"/>
          </p:nvPr>
        </p:nvSpPr>
        <p:spPr>
          <a:xfrm>
            <a:off x="2438400" y="457327"/>
            <a:ext cx="7315200" cy="4801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Large Language Models for Generative AI</a:t>
            </a:r>
            <a:endParaRPr sz="2700" dirty="0">
              <a:latin typeface="Cambria" panose="02040503050406030204" pitchFamily="18" charset="0"/>
              <a:ea typeface="Cambria" panose="02040503050406030204" pitchFamily="18" charset="0"/>
              <a:cs typeface="+mn-c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758786" y="4133141"/>
            <a:ext cx="6777644" cy="848137"/>
          </a:xfrm>
          <a:prstGeom prst="rect">
            <a:avLst/>
          </a:prstGeom>
        </p:spPr>
        <p:txBody>
          <a:bodyPr vert="horz" wrap="square" lIns="0" tIns="24595" rIns="0" bIns="0" rtlCol="0">
            <a:spAutoFit/>
          </a:bodyPr>
          <a:lstStyle/>
          <a:p>
            <a:pPr marL="99961" marR="29325" lvl="0" indent="-93969" algn="l" defTabSz="914400" rtl="0" eaLnBrk="1" fontAlgn="base" latinLnBrk="0" hangingPunct="1">
              <a:lnSpc>
                <a:spcPts val="1153"/>
              </a:lnSpc>
              <a:spcBef>
                <a:spcPts val="194"/>
              </a:spcBef>
              <a:spcAft>
                <a:spcPct val="0"/>
              </a:spcAft>
              <a:buClrTx/>
              <a:buSzTx/>
              <a:buFont typeface="Arial MT"/>
              <a:buChar char="•"/>
              <a:tabLst>
                <a:tab pos="100276" algn="l"/>
              </a:tabLst>
              <a:defRPr/>
            </a:pPr>
            <a:r>
              <a:rPr kumimoji="0" sz="1200" b="0" i="0" u="none" strike="noStrike" kern="1200" cap="none" spc="-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The </a:t>
            </a:r>
            <a:r>
              <a:rPr kumimoji="0" sz="1200" b="0" i="0" u="none" strike="noStrike" kern="1200" cap="none" spc="-8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content </a:t>
            </a:r>
            <a:r>
              <a:rPr kumimoji="0" sz="12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for </a:t>
            </a:r>
            <a:r>
              <a:rPr kumimoji="0" sz="1200" b="0" i="0" u="none" strike="noStrike" kern="1200" cap="none" spc="-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these slides has been </a:t>
            </a:r>
            <a:r>
              <a:rPr kumimoji="0" sz="12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obtained </a:t>
            </a:r>
            <a:r>
              <a:rPr kumimoji="0" sz="1200" b="0" i="0" u="none" strike="noStrike" kern="1200" cap="none" spc="-8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from </a:t>
            </a:r>
            <a:r>
              <a:rPr kumimoji="0" sz="12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books </a:t>
            </a:r>
            <a:r>
              <a:rPr kumimoji="0" sz="1200" b="0" i="0" u="none" strike="noStrike" kern="1200" cap="none" spc="-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and </a:t>
            </a:r>
            <a:r>
              <a:rPr kumimoji="0" sz="12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various other </a:t>
            </a:r>
            <a:r>
              <a:rPr kumimoji="0" sz="1200" b="0" i="0" u="none" strike="noStrike" kern="1200" cap="none" spc="-23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 </a:t>
            </a:r>
            <a:r>
              <a:rPr kumimoji="0" sz="12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source</a:t>
            </a:r>
            <a:r>
              <a:rPr kumimoji="0" sz="12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 </a:t>
            </a:r>
            <a:r>
              <a:rPr kumimoji="0" sz="1200" b="0" i="0" u="none" strike="noStrike" kern="1200" cap="none" spc="-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on the </a:t>
            </a:r>
            <a:r>
              <a:rPr kumimoji="0" sz="1200" b="0" i="0" u="none" strike="noStrike" kern="1200" cap="none" spc="-8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Internet</a:t>
            </a:r>
            <a:endParaRPr kumimoji="0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mbria" panose="02040503050406030204" pitchFamily="18" charset="0"/>
              <a:ea typeface="Cambria" panose="02040503050406030204" pitchFamily="18" charset="0"/>
              <a:cs typeface="Calibri"/>
            </a:endParaRPr>
          </a:p>
          <a:p>
            <a:pPr marL="99961" marR="0" lvl="0" indent="-93969" algn="l" defTabSz="914400" rtl="0" eaLnBrk="1" fontAlgn="base" latinLnBrk="0" hangingPunct="1">
              <a:lnSpc>
                <a:spcPct val="100000"/>
              </a:lnSpc>
              <a:spcBef>
                <a:spcPts val="258"/>
              </a:spcBef>
              <a:spcAft>
                <a:spcPct val="0"/>
              </a:spcAft>
              <a:buClrTx/>
              <a:buSzTx/>
              <a:buFont typeface="Arial MT"/>
              <a:buChar char="•"/>
              <a:tabLst>
                <a:tab pos="100276" algn="l"/>
              </a:tabLst>
              <a:defRPr/>
            </a:pPr>
            <a:r>
              <a:rPr kumimoji="0" sz="1200" b="0" i="0" u="none" strike="noStrike" kern="1200" cap="none" spc="-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I</a:t>
            </a:r>
            <a:r>
              <a:rPr kumimoji="0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 </a:t>
            </a:r>
            <a:r>
              <a:rPr kumimoji="0" sz="1200" b="0" i="0" u="none" strike="noStrike" kern="1200" cap="none" spc="-8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here</a:t>
            </a:r>
            <a:r>
              <a:rPr kumimoji="0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 </a:t>
            </a:r>
            <a:r>
              <a:rPr kumimoji="0" sz="12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by</a:t>
            </a:r>
            <a:r>
              <a:rPr kumimoji="0" sz="1200" b="0" i="0" u="none" strike="noStrike" kern="1200" cap="none" spc="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 </a:t>
            </a:r>
            <a:r>
              <a:rPr kumimoji="0" sz="12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acknowledge</a:t>
            </a:r>
            <a:r>
              <a:rPr kumimoji="0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 </a:t>
            </a:r>
            <a:r>
              <a:rPr kumimoji="0" sz="1200" b="0" i="0" u="none" strike="noStrike" kern="1200" cap="none" spc="-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all</a:t>
            </a:r>
            <a:r>
              <a:rPr kumimoji="0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 </a:t>
            </a:r>
            <a:r>
              <a:rPr kumimoji="0" sz="1200" b="0" i="0" u="none" strike="noStrike" kern="1200" cap="none" spc="-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the</a:t>
            </a:r>
            <a:r>
              <a:rPr kumimoji="0" sz="1200" b="0" i="0" u="none" strike="noStrike" kern="1200" cap="none" spc="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 </a:t>
            </a:r>
            <a:r>
              <a:rPr kumimoji="0" sz="1200" b="0" i="0" u="none" strike="noStrike" kern="1200" cap="none" spc="-8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contributors</a:t>
            </a:r>
            <a:r>
              <a:rPr kumimoji="0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 </a:t>
            </a:r>
            <a:r>
              <a:rPr kumimoji="0" sz="12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for</a:t>
            </a:r>
            <a:r>
              <a:rPr kumimoji="0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 </a:t>
            </a:r>
            <a:r>
              <a:rPr kumimoji="0" sz="1200" b="0" i="0" u="none" strike="noStrike" kern="1200" cap="none" spc="-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their</a:t>
            </a:r>
            <a:r>
              <a:rPr kumimoji="0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 </a:t>
            </a:r>
            <a:r>
              <a:rPr kumimoji="0" sz="12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material</a:t>
            </a:r>
            <a:r>
              <a:rPr kumimoji="0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 </a:t>
            </a:r>
            <a:r>
              <a:rPr kumimoji="0" sz="1200" b="0" i="0" u="none" strike="noStrike" kern="1200" cap="none" spc="-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and</a:t>
            </a:r>
            <a:r>
              <a:rPr kumimoji="0" sz="1200" b="0" i="0" u="none" strike="noStrike" kern="1200" cap="none" spc="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 </a:t>
            </a:r>
            <a:r>
              <a:rPr kumimoji="0" sz="12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inputs.</a:t>
            </a:r>
            <a:endParaRPr kumimoji="0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mbria" panose="02040503050406030204" pitchFamily="18" charset="0"/>
              <a:ea typeface="Cambria" panose="02040503050406030204" pitchFamily="18" charset="0"/>
              <a:cs typeface="Calibri"/>
            </a:endParaRPr>
          </a:p>
          <a:p>
            <a:pPr marL="99961" marR="0" lvl="0" indent="-93969" algn="l" defTabSz="914400" rtl="0" eaLnBrk="1" fontAlgn="base" latinLnBrk="0" hangingPunct="1">
              <a:lnSpc>
                <a:spcPct val="100000"/>
              </a:lnSpc>
              <a:spcBef>
                <a:spcPts val="281"/>
              </a:spcBef>
              <a:spcAft>
                <a:spcPct val="0"/>
              </a:spcAft>
              <a:buClrTx/>
              <a:buSzTx/>
              <a:buFont typeface="Arial MT"/>
              <a:buChar char="•"/>
              <a:tabLst>
                <a:tab pos="100276" algn="l"/>
              </a:tabLst>
              <a:defRPr/>
            </a:pPr>
            <a:r>
              <a:rPr kumimoji="0" sz="1200" b="0" i="0" u="none" strike="noStrike" kern="1200" cap="none" spc="-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I </a:t>
            </a:r>
            <a:r>
              <a:rPr kumimoji="0" sz="12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have</a:t>
            </a:r>
            <a:r>
              <a:rPr kumimoji="0" sz="1200" b="0" i="0" u="none" strike="noStrike" kern="1200" cap="none" spc="-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 </a:t>
            </a:r>
            <a:r>
              <a:rPr kumimoji="0" sz="12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provided</a:t>
            </a:r>
            <a:r>
              <a:rPr kumimoji="0" sz="1200" b="0" i="0" u="none" strike="noStrike" kern="1200" cap="none" spc="-8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 </a:t>
            </a:r>
            <a:r>
              <a:rPr kumimoji="0" sz="12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source</a:t>
            </a:r>
            <a:r>
              <a:rPr kumimoji="0" sz="1200" b="0" i="0" u="none" strike="noStrike" kern="1200" cap="none" spc="-8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 information</a:t>
            </a:r>
            <a:r>
              <a:rPr kumimoji="0" sz="1200" b="0" i="0" u="none" strike="noStrike" kern="1200" cap="none" spc="-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 </a:t>
            </a:r>
            <a:r>
              <a:rPr kumimoji="0" sz="1200" b="0" i="0" u="none" strike="noStrike" kern="1200" cap="none" spc="-8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wherever </a:t>
            </a:r>
            <a:r>
              <a:rPr kumimoji="0" sz="1200" b="0" i="0" u="none" strike="noStrike" kern="1200" cap="none" spc="-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necessary</a:t>
            </a:r>
            <a:endParaRPr kumimoji="0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mbria" panose="02040503050406030204" pitchFamily="18" charset="0"/>
              <a:ea typeface="Cambria" panose="02040503050406030204" pitchFamily="18" charset="0"/>
              <a:cs typeface="Calibri"/>
            </a:endParaRPr>
          </a:p>
          <a:p>
            <a:pPr marL="99961" marR="0" lvl="0" indent="-93969" algn="l" defTabSz="914400" rtl="0" eaLnBrk="1" fontAlgn="base" latinLnBrk="0" hangingPunct="1">
              <a:lnSpc>
                <a:spcPct val="100000"/>
              </a:lnSpc>
              <a:spcBef>
                <a:spcPts val="281"/>
              </a:spcBef>
              <a:spcAft>
                <a:spcPct val="0"/>
              </a:spcAft>
              <a:buClrTx/>
              <a:buSzTx/>
              <a:buFont typeface="Arial MT"/>
              <a:buChar char="•"/>
              <a:tabLst>
                <a:tab pos="100276" algn="l"/>
              </a:tabLst>
              <a:defRPr/>
            </a:pPr>
            <a:r>
              <a:rPr kumimoji="0" sz="1200" b="0" i="0" u="none" strike="noStrike" kern="1200" cap="none" spc="-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I </a:t>
            </a:r>
            <a:r>
              <a:rPr kumimoji="0" sz="12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have</a:t>
            </a:r>
            <a:r>
              <a:rPr kumimoji="0" sz="1200" b="0" i="0" u="none" strike="noStrike" kern="1200" cap="none" spc="-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 added</a:t>
            </a:r>
            <a:r>
              <a:rPr kumimoji="0" sz="1200" b="0" i="0" u="none" strike="noStrike" kern="1200" cap="none" spc="-8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 </a:t>
            </a:r>
            <a:r>
              <a:rPr kumimoji="0" sz="1200" b="0" i="0" u="none" strike="noStrike" kern="1200" cap="none" spc="-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and </a:t>
            </a:r>
            <a:r>
              <a:rPr kumimoji="0" sz="12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modified</a:t>
            </a:r>
            <a:r>
              <a:rPr kumimoji="0" sz="1200" b="0" i="0" u="none" strike="noStrike" kern="1200" cap="none" spc="-8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 </a:t>
            </a:r>
            <a:r>
              <a:rPr kumimoji="0" sz="1200" b="0" i="0" u="none" strike="noStrike" kern="1200" cap="none" spc="-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the</a:t>
            </a:r>
            <a:r>
              <a:rPr kumimoji="0" sz="1200" b="0" i="0" u="none" strike="noStrike" kern="1200" cap="none" spc="-8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 content to</a:t>
            </a:r>
            <a:r>
              <a:rPr kumimoji="0" sz="1200" b="0" i="0" u="none" strike="noStrike" kern="1200" cap="none" spc="-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 suit the</a:t>
            </a:r>
            <a:r>
              <a:rPr kumimoji="0" sz="1200" b="0" i="0" u="none" strike="noStrike" kern="1200" cap="none" spc="-8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 </a:t>
            </a:r>
            <a:r>
              <a:rPr kumimoji="0" sz="12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requirements</a:t>
            </a:r>
            <a:r>
              <a:rPr kumimoji="0" sz="1200" b="0" i="0" u="none" strike="noStrike" kern="1200" cap="none" spc="-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 </a:t>
            </a:r>
            <a:r>
              <a:rPr kumimoji="0" sz="1200" b="0" i="0" u="none" strike="noStrike" kern="1200" cap="none" spc="-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of the</a:t>
            </a:r>
            <a:r>
              <a:rPr kumimoji="0" sz="1200" b="0" i="0" u="none" strike="noStrike" kern="1200" cap="none" spc="-8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 course</a:t>
            </a:r>
            <a:endParaRPr kumimoji="0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mbria" panose="02040503050406030204" pitchFamily="18" charset="0"/>
              <a:ea typeface="Cambria" panose="02040503050406030204" pitchFamily="18" charset="0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467389" y="2171701"/>
            <a:ext cx="4274196" cy="233216"/>
          </a:xfrm>
          <a:prstGeom prst="rect">
            <a:avLst/>
          </a:prstGeom>
        </p:spPr>
        <p:txBody>
          <a:bodyPr vert="horz" wrap="square" lIns="0" tIns="7568" rIns="0" bIns="0" rtlCol="0">
            <a:spAutoFit/>
          </a:bodyPr>
          <a:lstStyle/>
          <a:p>
            <a:pPr marL="6306" marR="0" lvl="0" indent="0" algn="l" defTabSz="914400" rtl="0" eaLnBrk="1" fontAlgn="base" latinLnBrk="0" hangingPunct="1">
              <a:lnSpc>
                <a:spcPct val="100000"/>
              </a:lnSpc>
              <a:spcBef>
                <a:spcPts val="59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sz="1466" b="0" i="0" u="none" strike="noStrike" kern="1200" cap="none" spc="-8" normalizeH="0" baseline="0" noProof="0" dirty="0">
                <a:ln>
                  <a:noFill/>
                </a:ln>
                <a:solidFill>
                  <a:srgbClr val="1C1572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Calibri Light"/>
              </a:rPr>
              <a:t>Disclaimer</a:t>
            </a:r>
            <a:r>
              <a:rPr kumimoji="0" sz="1466" b="0" i="0" u="none" strike="noStrike" kern="1200" cap="none" spc="-35" normalizeH="0" baseline="0" noProof="0" dirty="0">
                <a:ln>
                  <a:noFill/>
                </a:ln>
                <a:solidFill>
                  <a:srgbClr val="1C1572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Calibri Light"/>
              </a:rPr>
              <a:t> </a:t>
            </a:r>
            <a:r>
              <a:rPr kumimoji="0" sz="1466" b="0" i="0" u="none" strike="noStrike" kern="1200" cap="none" spc="-5" normalizeH="0" baseline="0" noProof="0" dirty="0">
                <a:ln>
                  <a:noFill/>
                </a:ln>
                <a:solidFill>
                  <a:srgbClr val="1C1572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Calibri Light"/>
              </a:rPr>
              <a:t>and</a:t>
            </a:r>
            <a:r>
              <a:rPr kumimoji="0" sz="1466" b="0" i="0" u="none" strike="noStrike" kern="1200" cap="none" spc="-35" normalizeH="0" baseline="0" noProof="0" dirty="0">
                <a:ln>
                  <a:noFill/>
                </a:ln>
                <a:solidFill>
                  <a:srgbClr val="1C1572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Calibri Light"/>
              </a:rPr>
              <a:t> </a:t>
            </a:r>
            <a:r>
              <a:rPr kumimoji="0" sz="1466" b="0" i="0" u="none" strike="noStrike" kern="1200" cap="none" spc="-12" normalizeH="0" baseline="0" noProof="0" dirty="0">
                <a:ln>
                  <a:noFill/>
                </a:ln>
                <a:solidFill>
                  <a:srgbClr val="1C1572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Calibri Light"/>
              </a:rPr>
              <a:t>Acknowledgement</a:t>
            </a:r>
            <a:endParaRPr kumimoji="0" sz="1466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mbria" panose="02040503050406030204" pitchFamily="18" charset="0"/>
              <a:ea typeface="Cambria" panose="02040503050406030204" pitchFamily="18" charset="0"/>
              <a:cs typeface="Calibri Light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280598" y="2823275"/>
            <a:ext cx="815403" cy="89147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09850F7-B1D0-13A1-4ED0-7043D0E38668}"/>
              </a:ext>
            </a:extLst>
          </p:cNvPr>
          <p:cNvSpPr txBox="1"/>
          <p:nvPr/>
        </p:nvSpPr>
        <p:spPr>
          <a:xfrm>
            <a:off x="986541" y="5915487"/>
            <a:ext cx="1070269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i="0" dirty="0">
                <a:solidFill>
                  <a:srgbClr val="27251E"/>
                </a:solidFill>
                <a:effectLst/>
                <a:latin typeface="pplxSerif"/>
              </a:rPr>
              <a:t>Many slides are adopted from course notes of </a:t>
            </a:r>
            <a:r>
              <a:rPr lang="en-US" b="0" i="0" dirty="0">
                <a:solidFill>
                  <a:srgbClr val="27251E"/>
                </a:solidFill>
                <a:effectLst/>
                <a:latin typeface="pplxSerif"/>
              </a:rPr>
              <a:t>Zhou, S. (2026). </a:t>
            </a:r>
            <a:r>
              <a:rPr lang="en-US" b="0" i="1" dirty="0">
                <a:solidFill>
                  <a:srgbClr val="27251E"/>
                </a:solidFill>
                <a:effectLst/>
                <a:latin typeface="pplxSerif"/>
              </a:rPr>
              <a:t>Transformers in Practice</a:t>
            </a:r>
            <a:r>
              <a:rPr lang="en-US" b="0" i="0" dirty="0">
                <a:solidFill>
                  <a:srgbClr val="27251E"/>
                </a:solidFill>
                <a:effectLst/>
                <a:latin typeface="pplxSerif"/>
              </a:rPr>
              <a:t>. DeepLearning.AI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888933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0"/>
          </p:nvPr>
        </p:nvSpPr>
        <p:spPr>
          <a:xfrm>
            <a:off x="304801" y="1591719"/>
            <a:ext cx="11613396" cy="4525963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dirty="0"/>
              <a:t>Autoregressive Response generation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Decoding strategies and Sampling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IN" dirty="0"/>
              <a:t> Greedy, Top-K, Top P, temperature, Beam search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IN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LLM Inference Fundamentals</a:t>
            </a:r>
          </a:p>
        </p:txBody>
      </p:sp>
    </p:spTree>
    <p:extLst>
      <p:ext uri="{BB962C8B-B14F-4D97-AF65-F5344CB8AC3E}">
        <p14:creationId xmlns:p14="http://schemas.microsoft.com/office/powerpoint/2010/main" val="23298630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024199" y="2850602"/>
            <a:ext cx="1363133" cy="989159"/>
          </a:xfrm>
          <a:prstGeom prst="rect">
            <a:avLst/>
          </a:prstGeom>
          <a:ln w="37449">
            <a:solidFill>
              <a:srgbClr val="000000"/>
            </a:solidFill>
          </a:ln>
        </p:spPr>
        <p:txBody>
          <a:bodyPr vert="horz" wrap="square" lIns="0" tIns="339513" rIns="0" bIns="0" rtlCol="0">
            <a:spAutoFit/>
          </a:bodyPr>
          <a:lstStyle/>
          <a:p>
            <a:pPr marL="179489">
              <a:spcBef>
                <a:spcPts val="2673"/>
              </a:spcBef>
            </a:pPr>
            <a:r>
              <a:rPr sz="4200" spc="-612" dirty="0">
                <a:latin typeface="Arial Black"/>
                <a:cs typeface="Arial Black"/>
              </a:rPr>
              <a:t>LLM</a:t>
            </a:r>
            <a:endParaRPr sz="4200">
              <a:latin typeface="Arial Black"/>
              <a:cs typeface="Arial Black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309316" y="670112"/>
            <a:ext cx="8576227" cy="512961"/>
          </a:xfrm>
          <a:prstGeom prst="rect">
            <a:avLst/>
          </a:prstGeom>
        </p:spPr>
        <p:txBody>
          <a:bodyPr vert="horz" wrap="square" lIns="0" tIns="20320" rIns="0" bIns="0" rtlCol="0" anchor="ctr">
            <a:spAutoFit/>
          </a:bodyPr>
          <a:lstStyle/>
          <a:p>
            <a:pPr marL="223514">
              <a:spcBef>
                <a:spcPts val="160"/>
              </a:spcBef>
            </a:pPr>
            <a:r>
              <a:rPr lang="en-IN" dirty="0">
                <a:latin typeface="Lucida Sans Unicode"/>
                <a:cs typeface="Lucida Sans Unicode"/>
              </a:rPr>
              <a:t>Autoregressive</a:t>
            </a:r>
            <a:r>
              <a:rPr lang="en-IN" spc="50" dirty="0">
                <a:latin typeface="Lucida Sans Unicode"/>
                <a:cs typeface="Lucida Sans Unicode"/>
              </a:rPr>
              <a:t> </a:t>
            </a:r>
            <a:r>
              <a:rPr spc="87" dirty="0"/>
              <a:t>Response</a:t>
            </a:r>
            <a:r>
              <a:rPr spc="-107" dirty="0"/>
              <a:t> </a:t>
            </a:r>
            <a:r>
              <a:rPr spc="87" dirty="0"/>
              <a:t>generation</a:t>
            </a:r>
            <a:endParaRPr dirty="0"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145817" y="3448620"/>
            <a:ext cx="525351" cy="163961"/>
          </a:xfrm>
          <a:prstGeom prst="rect">
            <a:avLst/>
          </a:prstGeom>
        </p:spPr>
      </p:pic>
      <p:grpSp>
        <p:nvGrpSpPr>
          <p:cNvPr id="5" name="object 5"/>
          <p:cNvGrpSpPr/>
          <p:nvPr/>
        </p:nvGrpSpPr>
        <p:grpSpPr>
          <a:xfrm>
            <a:off x="1337517" y="3142450"/>
            <a:ext cx="3570393" cy="776393"/>
            <a:chOff x="1003137" y="2356837"/>
            <a:chExt cx="2677795" cy="582295"/>
          </a:xfrm>
        </p:grpSpPr>
        <p:sp>
          <p:nvSpPr>
            <p:cNvPr id="6" name="object 6"/>
            <p:cNvSpPr/>
            <p:nvPr/>
          </p:nvSpPr>
          <p:spPr>
            <a:xfrm>
              <a:off x="1007900" y="2361600"/>
              <a:ext cx="2668270" cy="572770"/>
            </a:xfrm>
            <a:custGeom>
              <a:avLst/>
              <a:gdLst/>
              <a:ahLst/>
              <a:cxnLst/>
              <a:rect l="l" t="t" r="r" b="b"/>
              <a:pathLst>
                <a:path w="2668270" h="572769">
                  <a:moveTo>
                    <a:pt x="2572747" y="572699"/>
                  </a:moveTo>
                  <a:lnTo>
                    <a:pt x="95451" y="572699"/>
                  </a:lnTo>
                  <a:lnTo>
                    <a:pt x="58297" y="565198"/>
                  </a:lnTo>
                  <a:lnTo>
                    <a:pt x="27957" y="544742"/>
                  </a:lnTo>
                  <a:lnTo>
                    <a:pt x="7501" y="514402"/>
                  </a:lnTo>
                  <a:lnTo>
                    <a:pt x="0" y="477247"/>
                  </a:lnTo>
                  <a:lnTo>
                    <a:pt x="0" y="95451"/>
                  </a:lnTo>
                  <a:lnTo>
                    <a:pt x="7501" y="58297"/>
                  </a:lnTo>
                  <a:lnTo>
                    <a:pt x="27957" y="27957"/>
                  </a:lnTo>
                  <a:lnTo>
                    <a:pt x="58297" y="7501"/>
                  </a:lnTo>
                  <a:lnTo>
                    <a:pt x="95451" y="0"/>
                  </a:lnTo>
                  <a:lnTo>
                    <a:pt x="2572747" y="0"/>
                  </a:lnTo>
                  <a:lnTo>
                    <a:pt x="2625705" y="16037"/>
                  </a:lnTo>
                  <a:lnTo>
                    <a:pt x="2660934" y="58924"/>
                  </a:lnTo>
                  <a:lnTo>
                    <a:pt x="2668199" y="95451"/>
                  </a:lnTo>
                  <a:lnTo>
                    <a:pt x="2668199" y="477247"/>
                  </a:lnTo>
                  <a:lnTo>
                    <a:pt x="2660698" y="514402"/>
                  </a:lnTo>
                  <a:lnTo>
                    <a:pt x="2640242" y="544742"/>
                  </a:lnTo>
                  <a:lnTo>
                    <a:pt x="2609902" y="565198"/>
                  </a:lnTo>
                  <a:lnTo>
                    <a:pt x="2572747" y="572699"/>
                  </a:lnTo>
                  <a:close/>
                </a:path>
              </a:pathLst>
            </a:custGeom>
            <a:solidFill>
              <a:srgbClr val="FFF6F6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7" name="object 7"/>
            <p:cNvSpPr/>
            <p:nvPr/>
          </p:nvSpPr>
          <p:spPr>
            <a:xfrm>
              <a:off x="1007900" y="2361600"/>
              <a:ext cx="2668270" cy="572770"/>
            </a:xfrm>
            <a:custGeom>
              <a:avLst/>
              <a:gdLst/>
              <a:ahLst/>
              <a:cxnLst/>
              <a:rect l="l" t="t" r="r" b="b"/>
              <a:pathLst>
                <a:path w="2668270" h="572769">
                  <a:moveTo>
                    <a:pt x="0" y="95451"/>
                  </a:moveTo>
                  <a:lnTo>
                    <a:pt x="7501" y="58297"/>
                  </a:lnTo>
                  <a:lnTo>
                    <a:pt x="27957" y="27957"/>
                  </a:lnTo>
                  <a:lnTo>
                    <a:pt x="58297" y="7501"/>
                  </a:lnTo>
                  <a:lnTo>
                    <a:pt x="95451" y="0"/>
                  </a:lnTo>
                  <a:lnTo>
                    <a:pt x="2572747" y="0"/>
                  </a:lnTo>
                  <a:lnTo>
                    <a:pt x="2625705" y="16037"/>
                  </a:lnTo>
                  <a:lnTo>
                    <a:pt x="2660934" y="58924"/>
                  </a:lnTo>
                  <a:lnTo>
                    <a:pt x="2668199" y="95451"/>
                  </a:lnTo>
                  <a:lnTo>
                    <a:pt x="2668199" y="477247"/>
                  </a:lnTo>
                  <a:lnTo>
                    <a:pt x="2660698" y="514402"/>
                  </a:lnTo>
                  <a:lnTo>
                    <a:pt x="2640242" y="544742"/>
                  </a:lnTo>
                  <a:lnTo>
                    <a:pt x="2609902" y="565198"/>
                  </a:lnTo>
                  <a:lnTo>
                    <a:pt x="2572747" y="572699"/>
                  </a:lnTo>
                  <a:lnTo>
                    <a:pt x="95451" y="572699"/>
                  </a:lnTo>
                  <a:lnTo>
                    <a:pt x="58297" y="565198"/>
                  </a:lnTo>
                  <a:lnTo>
                    <a:pt x="27957" y="544742"/>
                  </a:lnTo>
                  <a:lnTo>
                    <a:pt x="7501" y="514402"/>
                  </a:lnTo>
                  <a:lnTo>
                    <a:pt x="0" y="477247"/>
                  </a:lnTo>
                  <a:lnTo>
                    <a:pt x="0" y="95451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1478508" y="3361945"/>
            <a:ext cx="2448560" cy="304421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867" spc="-147" dirty="0">
                <a:latin typeface="Lucida Sans Unicode"/>
                <a:cs typeface="Lucida Sans Unicode"/>
              </a:rPr>
              <a:t>Fix</a:t>
            </a:r>
            <a:r>
              <a:rPr sz="1867" spc="-93" dirty="0">
                <a:latin typeface="Lucida Sans Unicode"/>
                <a:cs typeface="Lucida Sans Unicode"/>
              </a:rPr>
              <a:t> </a:t>
            </a:r>
            <a:r>
              <a:rPr sz="1867" spc="-13" dirty="0">
                <a:latin typeface="Lucida Sans Unicode"/>
                <a:cs typeface="Lucida Sans Unicode"/>
              </a:rPr>
              <a:t>this</a:t>
            </a:r>
            <a:r>
              <a:rPr sz="1867" spc="-93" dirty="0">
                <a:latin typeface="Lucida Sans Unicode"/>
                <a:cs typeface="Lucida Sans Unicode"/>
              </a:rPr>
              <a:t> </a:t>
            </a:r>
            <a:r>
              <a:rPr sz="1867" spc="107" dirty="0">
                <a:latin typeface="Lucida Sans Unicode"/>
                <a:cs typeface="Lucida Sans Unicode"/>
              </a:rPr>
              <a:t>code</a:t>
            </a:r>
            <a:r>
              <a:rPr sz="1867" spc="-93" dirty="0">
                <a:latin typeface="Lucida Sans Unicode"/>
                <a:cs typeface="Lucida Sans Unicode"/>
              </a:rPr>
              <a:t> </a:t>
            </a:r>
            <a:r>
              <a:rPr sz="1867" spc="-27" dirty="0">
                <a:latin typeface="Lucida Sans Unicode"/>
                <a:cs typeface="Lucida Sans Unicode"/>
              </a:rPr>
              <a:t>for</a:t>
            </a:r>
            <a:r>
              <a:rPr sz="1867" spc="-93" dirty="0">
                <a:latin typeface="Lucida Sans Unicode"/>
                <a:cs typeface="Lucida Sans Unicode"/>
              </a:rPr>
              <a:t> </a:t>
            </a:r>
            <a:r>
              <a:rPr sz="1867" spc="-107" dirty="0">
                <a:latin typeface="Lucida Sans Unicode"/>
                <a:cs typeface="Lucida Sans Unicode"/>
              </a:rPr>
              <a:t>me…</a:t>
            </a:r>
            <a:endParaRPr sz="1867">
              <a:latin typeface="Lucida Sans Unicode"/>
              <a:cs typeface="Lucida Sans Unicode"/>
            </a:endParaRPr>
          </a:p>
        </p:txBody>
      </p:sp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343867" y="2712717"/>
            <a:ext cx="463295" cy="472560"/>
          </a:xfrm>
          <a:prstGeom prst="rect">
            <a:avLst/>
          </a:prstGeom>
        </p:spPr>
      </p:pic>
      <p:grpSp>
        <p:nvGrpSpPr>
          <p:cNvPr id="10" name="object 10"/>
          <p:cNvGrpSpPr/>
          <p:nvPr/>
        </p:nvGrpSpPr>
        <p:grpSpPr>
          <a:xfrm>
            <a:off x="8418917" y="3149049"/>
            <a:ext cx="2611967" cy="770467"/>
            <a:chOff x="6314187" y="2361787"/>
            <a:chExt cx="1958975" cy="577850"/>
          </a:xfrm>
        </p:grpSpPr>
        <p:sp>
          <p:nvSpPr>
            <p:cNvPr id="11" name="object 11"/>
            <p:cNvSpPr/>
            <p:nvPr/>
          </p:nvSpPr>
          <p:spPr>
            <a:xfrm>
              <a:off x="6318949" y="2366549"/>
              <a:ext cx="1949450" cy="568325"/>
            </a:xfrm>
            <a:custGeom>
              <a:avLst/>
              <a:gdLst/>
              <a:ahLst/>
              <a:cxnLst/>
              <a:rect l="l" t="t" r="r" b="b"/>
              <a:pathLst>
                <a:path w="1949450" h="568325">
                  <a:moveTo>
                    <a:pt x="1879332" y="567899"/>
                  </a:moveTo>
                  <a:lnTo>
                    <a:pt x="70067" y="567899"/>
                  </a:lnTo>
                  <a:lnTo>
                    <a:pt x="42794" y="562393"/>
                  </a:lnTo>
                  <a:lnTo>
                    <a:pt x="20522" y="547377"/>
                  </a:lnTo>
                  <a:lnTo>
                    <a:pt x="5506" y="525105"/>
                  </a:lnTo>
                  <a:lnTo>
                    <a:pt x="0" y="497832"/>
                  </a:lnTo>
                  <a:lnTo>
                    <a:pt x="0" y="70067"/>
                  </a:lnTo>
                  <a:lnTo>
                    <a:pt x="5506" y="42794"/>
                  </a:lnTo>
                  <a:lnTo>
                    <a:pt x="20522" y="20522"/>
                  </a:lnTo>
                  <a:lnTo>
                    <a:pt x="42794" y="5506"/>
                  </a:lnTo>
                  <a:lnTo>
                    <a:pt x="70067" y="0"/>
                  </a:lnTo>
                  <a:lnTo>
                    <a:pt x="1879332" y="0"/>
                  </a:lnTo>
                  <a:lnTo>
                    <a:pt x="1918205" y="11772"/>
                  </a:lnTo>
                  <a:lnTo>
                    <a:pt x="1944066" y="43253"/>
                  </a:lnTo>
                  <a:lnTo>
                    <a:pt x="1949399" y="70067"/>
                  </a:lnTo>
                  <a:lnTo>
                    <a:pt x="1949399" y="497832"/>
                  </a:lnTo>
                  <a:lnTo>
                    <a:pt x="1943893" y="525105"/>
                  </a:lnTo>
                  <a:lnTo>
                    <a:pt x="1928877" y="547377"/>
                  </a:lnTo>
                  <a:lnTo>
                    <a:pt x="1906606" y="562393"/>
                  </a:lnTo>
                  <a:lnTo>
                    <a:pt x="1879332" y="567899"/>
                  </a:lnTo>
                  <a:close/>
                </a:path>
              </a:pathLst>
            </a:custGeom>
            <a:solidFill>
              <a:srgbClr val="E9F1F4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2" name="object 12"/>
            <p:cNvSpPr/>
            <p:nvPr/>
          </p:nvSpPr>
          <p:spPr>
            <a:xfrm>
              <a:off x="6318949" y="2366549"/>
              <a:ext cx="1949450" cy="568325"/>
            </a:xfrm>
            <a:custGeom>
              <a:avLst/>
              <a:gdLst/>
              <a:ahLst/>
              <a:cxnLst/>
              <a:rect l="l" t="t" r="r" b="b"/>
              <a:pathLst>
                <a:path w="1949450" h="568325">
                  <a:moveTo>
                    <a:pt x="0" y="70067"/>
                  </a:moveTo>
                  <a:lnTo>
                    <a:pt x="5506" y="42794"/>
                  </a:lnTo>
                  <a:lnTo>
                    <a:pt x="20522" y="20522"/>
                  </a:lnTo>
                  <a:lnTo>
                    <a:pt x="42794" y="5506"/>
                  </a:lnTo>
                  <a:lnTo>
                    <a:pt x="70067" y="0"/>
                  </a:lnTo>
                  <a:lnTo>
                    <a:pt x="1879332" y="0"/>
                  </a:lnTo>
                  <a:lnTo>
                    <a:pt x="1918205" y="11772"/>
                  </a:lnTo>
                  <a:lnTo>
                    <a:pt x="1944066" y="43253"/>
                  </a:lnTo>
                  <a:lnTo>
                    <a:pt x="1949399" y="70067"/>
                  </a:lnTo>
                  <a:lnTo>
                    <a:pt x="1949399" y="497832"/>
                  </a:lnTo>
                  <a:lnTo>
                    <a:pt x="1943893" y="525105"/>
                  </a:lnTo>
                  <a:lnTo>
                    <a:pt x="1928877" y="547377"/>
                  </a:lnTo>
                  <a:lnTo>
                    <a:pt x="1906606" y="562393"/>
                  </a:lnTo>
                  <a:lnTo>
                    <a:pt x="1879332" y="567899"/>
                  </a:lnTo>
                  <a:lnTo>
                    <a:pt x="70067" y="567899"/>
                  </a:lnTo>
                  <a:lnTo>
                    <a:pt x="42794" y="562393"/>
                  </a:lnTo>
                  <a:lnTo>
                    <a:pt x="20522" y="547377"/>
                  </a:lnTo>
                  <a:lnTo>
                    <a:pt x="5506" y="525105"/>
                  </a:lnTo>
                  <a:lnTo>
                    <a:pt x="0" y="497832"/>
                  </a:lnTo>
                  <a:lnTo>
                    <a:pt x="0" y="70067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8562255" y="3365343"/>
            <a:ext cx="2217419" cy="304421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867" spc="-27" dirty="0">
                <a:latin typeface="Lucida Sans Unicode"/>
                <a:cs typeface="Lucida Sans Unicode"/>
              </a:rPr>
              <a:t>There’s</a:t>
            </a:r>
            <a:r>
              <a:rPr sz="1867" spc="-73" dirty="0">
                <a:latin typeface="Lucida Sans Unicode"/>
                <a:cs typeface="Lucida Sans Unicode"/>
              </a:rPr>
              <a:t> </a:t>
            </a:r>
            <a:r>
              <a:rPr sz="1867" spc="227" dirty="0">
                <a:latin typeface="Lucida Sans Unicode"/>
                <a:cs typeface="Lucida Sans Unicode"/>
              </a:rPr>
              <a:t>a</a:t>
            </a:r>
            <a:r>
              <a:rPr sz="1867" spc="-67" dirty="0">
                <a:latin typeface="Lucida Sans Unicode"/>
                <a:cs typeface="Lucida Sans Unicode"/>
              </a:rPr>
              <a:t> </a:t>
            </a:r>
            <a:r>
              <a:rPr sz="1867" spc="-60" dirty="0">
                <a:latin typeface="Lucida Sans Unicode"/>
                <a:cs typeface="Lucida Sans Unicode"/>
              </a:rPr>
              <a:t>missing…</a:t>
            </a:r>
            <a:endParaRPr sz="1867">
              <a:latin typeface="Lucida Sans Unicode"/>
              <a:cs typeface="Lucida Sans Unicode"/>
            </a:endParaRPr>
          </a:p>
        </p:txBody>
      </p:sp>
      <p:pic>
        <p:nvPicPr>
          <p:cNvPr id="14" name="object 1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422244" y="2712730"/>
            <a:ext cx="463299" cy="480065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685817" y="3448620"/>
            <a:ext cx="525351" cy="16396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024199" y="2850602"/>
            <a:ext cx="1363133" cy="989159"/>
          </a:xfrm>
          <a:prstGeom prst="rect">
            <a:avLst/>
          </a:prstGeom>
          <a:ln w="37449">
            <a:solidFill>
              <a:srgbClr val="000000"/>
            </a:solidFill>
          </a:ln>
        </p:spPr>
        <p:txBody>
          <a:bodyPr vert="horz" wrap="square" lIns="0" tIns="339513" rIns="0" bIns="0" rtlCol="0">
            <a:spAutoFit/>
          </a:bodyPr>
          <a:lstStyle/>
          <a:p>
            <a:pPr marL="179489">
              <a:spcBef>
                <a:spcPts val="2673"/>
              </a:spcBef>
            </a:pPr>
            <a:r>
              <a:rPr sz="4200" spc="-612" dirty="0">
                <a:latin typeface="Arial Black"/>
                <a:cs typeface="Arial Black"/>
              </a:rPr>
              <a:t>LLM</a:t>
            </a:r>
            <a:endParaRPr sz="4200">
              <a:latin typeface="Arial Black"/>
              <a:cs typeface="Arial Black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685817" y="3448620"/>
            <a:ext cx="525351" cy="163961"/>
          </a:xfrm>
          <a:prstGeom prst="rect">
            <a:avLst/>
          </a:prstGeom>
        </p:spPr>
      </p:pic>
      <p:grpSp>
        <p:nvGrpSpPr>
          <p:cNvPr id="4" name="object 4"/>
          <p:cNvGrpSpPr/>
          <p:nvPr/>
        </p:nvGrpSpPr>
        <p:grpSpPr>
          <a:xfrm>
            <a:off x="8418917" y="3149049"/>
            <a:ext cx="2678852" cy="594360"/>
            <a:chOff x="6314187" y="2361787"/>
            <a:chExt cx="2009139" cy="445770"/>
          </a:xfrm>
        </p:grpSpPr>
        <p:sp>
          <p:nvSpPr>
            <p:cNvPr id="5" name="object 5"/>
            <p:cNvSpPr/>
            <p:nvPr/>
          </p:nvSpPr>
          <p:spPr>
            <a:xfrm>
              <a:off x="6318949" y="2366549"/>
              <a:ext cx="664210" cy="436245"/>
            </a:xfrm>
            <a:custGeom>
              <a:avLst/>
              <a:gdLst/>
              <a:ahLst/>
              <a:cxnLst/>
              <a:rect l="l" t="t" r="r" b="b"/>
              <a:pathLst>
                <a:path w="664209" h="436244">
                  <a:moveTo>
                    <a:pt x="610418" y="435899"/>
                  </a:moveTo>
                  <a:lnTo>
                    <a:pt x="53781" y="435899"/>
                  </a:lnTo>
                  <a:lnTo>
                    <a:pt x="32847" y="431673"/>
                  </a:lnTo>
                  <a:lnTo>
                    <a:pt x="15752" y="420147"/>
                  </a:lnTo>
                  <a:lnTo>
                    <a:pt x="4226" y="403052"/>
                  </a:lnTo>
                  <a:lnTo>
                    <a:pt x="0" y="382118"/>
                  </a:lnTo>
                  <a:lnTo>
                    <a:pt x="0" y="53781"/>
                  </a:lnTo>
                  <a:lnTo>
                    <a:pt x="4226" y="32847"/>
                  </a:lnTo>
                  <a:lnTo>
                    <a:pt x="15752" y="15752"/>
                  </a:lnTo>
                  <a:lnTo>
                    <a:pt x="32847" y="4226"/>
                  </a:lnTo>
                  <a:lnTo>
                    <a:pt x="53781" y="0"/>
                  </a:lnTo>
                  <a:lnTo>
                    <a:pt x="610418" y="0"/>
                  </a:lnTo>
                  <a:lnTo>
                    <a:pt x="648447" y="15752"/>
                  </a:lnTo>
                  <a:lnTo>
                    <a:pt x="664199" y="53781"/>
                  </a:lnTo>
                  <a:lnTo>
                    <a:pt x="664199" y="382118"/>
                  </a:lnTo>
                  <a:lnTo>
                    <a:pt x="659973" y="403052"/>
                  </a:lnTo>
                  <a:lnTo>
                    <a:pt x="648447" y="420147"/>
                  </a:lnTo>
                  <a:lnTo>
                    <a:pt x="631352" y="431673"/>
                  </a:lnTo>
                  <a:lnTo>
                    <a:pt x="610418" y="435899"/>
                  </a:lnTo>
                  <a:close/>
                </a:path>
              </a:pathLst>
            </a:custGeom>
            <a:solidFill>
              <a:srgbClr val="E9F1F4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6" name="object 6"/>
            <p:cNvSpPr/>
            <p:nvPr/>
          </p:nvSpPr>
          <p:spPr>
            <a:xfrm>
              <a:off x="6318949" y="2366549"/>
              <a:ext cx="664210" cy="436245"/>
            </a:xfrm>
            <a:custGeom>
              <a:avLst/>
              <a:gdLst/>
              <a:ahLst/>
              <a:cxnLst/>
              <a:rect l="l" t="t" r="r" b="b"/>
              <a:pathLst>
                <a:path w="664209" h="436244">
                  <a:moveTo>
                    <a:pt x="0" y="53781"/>
                  </a:moveTo>
                  <a:lnTo>
                    <a:pt x="4226" y="32847"/>
                  </a:lnTo>
                  <a:lnTo>
                    <a:pt x="15752" y="15752"/>
                  </a:lnTo>
                  <a:lnTo>
                    <a:pt x="32847" y="4226"/>
                  </a:lnTo>
                  <a:lnTo>
                    <a:pt x="53781" y="0"/>
                  </a:lnTo>
                  <a:lnTo>
                    <a:pt x="610418" y="0"/>
                  </a:lnTo>
                  <a:lnTo>
                    <a:pt x="648447" y="15752"/>
                  </a:lnTo>
                  <a:lnTo>
                    <a:pt x="664199" y="53781"/>
                  </a:lnTo>
                  <a:lnTo>
                    <a:pt x="664199" y="382118"/>
                  </a:lnTo>
                  <a:lnTo>
                    <a:pt x="659973" y="403052"/>
                  </a:lnTo>
                  <a:lnTo>
                    <a:pt x="648447" y="420147"/>
                  </a:lnTo>
                  <a:lnTo>
                    <a:pt x="631352" y="431673"/>
                  </a:lnTo>
                  <a:lnTo>
                    <a:pt x="610418" y="435899"/>
                  </a:lnTo>
                  <a:lnTo>
                    <a:pt x="53781" y="435899"/>
                  </a:lnTo>
                  <a:lnTo>
                    <a:pt x="32847" y="431673"/>
                  </a:lnTo>
                  <a:lnTo>
                    <a:pt x="15752" y="420147"/>
                  </a:lnTo>
                  <a:lnTo>
                    <a:pt x="4226" y="403052"/>
                  </a:lnTo>
                  <a:lnTo>
                    <a:pt x="0" y="382118"/>
                  </a:lnTo>
                  <a:lnTo>
                    <a:pt x="0" y="53781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7" name="object 7"/>
            <p:cNvSpPr/>
            <p:nvPr/>
          </p:nvSpPr>
          <p:spPr>
            <a:xfrm>
              <a:off x="7004749" y="2366549"/>
              <a:ext cx="237490" cy="436245"/>
            </a:xfrm>
            <a:custGeom>
              <a:avLst/>
              <a:gdLst/>
              <a:ahLst/>
              <a:cxnLst/>
              <a:rect l="l" t="t" r="r" b="b"/>
              <a:pathLst>
                <a:path w="237490" h="436244">
                  <a:moveTo>
                    <a:pt x="208021" y="435899"/>
                  </a:moveTo>
                  <a:lnTo>
                    <a:pt x="29277" y="435899"/>
                  </a:lnTo>
                  <a:lnTo>
                    <a:pt x="17881" y="433599"/>
                  </a:lnTo>
                  <a:lnTo>
                    <a:pt x="8575" y="427324"/>
                  </a:lnTo>
                  <a:lnTo>
                    <a:pt x="2300" y="418018"/>
                  </a:lnTo>
                  <a:lnTo>
                    <a:pt x="0" y="406621"/>
                  </a:lnTo>
                  <a:lnTo>
                    <a:pt x="0" y="29278"/>
                  </a:lnTo>
                  <a:lnTo>
                    <a:pt x="2300" y="17881"/>
                  </a:lnTo>
                  <a:lnTo>
                    <a:pt x="8575" y="8575"/>
                  </a:lnTo>
                  <a:lnTo>
                    <a:pt x="17881" y="2300"/>
                  </a:lnTo>
                  <a:lnTo>
                    <a:pt x="29277" y="0"/>
                  </a:lnTo>
                  <a:lnTo>
                    <a:pt x="215786" y="0"/>
                  </a:lnTo>
                  <a:lnTo>
                    <a:pt x="223233" y="3084"/>
                  </a:lnTo>
                  <a:lnTo>
                    <a:pt x="234215" y="14065"/>
                  </a:lnTo>
                  <a:lnTo>
                    <a:pt x="237299" y="21512"/>
                  </a:lnTo>
                  <a:lnTo>
                    <a:pt x="237299" y="406621"/>
                  </a:lnTo>
                  <a:lnTo>
                    <a:pt x="234999" y="418018"/>
                  </a:lnTo>
                  <a:lnTo>
                    <a:pt x="228724" y="427324"/>
                  </a:lnTo>
                  <a:lnTo>
                    <a:pt x="219418" y="433599"/>
                  </a:lnTo>
                  <a:lnTo>
                    <a:pt x="208021" y="435899"/>
                  </a:lnTo>
                  <a:close/>
                </a:path>
              </a:pathLst>
            </a:custGeom>
            <a:solidFill>
              <a:srgbClr val="E9F1F4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8" name="object 8"/>
            <p:cNvSpPr/>
            <p:nvPr/>
          </p:nvSpPr>
          <p:spPr>
            <a:xfrm>
              <a:off x="7004749" y="2366549"/>
              <a:ext cx="237490" cy="436245"/>
            </a:xfrm>
            <a:custGeom>
              <a:avLst/>
              <a:gdLst/>
              <a:ahLst/>
              <a:cxnLst/>
              <a:rect l="l" t="t" r="r" b="b"/>
              <a:pathLst>
                <a:path w="237490" h="436244">
                  <a:moveTo>
                    <a:pt x="0" y="29278"/>
                  </a:moveTo>
                  <a:lnTo>
                    <a:pt x="2300" y="17881"/>
                  </a:lnTo>
                  <a:lnTo>
                    <a:pt x="8575" y="8575"/>
                  </a:lnTo>
                  <a:lnTo>
                    <a:pt x="17881" y="2300"/>
                  </a:lnTo>
                  <a:lnTo>
                    <a:pt x="29277" y="0"/>
                  </a:lnTo>
                  <a:lnTo>
                    <a:pt x="208021" y="0"/>
                  </a:lnTo>
                  <a:lnTo>
                    <a:pt x="215786" y="0"/>
                  </a:lnTo>
                  <a:lnTo>
                    <a:pt x="223233" y="3084"/>
                  </a:lnTo>
                  <a:lnTo>
                    <a:pt x="228724" y="8575"/>
                  </a:lnTo>
                  <a:lnTo>
                    <a:pt x="234215" y="14065"/>
                  </a:lnTo>
                  <a:lnTo>
                    <a:pt x="237299" y="21512"/>
                  </a:lnTo>
                  <a:lnTo>
                    <a:pt x="237299" y="29278"/>
                  </a:lnTo>
                  <a:lnTo>
                    <a:pt x="237299" y="406621"/>
                  </a:lnTo>
                  <a:lnTo>
                    <a:pt x="234999" y="418018"/>
                  </a:lnTo>
                  <a:lnTo>
                    <a:pt x="228724" y="427324"/>
                  </a:lnTo>
                  <a:lnTo>
                    <a:pt x="219418" y="433599"/>
                  </a:lnTo>
                  <a:lnTo>
                    <a:pt x="208021" y="435899"/>
                  </a:lnTo>
                  <a:lnTo>
                    <a:pt x="29277" y="435899"/>
                  </a:lnTo>
                  <a:lnTo>
                    <a:pt x="17881" y="433599"/>
                  </a:lnTo>
                  <a:lnTo>
                    <a:pt x="8575" y="427324"/>
                  </a:lnTo>
                  <a:lnTo>
                    <a:pt x="2300" y="418018"/>
                  </a:lnTo>
                  <a:lnTo>
                    <a:pt x="0" y="406621"/>
                  </a:lnTo>
                  <a:lnTo>
                    <a:pt x="0" y="29278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9" name="object 9"/>
            <p:cNvSpPr/>
            <p:nvPr/>
          </p:nvSpPr>
          <p:spPr>
            <a:xfrm>
              <a:off x="7268136" y="2366549"/>
              <a:ext cx="237490" cy="436245"/>
            </a:xfrm>
            <a:custGeom>
              <a:avLst/>
              <a:gdLst/>
              <a:ahLst/>
              <a:cxnLst/>
              <a:rect l="l" t="t" r="r" b="b"/>
              <a:pathLst>
                <a:path w="237490" h="436244">
                  <a:moveTo>
                    <a:pt x="208021" y="435899"/>
                  </a:moveTo>
                  <a:lnTo>
                    <a:pt x="29278" y="435899"/>
                  </a:lnTo>
                  <a:lnTo>
                    <a:pt x="17881" y="433599"/>
                  </a:lnTo>
                  <a:lnTo>
                    <a:pt x="8575" y="427324"/>
                  </a:lnTo>
                  <a:lnTo>
                    <a:pt x="2300" y="418018"/>
                  </a:lnTo>
                  <a:lnTo>
                    <a:pt x="0" y="406621"/>
                  </a:lnTo>
                  <a:lnTo>
                    <a:pt x="0" y="29278"/>
                  </a:lnTo>
                  <a:lnTo>
                    <a:pt x="2300" y="17881"/>
                  </a:lnTo>
                  <a:lnTo>
                    <a:pt x="8575" y="8575"/>
                  </a:lnTo>
                  <a:lnTo>
                    <a:pt x="17881" y="2300"/>
                  </a:lnTo>
                  <a:lnTo>
                    <a:pt x="29278" y="0"/>
                  </a:lnTo>
                  <a:lnTo>
                    <a:pt x="215787" y="0"/>
                  </a:lnTo>
                  <a:lnTo>
                    <a:pt x="223234" y="3084"/>
                  </a:lnTo>
                  <a:lnTo>
                    <a:pt x="234215" y="14065"/>
                  </a:lnTo>
                  <a:lnTo>
                    <a:pt x="237299" y="21512"/>
                  </a:lnTo>
                  <a:lnTo>
                    <a:pt x="237299" y="406621"/>
                  </a:lnTo>
                  <a:lnTo>
                    <a:pt x="234999" y="418018"/>
                  </a:lnTo>
                  <a:lnTo>
                    <a:pt x="228724" y="427324"/>
                  </a:lnTo>
                  <a:lnTo>
                    <a:pt x="219418" y="433599"/>
                  </a:lnTo>
                  <a:lnTo>
                    <a:pt x="208021" y="435899"/>
                  </a:lnTo>
                  <a:close/>
                </a:path>
              </a:pathLst>
            </a:custGeom>
            <a:solidFill>
              <a:srgbClr val="E9F1F4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0" name="object 10"/>
            <p:cNvSpPr/>
            <p:nvPr/>
          </p:nvSpPr>
          <p:spPr>
            <a:xfrm>
              <a:off x="7268136" y="2366549"/>
              <a:ext cx="237490" cy="436245"/>
            </a:xfrm>
            <a:custGeom>
              <a:avLst/>
              <a:gdLst/>
              <a:ahLst/>
              <a:cxnLst/>
              <a:rect l="l" t="t" r="r" b="b"/>
              <a:pathLst>
                <a:path w="237490" h="436244">
                  <a:moveTo>
                    <a:pt x="0" y="29278"/>
                  </a:moveTo>
                  <a:lnTo>
                    <a:pt x="2300" y="17881"/>
                  </a:lnTo>
                  <a:lnTo>
                    <a:pt x="8575" y="8575"/>
                  </a:lnTo>
                  <a:lnTo>
                    <a:pt x="17881" y="2300"/>
                  </a:lnTo>
                  <a:lnTo>
                    <a:pt x="29278" y="0"/>
                  </a:lnTo>
                  <a:lnTo>
                    <a:pt x="208021" y="0"/>
                  </a:lnTo>
                  <a:lnTo>
                    <a:pt x="215787" y="0"/>
                  </a:lnTo>
                  <a:lnTo>
                    <a:pt x="223234" y="3084"/>
                  </a:lnTo>
                  <a:lnTo>
                    <a:pt x="228724" y="8575"/>
                  </a:lnTo>
                  <a:lnTo>
                    <a:pt x="234215" y="14065"/>
                  </a:lnTo>
                  <a:lnTo>
                    <a:pt x="237299" y="21512"/>
                  </a:lnTo>
                  <a:lnTo>
                    <a:pt x="237299" y="29278"/>
                  </a:lnTo>
                  <a:lnTo>
                    <a:pt x="237299" y="406621"/>
                  </a:lnTo>
                  <a:lnTo>
                    <a:pt x="234999" y="418018"/>
                  </a:lnTo>
                  <a:lnTo>
                    <a:pt x="228724" y="427324"/>
                  </a:lnTo>
                  <a:lnTo>
                    <a:pt x="219418" y="433599"/>
                  </a:lnTo>
                  <a:lnTo>
                    <a:pt x="208021" y="435899"/>
                  </a:lnTo>
                  <a:lnTo>
                    <a:pt x="29278" y="435899"/>
                  </a:lnTo>
                  <a:lnTo>
                    <a:pt x="17881" y="433599"/>
                  </a:lnTo>
                  <a:lnTo>
                    <a:pt x="8575" y="427324"/>
                  </a:lnTo>
                  <a:lnTo>
                    <a:pt x="2300" y="418018"/>
                  </a:lnTo>
                  <a:lnTo>
                    <a:pt x="0" y="406621"/>
                  </a:lnTo>
                  <a:lnTo>
                    <a:pt x="0" y="29278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1" name="object 11"/>
            <p:cNvSpPr/>
            <p:nvPr/>
          </p:nvSpPr>
          <p:spPr>
            <a:xfrm>
              <a:off x="7528946" y="2366549"/>
              <a:ext cx="451484" cy="436245"/>
            </a:xfrm>
            <a:custGeom>
              <a:avLst/>
              <a:gdLst/>
              <a:ahLst/>
              <a:cxnLst/>
              <a:rect l="l" t="t" r="r" b="b"/>
              <a:pathLst>
                <a:path w="451484" h="436244">
                  <a:moveTo>
                    <a:pt x="397118" y="435899"/>
                  </a:moveTo>
                  <a:lnTo>
                    <a:pt x="53780" y="435899"/>
                  </a:lnTo>
                  <a:lnTo>
                    <a:pt x="32847" y="431673"/>
                  </a:lnTo>
                  <a:lnTo>
                    <a:pt x="15752" y="420147"/>
                  </a:lnTo>
                  <a:lnTo>
                    <a:pt x="4226" y="403052"/>
                  </a:lnTo>
                  <a:lnTo>
                    <a:pt x="0" y="382118"/>
                  </a:lnTo>
                  <a:lnTo>
                    <a:pt x="0" y="53781"/>
                  </a:lnTo>
                  <a:lnTo>
                    <a:pt x="4226" y="32847"/>
                  </a:lnTo>
                  <a:lnTo>
                    <a:pt x="15752" y="15752"/>
                  </a:lnTo>
                  <a:lnTo>
                    <a:pt x="32847" y="4226"/>
                  </a:lnTo>
                  <a:lnTo>
                    <a:pt x="53780" y="0"/>
                  </a:lnTo>
                  <a:lnTo>
                    <a:pt x="397118" y="0"/>
                  </a:lnTo>
                  <a:lnTo>
                    <a:pt x="435147" y="15752"/>
                  </a:lnTo>
                  <a:lnTo>
                    <a:pt x="450899" y="53781"/>
                  </a:lnTo>
                  <a:lnTo>
                    <a:pt x="450899" y="382118"/>
                  </a:lnTo>
                  <a:lnTo>
                    <a:pt x="446673" y="403052"/>
                  </a:lnTo>
                  <a:lnTo>
                    <a:pt x="435147" y="420147"/>
                  </a:lnTo>
                  <a:lnTo>
                    <a:pt x="418052" y="431673"/>
                  </a:lnTo>
                  <a:lnTo>
                    <a:pt x="397118" y="435899"/>
                  </a:lnTo>
                  <a:close/>
                </a:path>
              </a:pathLst>
            </a:custGeom>
            <a:solidFill>
              <a:srgbClr val="E9F1F4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2" name="object 12"/>
            <p:cNvSpPr/>
            <p:nvPr/>
          </p:nvSpPr>
          <p:spPr>
            <a:xfrm>
              <a:off x="7528946" y="2366549"/>
              <a:ext cx="451484" cy="436245"/>
            </a:xfrm>
            <a:custGeom>
              <a:avLst/>
              <a:gdLst/>
              <a:ahLst/>
              <a:cxnLst/>
              <a:rect l="l" t="t" r="r" b="b"/>
              <a:pathLst>
                <a:path w="451484" h="436244">
                  <a:moveTo>
                    <a:pt x="0" y="53781"/>
                  </a:moveTo>
                  <a:lnTo>
                    <a:pt x="4226" y="32847"/>
                  </a:lnTo>
                  <a:lnTo>
                    <a:pt x="15752" y="15752"/>
                  </a:lnTo>
                  <a:lnTo>
                    <a:pt x="32847" y="4226"/>
                  </a:lnTo>
                  <a:lnTo>
                    <a:pt x="53780" y="0"/>
                  </a:lnTo>
                  <a:lnTo>
                    <a:pt x="397118" y="0"/>
                  </a:lnTo>
                  <a:lnTo>
                    <a:pt x="435147" y="15752"/>
                  </a:lnTo>
                  <a:lnTo>
                    <a:pt x="450899" y="53781"/>
                  </a:lnTo>
                  <a:lnTo>
                    <a:pt x="450899" y="382118"/>
                  </a:lnTo>
                  <a:lnTo>
                    <a:pt x="446673" y="403052"/>
                  </a:lnTo>
                  <a:lnTo>
                    <a:pt x="435147" y="420147"/>
                  </a:lnTo>
                  <a:lnTo>
                    <a:pt x="418052" y="431673"/>
                  </a:lnTo>
                  <a:lnTo>
                    <a:pt x="397118" y="435899"/>
                  </a:lnTo>
                  <a:lnTo>
                    <a:pt x="53780" y="435899"/>
                  </a:lnTo>
                  <a:lnTo>
                    <a:pt x="32847" y="431673"/>
                  </a:lnTo>
                  <a:lnTo>
                    <a:pt x="15752" y="420147"/>
                  </a:lnTo>
                  <a:lnTo>
                    <a:pt x="4226" y="403052"/>
                  </a:lnTo>
                  <a:lnTo>
                    <a:pt x="0" y="382118"/>
                  </a:lnTo>
                  <a:lnTo>
                    <a:pt x="0" y="53781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3" name="object 13"/>
            <p:cNvSpPr/>
            <p:nvPr/>
          </p:nvSpPr>
          <p:spPr>
            <a:xfrm>
              <a:off x="8005349" y="2366549"/>
              <a:ext cx="313055" cy="436245"/>
            </a:xfrm>
            <a:custGeom>
              <a:avLst/>
              <a:gdLst/>
              <a:ahLst/>
              <a:cxnLst/>
              <a:rect l="l" t="t" r="r" b="b"/>
              <a:pathLst>
                <a:path w="313054" h="436244">
                  <a:moveTo>
                    <a:pt x="274031" y="435899"/>
                  </a:moveTo>
                  <a:lnTo>
                    <a:pt x="38567" y="435899"/>
                  </a:lnTo>
                  <a:lnTo>
                    <a:pt x="23555" y="432869"/>
                  </a:lnTo>
                  <a:lnTo>
                    <a:pt x="11296" y="424603"/>
                  </a:lnTo>
                  <a:lnTo>
                    <a:pt x="3030" y="412344"/>
                  </a:lnTo>
                  <a:lnTo>
                    <a:pt x="0" y="397331"/>
                  </a:lnTo>
                  <a:lnTo>
                    <a:pt x="0" y="38568"/>
                  </a:lnTo>
                  <a:lnTo>
                    <a:pt x="3030" y="23555"/>
                  </a:lnTo>
                  <a:lnTo>
                    <a:pt x="11296" y="11296"/>
                  </a:lnTo>
                  <a:lnTo>
                    <a:pt x="23555" y="3030"/>
                  </a:lnTo>
                  <a:lnTo>
                    <a:pt x="38567" y="0"/>
                  </a:lnTo>
                  <a:lnTo>
                    <a:pt x="274031" y="0"/>
                  </a:lnTo>
                  <a:lnTo>
                    <a:pt x="309663" y="23809"/>
                  </a:lnTo>
                  <a:lnTo>
                    <a:pt x="312599" y="38568"/>
                  </a:lnTo>
                  <a:lnTo>
                    <a:pt x="312599" y="397331"/>
                  </a:lnTo>
                  <a:lnTo>
                    <a:pt x="309569" y="412344"/>
                  </a:lnTo>
                  <a:lnTo>
                    <a:pt x="301303" y="424603"/>
                  </a:lnTo>
                  <a:lnTo>
                    <a:pt x="289043" y="432869"/>
                  </a:lnTo>
                  <a:lnTo>
                    <a:pt x="274031" y="435899"/>
                  </a:lnTo>
                  <a:close/>
                </a:path>
              </a:pathLst>
            </a:custGeom>
            <a:solidFill>
              <a:srgbClr val="E9F1F4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4" name="object 14"/>
            <p:cNvSpPr/>
            <p:nvPr/>
          </p:nvSpPr>
          <p:spPr>
            <a:xfrm>
              <a:off x="8005349" y="2366549"/>
              <a:ext cx="313055" cy="436245"/>
            </a:xfrm>
            <a:custGeom>
              <a:avLst/>
              <a:gdLst/>
              <a:ahLst/>
              <a:cxnLst/>
              <a:rect l="l" t="t" r="r" b="b"/>
              <a:pathLst>
                <a:path w="313054" h="436244">
                  <a:moveTo>
                    <a:pt x="0" y="38568"/>
                  </a:moveTo>
                  <a:lnTo>
                    <a:pt x="3030" y="23555"/>
                  </a:lnTo>
                  <a:lnTo>
                    <a:pt x="11296" y="11296"/>
                  </a:lnTo>
                  <a:lnTo>
                    <a:pt x="23555" y="3030"/>
                  </a:lnTo>
                  <a:lnTo>
                    <a:pt x="38567" y="0"/>
                  </a:lnTo>
                  <a:lnTo>
                    <a:pt x="274031" y="0"/>
                  </a:lnTo>
                  <a:lnTo>
                    <a:pt x="309663" y="23809"/>
                  </a:lnTo>
                  <a:lnTo>
                    <a:pt x="312599" y="38568"/>
                  </a:lnTo>
                  <a:lnTo>
                    <a:pt x="312599" y="397331"/>
                  </a:lnTo>
                  <a:lnTo>
                    <a:pt x="309569" y="412344"/>
                  </a:lnTo>
                  <a:lnTo>
                    <a:pt x="301303" y="424603"/>
                  </a:lnTo>
                  <a:lnTo>
                    <a:pt x="289043" y="432869"/>
                  </a:lnTo>
                  <a:lnTo>
                    <a:pt x="274031" y="435899"/>
                  </a:lnTo>
                  <a:lnTo>
                    <a:pt x="38567" y="435899"/>
                  </a:lnTo>
                  <a:lnTo>
                    <a:pt x="23555" y="432869"/>
                  </a:lnTo>
                  <a:lnTo>
                    <a:pt x="11296" y="424603"/>
                  </a:lnTo>
                  <a:lnTo>
                    <a:pt x="3030" y="412344"/>
                  </a:lnTo>
                  <a:lnTo>
                    <a:pt x="0" y="397331"/>
                  </a:lnTo>
                  <a:lnTo>
                    <a:pt x="0" y="38568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8555895" y="3277345"/>
            <a:ext cx="2744893" cy="304421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  <a:tabLst>
                <a:tab pos="1502796" algn="l"/>
              </a:tabLst>
            </a:pPr>
            <a:r>
              <a:rPr sz="1867" dirty="0">
                <a:latin typeface="Lucida Sans Unicode"/>
                <a:cs typeface="Lucida Sans Unicode"/>
              </a:rPr>
              <a:t>There</a:t>
            </a:r>
            <a:r>
              <a:rPr sz="1867" spc="240" dirty="0">
                <a:latin typeface="Lucida Sans Unicode"/>
                <a:cs typeface="Lucida Sans Unicode"/>
              </a:rPr>
              <a:t> </a:t>
            </a:r>
            <a:r>
              <a:rPr sz="1867" dirty="0">
                <a:latin typeface="Lucida Sans Unicode"/>
                <a:cs typeface="Lucida Sans Unicode"/>
              </a:rPr>
              <a:t>’s</a:t>
            </a:r>
            <a:r>
              <a:rPr sz="1867" spc="53" dirty="0">
                <a:latin typeface="Lucida Sans Unicode"/>
                <a:cs typeface="Lucida Sans Unicode"/>
              </a:rPr>
              <a:t>  </a:t>
            </a:r>
            <a:r>
              <a:rPr sz="1867" spc="160" dirty="0">
                <a:latin typeface="Lucida Sans Unicode"/>
                <a:cs typeface="Lucida Sans Unicode"/>
              </a:rPr>
              <a:t>a</a:t>
            </a:r>
            <a:r>
              <a:rPr sz="1867" dirty="0">
                <a:latin typeface="Lucida Sans Unicode"/>
                <a:cs typeface="Lucida Sans Unicode"/>
              </a:rPr>
              <a:t>	miss</a:t>
            </a:r>
            <a:r>
              <a:rPr sz="1867" spc="107" dirty="0">
                <a:latin typeface="Lucida Sans Unicode"/>
                <a:cs typeface="Lucida Sans Unicode"/>
              </a:rPr>
              <a:t> </a:t>
            </a:r>
            <a:r>
              <a:rPr sz="1867" dirty="0">
                <a:latin typeface="Lucida Sans Unicode"/>
                <a:cs typeface="Lucida Sans Unicode"/>
              </a:rPr>
              <a:t>ing</a:t>
            </a:r>
            <a:r>
              <a:rPr sz="1867" spc="167" dirty="0">
                <a:latin typeface="Lucida Sans Unicode"/>
                <a:cs typeface="Lucida Sans Unicode"/>
              </a:rPr>
              <a:t> </a:t>
            </a:r>
            <a:r>
              <a:rPr sz="1867" spc="-853" dirty="0">
                <a:latin typeface="Lucida Sans Unicode"/>
                <a:cs typeface="Lucida Sans Unicode"/>
              </a:rPr>
              <a:t>…</a:t>
            </a:r>
            <a:endParaRPr sz="1867">
              <a:latin typeface="Lucida Sans Unicode"/>
              <a:cs typeface="Lucida Sans Unicode"/>
            </a:endParaRPr>
          </a:p>
        </p:txBody>
      </p:sp>
      <p:sp>
        <p:nvSpPr>
          <p:cNvPr id="16" name="object 16" descr="$PPTXTitle"/>
          <p:cNvSpPr txBox="1">
            <a:spLocks noGrp="1"/>
          </p:cNvSpPr>
          <p:nvPr>
            <p:ph type="title"/>
          </p:nvPr>
        </p:nvSpPr>
        <p:spPr>
          <a:xfrm>
            <a:off x="309316" y="670112"/>
            <a:ext cx="14020800" cy="512961"/>
          </a:xfrm>
          <a:prstGeom prst="rect">
            <a:avLst/>
          </a:prstGeom>
        </p:spPr>
        <p:txBody>
          <a:bodyPr vert="horz" wrap="square" lIns="0" tIns="20320" rIns="0" bIns="0" rtlCol="0" anchor="ctr">
            <a:spAutoFit/>
          </a:bodyPr>
          <a:lstStyle/>
          <a:p>
            <a:pPr marL="223514">
              <a:spcBef>
                <a:spcPts val="160"/>
              </a:spcBef>
            </a:pPr>
            <a:r>
              <a:rPr spc="87" dirty="0"/>
              <a:t>Response</a:t>
            </a:r>
            <a:r>
              <a:rPr spc="-107" dirty="0"/>
              <a:t> </a:t>
            </a:r>
            <a:r>
              <a:rPr spc="87" dirty="0"/>
              <a:t>generation</a:t>
            </a:r>
            <a:endParaRPr/>
          </a:p>
        </p:txBody>
      </p:sp>
      <p:pic>
        <p:nvPicPr>
          <p:cNvPr id="17" name="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145817" y="3448620"/>
            <a:ext cx="525351" cy="163961"/>
          </a:xfrm>
          <a:prstGeom prst="rect">
            <a:avLst/>
          </a:prstGeom>
        </p:spPr>
      </p:pic>
      <p:grpSp>
        <p:nvGrpSpPr>
          <p:cNvPr id="18" name="object 18"/>
          <p:cNvGrpSpPr/>
          <p:nvPr/>
        </p:nvGrpSpPr>
        <p:grpSpPr>
          <a:xfrm>
            <a:off x="1337517" y="3142450"/>
            <a:ext cx="3570393" cy="776393"/>
            <a:chOff x="1003137" y="2356837"/>
            <a:chExt cx="2677795" cy="582295"/>
          </a:xfrm>
        </p:grpSpPr>
        <p:sp>
          <p:nvSpPr>
            <p:cNvPr id="19" name="object 19"/>
            <p:cNvSpPr/>
            <p:nvPr/>
          </p:nvSpPr>
          <p:spPr>
            <a:xfrm>
              <a:off x="1007900" y="2361600"/>
              <a:ext cx="2668270" cy="572770"/>
            </a:xfrm>
            <a:custGeom>
              <a:avLst/>
              <a:gdLst/>
              <a:ahLst/>
              <a:cxnLst/>
              <a:rect l="l" t="t" r="r" b="b"/>
              <a:pathLst>
                <a:path w="2668270" h="572769">
                  <a:moveTo>
                    <a:pt x="2572747" y="572699"/>
                  </a:moveTo>
                  <a:lnTo>
                    <a:pt x="95451" y="572699"/>
                  </a:lnTo>
                  <a:lnTo>
                    <a:pt x="58297" y="565198"/>
                  </a:lnTo>
                  <a:lnTo>
                    <a:pt x="27957" y="544742"/>
                  </a:lnTo>
                  <a:lnTo>
                    <a:pt x="7501" y="514402"/>
                  </a:lnTo>
                  <a:lnTo>
                    <a:pt x="0" y="477247"/>
                  </a:lnTo>
                  <a:lnTo>
                    <a:pt x="0" y="95451"/>
                  </a:lnTo>
                  <a:lnTo>
                    <a:pt x="7501" y="58297"/>
                  </a:lnTo>
                  <a:lnTo>
                    <a:pt x="27957" y="27957"/>
                  </a:lnTo>
                  <a:lnTo>
                    <a:pt x="58297" y="7501"/>
                  </a:lnTo>
                  <a:lnTo>
                    <a:pt x="95451" y="0"/>
                  </a:lnTo>
                  <a:lnTo>
                    <a:pt x="2572747" y="0"/>
                  </a:lnTo>
                  <a:lnTo>
                    <a:pt x="2625705" y="16037"/>
                  </a:lnTo>
                  <a:lnTo>
                    <a:pt x="2660934" y="58924"/>
                  </a:lnTo>
                  <a:lnTo>
                    <a:pt x="2668199" y="95451"/>
                  </a:lnTo>
                  <a:lnTo>
                    <a:pt x="2668199" y="477247"/>
                  </a:lnTo>
                  <a:lnTo>
                    <a:pt x="2660698" y="514402"/>
                  </a:lnTo>
                  <a:lnTo>
                    <a:pt x="2640242" y="544742"/>
                  </a:lnTo>
                  <a:lnTo>
                    <a:pt x="2609902" y="565198"/>
                  </a:lnTo>
                  <a:lnTo>
                    <a:pt x="2572747" y="572699"/>
                  </a:lnTo>
                  <a:close/>
                </a:path>
              </a:pathLst>
            </a:custGeom>
            <a:solidFill>
              <a:srgbClr val="FFF6F6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20" name="object 20"/>
            <p:cNvSpPr/>
            <p:nvPr/>
          </p:nvSpPr>
          <p:spPr>
            <a:xfrm>
              <a:off x="1007900" y="2361600"/>
              <a:ext cx="2668270" cy="572770"/>
            </a:xfrm>
            <a:custGeom>
              <a:avLst/>
              <a:gdLst/>
              <a:ahLst/>
              <a:cxnLst/>
              <a:rect l="l" t="t" r="r" b="b"/>
              <a:pathLst>
                <a:path w="2668270" h="572769">
                  <a:moveTo>
                    <a:pt x="0" y="95451"/>
                  </a:moveTo>
                  <a:lnTo>
                    <a:pt x="7501" y="58297"/>
                  </a:lnTo>
                  <a:lnTo>
                    <a:pt x="27957" y="27957"/>
                  </a:lnTo>
                  <a:lnTo>
                    <a:pt x="58297" y="7501"/>
                  </a:lnTo>
                  <a:lnTo>
                    <a:pt x="95451" y="0"/>
                  </a:lnTo>
                  <a:lnTo>
                    <a:pt x="2572747" y="0"/>
                  </a:lnTo>
                  <a:lnTo>
                    <a:pt x="2625705" y="16037"/>
                  </a:lnTo>
                  <a:lnTo>
                    <a:pt x="2660934" y="58924"/>
                  </a:lnTo>
                  <a:lnTo>
                    <a:pt x="2668199" y="95451"/>
                  </a:lnTo>
                  <a:lnTo>
                    <a:pt x="2668199" y="477247"/>
                  </a:lnTo>
                  <a:lnTo>
                    <a:pt x="2660698" y="514402"/>
                  </a:lnTo>
                  <a:lnTo>
                    <a:pt x="2640242" y="544742"/>
                  </a:lnTo>
                  <a:lnTo>
                    <a:pt x="2609902" y="565198"/>
                  </a:lnTo>
                  <a:lnTo>
                    <a:pt x="2572747" y="572699"/>
                  </a:lnTo>
                  <a:lnTo>
                    <a:pt x="95451" y="572699"/>
                  </a:lnTo>
                  <a:lnTo>
                    <a:pt x="58297" y="565198"/>
                  </a:lnTo>
                  <a:lnTo>
                    <a:pt x="27957" y="544742"/>
                  </a:lnTo>
                  <a:lnTo>
                    <a:pt x="7501" y="514402"/>
                  </a:lnTo>
                  <a:lnTo>
                    <a:pt x="0" y="477247"/>
                  </a:lnTo>
                  <a:lnTo>
                    <a:pt x="0" y="95451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1478508" y="3361945"/>
            <a:ext cx="2448560" cy="304421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867" spc="-147" dirty="0">
                <a:latin typeface="Lucida Sans Unicode"/>
                <a:cs typeface="Lucida Sans Unicode"/>
              </a:rPr>
              <a:t>Fix</a:t>
            </a:r>
            <a:r>
              <a:rPr sz="1867" spc="-93" dirty="0">
                <a:latin typeface="Lucida Sans Unicode"/>
                <a:cs typeface="Lucida Sans Unicode"/>
              </a:rPr>
              <a:t> </a:t>
            </a:r>
            <a:r>
              <a:rPr sz="1867" spc="-13" dirty="0">
                <a:latin typeface="Lucida Sans Unicode"/>
                <a:cs typeface="Lucida Sans Unicode"/>
              </a:rPr>
              <a:t>this</a:t>
            </a:r>
            <a:r>
              <a:rPr sz="1867" spc="-93" dirty="0">
                <a:latin typeface="Lucida Sans Unicode"/>
                <a:cs typeface="Lucida Sans Unicode"/>
              </a:rPr>
              <a:t> </a:t>
            </a:r>
            <a:r>
              <a:rPr sz="1867" spc="107" dirty="0">
                <a:latin typeface="Lucida Sans Unicode"/>
                <a:cs typeface="Lucida Sans Unicode"/>
              </a:rPr>
              <a:t>code</a:t>
            </a:r>
            <a:r>
              <a:rPr sz="1867" spc="-93" dirty="0">
                <a:latin typeface="Lucida Sans Unicode"/>
                <a:cs typeface="Lucida Sans Unicode"/>
              </a:rPr>
              <a:t> </a:t>
            </a:r>
            <a:r>
              <a:rPr sz="1867" spc="-27" dirty="0">
                <a:latin typeface="Lucida Sans Unicode"/>
                <a:cs typeface="Lucida Sans Unicode"/>
              </a:rPr>
              <a:t>for</a:t>
            </a:r>
            <a:r>
              <a:rPr sz="1867" spc="-93" dirty="0">
                <a:latin typeface="Lucida Sans Unicode"/>
                <a:cs typeface="Lucida Sans Unicode"/>
              </a:rPr>
              <a:t> </a:t>
            </a:r>
            <a:r>
              <a:rPr sz="1867" spc="-107" dirty="0">
                <a:latin typeface="Lucida Sans Unicode"/>
                <a:cs typeface="Lucida Sans Unicode"/>
              </a:rPr>
              <a:t>me…</a:t>
            </a:r>
            <a:endParaRPr sz="1867">
              <a:latin typeface="Lucida Sans Unicode"/>
              <a:cs typeface="Lucida Sans Unicode"/>
            </a:endParaRPr>
          </a:p>
        </p:txBody>
      </p:sp>
      <p:pic>
        <p:nvPicPr>
          <p:cNvPr id="22" name="object 2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343867" y="2712717"/>
            <a:ext cx="463295" cy="472560"/>
          </a:xfrm>
          <a:prstGeom prst="rect">
            <a:avLst/>
          </a:prstGeom>
        </p:spPr>
      </p:pic>
      <p:pic>
        <p:nvPicPr>
          <p:cNvPr id="23" name="object 23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422244" y="2712730"/>
            <a:ext cx="463299" cy="480065"/>
          </a:xfrm>
          <a:prstGeom prst="rect">
            <a:avLst/>
          </a:prstGeom>
        </p:spPr>
      </p:pic>
      <p:sp>
        <p:nvSpPr>
          <p:cNvPr id="24" name="object 24"/>
          <p:cNvSpPr txBox="1"/>
          <p:nvPr/>
        </p:nvSpPr>
        <p:spPr>
          <a:xfrm>
            <a:off x="5088665" y="1662809"/>
            <a:ext cx="3234267" cy="1012243"/>
          </a:xfrm>
          <a:prstGeom prst="rect">
            <a:avLst/>
          </a:prstGeom>
        </p:spPr>
        <p:txBody>
          <a:bodyPr vert="horz" wrap="square" lIns="0" tIns="37253" rIns="0" bIns="0" rtlCol="0">
            <a:spAutoFit/>
          </a:bodyPr>
          <a:lstStyle/>
          <a:p>
            <a:pPr marL="440256" marR="6773" indent="-424169">
              <a:lnSpc>
                <a:spcPts val="3800"/>
              </a:lnSpc>
              <a:spcBef>
                <a:spcPts val="293"/>
              </a:spcBef>
            </a:pPr>
            <a:r>
              <a:rPr sz="3200" spc="-100" dirty="0">
                <a:solidFill>
                  <a:srgbClr val="F65B66"/>
                </a:solidFill>
                <a:latin typeface="Arial Black"/>
                <a:cs typeface="Arial Black"/>
              </a:rPr>
              <a:t>Autoregressive </a:t>
            </a:r>
            <a:r>
              <a:rPr sz="3200" spc="-13" dirty="0">
                <a:solidFill>
                  <a:srgbClr val="F65B66"/>
                </a:solidFill>
                <a:latin typeface="Arial Black"/>
                <a:cs typeface="Arial Black"/>
              </a:rPr>
              <a:t>Generation</a:t>
            </a:r>
            <a:endParaRPr sz="3200">
              <a:latin typeface="Arial Black"/>
              <a:cs typeface="Arial Black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024199" y="2850602"/>
            <a:ext cx="1363133" cy="989159"/>
          </a:xfrm>
          <a:prstGeom prst="rect">
            <a:avLst/>
          </a:prstGeom>
          <a:ln w="37449">
            <a:solidFill>
              <a:srgbClr val="000000"/>
            </a:solidFill>
          </a:ln>
        </p:spPr>
        <p:txBody>
          <a:bodyPr vert="horz" wrap="square" lIns="0" tIns="339513" rIns="0" bIns="0" rtlCol="0">
            <a:spAutoFit/>
          </a:bodyPr>
          <a:lstStyle/>
          <a:p>
            <a:pPr marL="179489">
              <a:spcBef>
                <a:spcPts val="2673"/>
              </a:spcBef>
            </a:pPr>
            <a:r>
              <a:rPr sz="4200" spc="-612" dirty="0">
                <a:latin typeface="Arial Black"/>
                <a:cs typeface="Arial Black"/>
              </a:rPr>
              <a:t>LLM</a:t>
            </a:r>
            <a:endParaRPr sz="4200">
              <a:latin typeface="Arial Black"/>
              <a:cs typeface="Arial Black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309316" y="670112"/>
            <a:ext cx="14020800" cy="512961"/>
          </a:xfrm>
          <a:prstGeom prst="rect">
            <a:avLst/>
          </a:prstGeom>
        </p:spPr>
        <p:txBody>
          <a:bodyPr vert="horz" wrap="square" lIns="0" tIns="20320" rIns="0" bIns="0" rtlCol="0" anchor="ctr">
            <a:spAutoFit/>
          </a:bodyPr>
          <a:lstStyle/>
          <a:p>
            <a:pPr marL="223514">
              <a:spcBef>
                <a:spcPts val="160"/>
              </a:spcBef>
            </a:pPr>
            <a:r>
              <a:rPr dirty="0"/>
              <a:t>Autoregressive</a:t>
            </a:r>
            <a:r>
              <a:rPr spc="540" dirty="0"/>
              <a:t> </a:t>
            </a:r>
            <a:r>
              <a:rPr spc="87" dirty="0"/>
              <a:t>generation</a:t>
            </a:r>
            <a:endParaRPr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145817" y="3448620"/>
            <a:ext cx="525351" cy="163961"/>
          </a:xfrm>
          <a:prstGeom prst="rect">
            <a:avLst/>
          </a:prstGeom>
        </p:spPr>
      </p:pic>
      <p:grpSp>
        <p:nvGrpSpPr>
          <p:cNvPr id="5" name="object 5"/>
          <p:cNvGrpSpPr/>
          <p:nvPr/>
        </p:nvGrpSpPr>
        <p:grpSpPr>
          <a:xfrm>
            <a:off x="1337517" y="3142450"/>
            <a:ext cx="3570393" cy="776393"/>
            <a:chOff x="1003137" y="2356837"/>
            <a:chExt cx="2677795" cy="582295"/>
          </a:xfrm>
        </p:grpSpPr>
        <p:sp>
          <p:nvSpPr>
            <p:cNvPr id="6" name="object 6"/>
            <p:cNvSpPr/>
            <p:nvPr/>
          </p:nvSpPr>
          <p:spPr>
            <a:xfrm>
              <a:off x="1007900" y="2361600"/>
              <a:ext cx="2668270" cy="572770"/>
            </a:xfrm>
            <a:custGeom>
              <a:avLst/>
              <a:gdLst/>
              <a:ahLst/>
              <a:cxnLst/>
              <a:rect l="l" t="t" r="r" b="b"/>
              <a:pathLst>
                <a:path w="2668270" h="572769">
                  <a:moveTo>
                    <a:pt x="2572747" y="572699"/>
                  </a:moveTo>
                  <a:lnTo>
                    <a:pt x="95451" y="572699"/>
                  </a:lnTo>
                  <a:lnTo>
                    <a:pt x="58297" y="565198"/>
                  </a:lnTo>
                  <a:lnTo>
                    <a:pt x="27957" y="544742"/>
                  </a:lnTo>
                  <a:lnTo>
                    <a:pt x="7501" y="514402"/>
                  </a:lnTo>
                  <a:lnTo>
                    <a:pt x="0" y="477247"/>
                  </a:lnTo>
                  <a:lnTo>
                    <a:pt x="0" y="95451"/>
                  </a:lnTo>
                  <a:lnTo>
                    <a:pt x="7501" y="58297"/>
                  </a:lnTo>
                  <a:lnTo>
                    <a:pt x="27957" y="27957"/>
                  </a:lnTo>
                  <a:lnTo>
                    <a:pt x="58297" y="7501"/>
                  </a:lnTo>
                  <a:lnTo>
                    <a:pt x="95451" y="0"/>
                  </a:lnTo>
                  <a:lnTo>
                    <a:pt x="2572747" y="0"/>
                  </a:lnTo>
                  <a:lnTo>
                    <a:pt x="2625705" y="16037"/>
                  </a:lnTo>
                  <a:lnTo>
                    <a:pt x="2660934" y="58924"/>
                  </a:lnTo>
                  <a:lnTo>
                    <a:pt x="2668199" y="95451"/>
                  </a:lnTo>
                  <a:lnTo>
                    <a:pt x="2668199" y="477247"/>
                  </a:lnTo>
                  <a:lnTo>
                    <a:pt x="2660698" y="514402"/>
                  </a:lnTo>
                  <a:lnTo>
                    <a:pt x="2640242" y="544742"/>
                  </a:lnTo>
                  <a:lnTo>
                    <a:pt x="2609902" y="565198"/>
                  </a:lnTo>
                  <a:lnTo>
                    <a:pt x="2572747" y="572699"/>
                  </a:lnTo>
                  <a:close/>
                </a:path>
              </a:pathLst>
            </a:custGeom>
            <a:solidFill>
              <a:srgbClr val="FFF6F6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7" name="object 7"/>
            <p:cNvSpPr/>
            <p:nvPr/>
          </p:nvSpPr>
          <p:spPr>
            <a:xfrm>
              <a:off x="1007900" y="2361600"/>
              <a:ext cx="2668270" cy="572770"/>
            </a:xfrm>
            <a:custGeom>
              <a:avLst/>
              <a:gdLst/>
              <a:ahLst/>
              <a:cxnLst/>
              <a:rect l="l" t="t" r="r" b="b"/>
              <a:pathLst>
                <a:path w="2668270" h="572769">
                  <a:moveTo>
                    <a:pt x="0" y="95451"/>
                  </a:moveTo>
                  <a:lnTo>
                    <a:pt x="7501" y="58297"/>
                  </a:lnTo>
                  <a:lnTo>
                    <a:pt x="27957" y="27957"/>
                  </a:lnTo>
                  <a:lnTo>
                    <a:pt x="58297" y="7501"/>
                  </a:lnTo>
                  <a:lnTo>
                    <a:pt x="95451" y="0"/>
                  </a:lnTo>
                  <a:lnTo>
                    <a:pt x="2572747" y="0"/>
                  </a:lnTo>
                  <a:lnTo>
                    <a:pt x="2625705" y="16037"/>
                  </a:lnTo>
                  <a:lnTo>
                    <a:pt x="2660934" y="58924"/>
                  </a:lnTo>
                  <a:lnTo>
                    <a:pt x="2668199" y="95451"/>
                  </a:lnTo>
                  <a:lnTo>
                    <a:pt x="2668199" y="477247"/>
                  </a:lnTo>
                  <a:lnTo>
                    <a:pt x="2660698" y="514402"/>
                  </a:lnTo>
                  <a:lnTo>
                    <a:pt x="2640242" y="544742"/>
                  </a:lnTo>
                  <a:lnTo>
                    <a:pt x="2609902" y="565198"/>
                  </a:lnTo>
                  <a:lnTo>
                    <a:pt x="2572747" y="572699"/>
                  </a:lnTo>
                  <a:lnTo>
                    <a:pt x="95451" y="572699"/>
                  </a:lnTo>
                  <a:lnTo>
                    <a:pt x="58297" y="565198"/>
                  </a:lnTo>
                  <a:lnTo>
                    <a:pt x="27957" y="544742"/>
                  </a:lnTo>
                  <a:lnTo>
                    <a:pt x="7501" y="514402"/>
                  </a:lnTo>
                  <a:lnTo>
                    <a:pt x="0" y="477247"/>
                  </a:lnTo>
                  <a:lnTo>
                    <a:pt x="0" y="95451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1478508" y="3361945"/>
            <a:ext cx="2448560" cy="304421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867" spc="-147" dirty="0">
                <a:latin typeface="Lucida Sans Unicode"/>
                <a:cs typeface="Lucida Sans Unicode"/>
              </a:rPr>
              <a:t>Fix</a:t>
            </a:r>
            <a:r>
              <a:rPr sz="1867" spc="-93" dirty="0">
                <a:latin typeface="Lucida Sans Unicode"/>
                <a:cs typeface="Lucida Sans Unicode"/>
              </a:rPr>
              <a:t> </a:t>
            </a:r>
            <a:r>
              <a:rPr sz="1867" spc="-13" dirty="0">
                <a:latin typeface="Lucida Sans Unicode"/>
                <a:cs typeface="Lucida Sans Unicode"/>
              </a:rPr>
              <a:t>this</a:t>
            </a:r>
            <a:r>
              <a:rPr sz="1867" spc="-93" dirty="0">
                <a:latin typeface="Lucida Sans Unicode"/>
                <a:cs typeface="Lucida Sans Unicode"/>
              </a:rPr>
              <a:t> </a:t>
            </a:r>
            <a:r>
              <a:rPr sz="1867" spc="107" dirty="0">
                <a:latin typeface="Lucida Sans Unicode"/>
                <a:cs typeface="Lucida Sans Unicode"/>
              </a:rPr>
              <a:t>code</a:t>
            </a:r>
            <a:r>
              <a:rPr sz="1867" spc="-93" dirty="0">
                <a:latin typeface="Lucida Sans Unicode"/>
                <a:cs typeface="Lucida Sans Unicode"/>
              </a:rPr>
              <a:t> </a:t>
            </a:r>
            <a:r>
              <a:rPr sz="1867" spc="-27" dirty="0">
                <a:latin typeface="Lucida Sans Unicode"/>
                <a:cs typeface="Lucida Sans Unicode"/>
              </a:rPr>
              <a:t>for</a:t>
            </a:r>
            <a:r>
              <a:rPr sz="1867" spc="-93" dirty="0">
                <a:latin typeface="Lucida Sans Unicode"/>
                <a:cs typeface="Lucida Sans Unicode"/>
              </a:rPr>
              <a:t> </a:t>
            </a:r>
            <a:r>
              <a:rPr sz="1867" spc="-107" dirty="0">
                <a:latin typeface="Lucida Sans Unicode"/>
                <a:cs typeface="Lucida Sans Unicode"/>
              </a:rPr>
              <a:t>me…</a:t>
            </a:r>
            <a:endParaRPr sz="1867">
              <a:latin typeface="Lucida Sans Unicode"/>
              <a:cs typeface="Lucida Sans Unicode"/>
            </a:endParaRPr>
          </a:p>
        </p:txBody>
      </p:sp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343867" y="2712717"/>
            <a:ext cx="463295" cy="472560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685817" y="3448620"/>
            <a:ext cx="525351" cy="163961"/>
          </a:xfrm>
          <a:prstGeom prst="rect">
            <a:avLst/>
          </a:prstGeom>
        </p:spPr>
      </p:pic>
      <p:grpSp>
        <p:nvGrpSpPr>
          <p:cNvPr id="11" name="object 11"/>
          <p:cNvGrpSpPr/>
          <p:nvPr/>
        </p:nvGrpSpPr>
        <p:grpSpPr>
          <a:xfrm>
            <a:off x="8418917" y="3232603"/>
            <a:ext cx="898313" cy="594360"/>
            <a:chOff x="6314187" y="2424452"/>
            <a:chExt cx="673735" cy="445770"/>
          </a:xfrm>
        </p:grpSpPr>
        <p:sp>
          <p:nvSpPr>
            <p:cNvPr id="12" name="object 12"/>
            <p:cNvSpPr/>
            <p:nvPr/>
          </p:nvSpPr>
          <p:spPr>
            <a:xfrm>
              <a:off x="6318949" y="2429214"/>
              <a:ext cx="664210" cy="436245"/>
            </a:xfrm>
            <a:custGeom>
              <a:avLst/>
              <a:gdLst/>
              <a:ahLst/>
              <a:cxnLst/>
              <a:rect l="l" t="t" r="r" b="b"/>
              <a:pathLst>
                <a:path w="664209" h="436244">
                  <a:moveTo>
                    <a:pt x="610418" y="435899"/>
                  </a:moveTo>
                  <a:lnTo>
                    <a:pt x="53781" y="435899"/>
                  </a:lnTo>
                  <a:lnTo>
                    <a:pt x="32847" y="431673"/>
                  </a:lnTo>
                  <a:lnTo>
                    <a:pt x="15752" y="420147"/>
                  </a:lnTo>
                  <a:lnTo>
                    <a:pt x="4226" y="403052"/>
                  </a:lnTo>
                  <a:lnTo>
                    <a:pt x="0" y="382118"/>
                  </a:lnTo>
                  <a:lnTo>
                    <a:pt x="0" y="53781"/>
                  </a:lnTo>
                  <a:lnTo>
                    <a:pt x="4226" y="32847"/>
                  </a:lnTo>
                  <a:lnTo>
                    <a:pt x="15752" y="15752"/>
                  </a:lnTo>
                  <a:lnTo>
                    <a:pt x="32847" y="4226"/>
                  </a:lnTo>
                  <a:lnTo>
                    <a:pt x="53781" y="0"/>
                  </a:lnTo>
                  <a:lnTo>
                    <a:pt x="610418" y="0"/>
                  </a:lnTo>
                  <a:lnTo>
                    <a:pt x="648447" y="15752"/>
                  </a:lnTo>
                  <a:lnTo>
                    <a:pt x="664199" y="53781"/>
                  </a:lnTo>
                  <a:lnTo>
                    <a:pt x="664199" y="382118"/>
                  </a:lnTo>
                  <a:lnTo>
                    <a:pt x="659973" y="403052"/>
                  </a:lnTo>
                  <a:lnTo>
                    <a:pt x="648447" y="420147"/>
                  </a:lnTo>
                  <a:lnTo>
                    <a:pt x="631352" y="431673"/>
                  </a:lnTo>
                  <a:lnTo>
                    <a:pt x="610418" y="435899"/>
                  </a:lnTo>
                  <a:close/>
                </a:path>
              </a:pathLst>
            </a:custGeom>
            <a:solidFill>
              <a:srgbClr val="E9F1F4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3" name="object 13"/>
            <p:cNvSpPr/>
            <p:nvPr/>
          </p:nvSpPr>
          <p:spPr>
            <a:xfrm>
              <a:off x="6318949" y="2429214"/>
              <a:ext cx="664210" cy="436245"/>
            </a:xfrm>
            <a:custGeom>
              <a:avLst/>
              <a:gdLst/>
              <a:ahLst/>
              <a:cxnLst/>
              <a:rect l="l" t="t" r="r" b="b"/>
              <a:pathLst>
                <a:path w="664209" h="436244">
                  <a:moveTo>
                    <a:pt x="0" y="53781"/>
                  </a:moveTo>
                  <a:lnTo>
                    <a:pt x="4226" y="32847"/>
                  </a:lnTo>
                  <a:lnTo>
                    <a:pt x="15752" y="15752"/>
                  </a:lnTo>
                  <a:lnTo>
                    <a:pt x="32847" y="4226"/>
                  </a:lnTo>
                  <a:lnTo>
                    <a:pt x="53781" y="0"/>
                  </a:lnTo>
                  <a:lnTo>
                    <a:pt x="610418" y="0"/>
                  </a:lnTo>
                  <a:lnTo>
                    <a:pt x="648447" y="15752"/>
                  </a:lnTo>
                  <a:lnTo>
                    <a:pt x="664199" y="53781"/>
                  </a:lnTo>
                  <a:lnTo>
                    <a:pt x="664199" y="382118"/>
                  </a:lnTo>
                  <a:lnTo>
                    <a:pt x="659973" y="403052"/>
                  </a:lnTo>
                  <a:lnTo>
                    <a:pt x="648447" y="420147"/>
                  </a:lnTo>
                  <a:lnTo>
                    <a:pt x="631352" y="431673"/>
                  </a:lnTo>
                  <a:lnTo>
                    <a:pt x="610418" y="435899"/>
                  </a:lnTo>
                  <a:lnTo>
                    <a:pt x="53781" y="435899"/>
                  </a:lnTo>
                  <a:lnTo>
                    <a:pt x="32847" y="431673"/>
                  </a:lnTo>
                  <a:lnTo>
                    <a:pt x="15752" y="420147"/>
                  </a:lnTo>
                  <a:lnTo>
                    <a:pt x="4226" y="403052"/>
                  </a:lnTo>
                  <a:lnTo>
                    <a:pt x="0" y="382118"/>
                  </a:lnTo>
                  <a:lnTo>
                    <a:pt x="0" y="53781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8555895" y="3360897"/>
            <a:ext cx="696807" cy="304421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867" spc="-13" dirty="0">
                <a:latin typeface="Lucida Sans Unicode"/>
                <a:cs typeface="Lucida Sans Unicode"/>
              </a:rPr>
              <a:t>There</a:t>
            </a:r>
            <a:endParaRPr sz="1867"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024199" y="2850601"/>
            <a:ext cx="1363133" cy="1360592"/>
          </a:xfrm>
          <a:custGeom>
            <a:avLst/>
            <a:gdLst/>
            <a:ahLst/>
            <a:cxnLst/>
            <a:rect l="l" t="t" r="r" b="b"/>
            <a:pathLst>
              <a:path w="1022350" h="1020444">
                <a:moveTo>
                  <a:pt x="0" y="0"/>
                </a:moveTo>
                <a:lnTo>
                  <a:pt x="1022099" y="0"/>
                </a:lnTo>
                <a:lnTo>
                  <a:pt x="1022099" y="1019999"/>
                </a:lnTo>
                <a:lnTo>
                  <a:pt x="0" y="1019999"/>
                </a:lnTo>
                <a:lnTo>
                  <a:pt x="0" y="0"/>
                </a:lnTo>
                <a:close/>
              </a:path>
            </a:pathLst>
          </a:custGeom>
          <a:ln w="374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3" name="object 3"/>
          <p:cNvSpPr txBox="1"/>
          <p:nvPr/>
        </p:nvSpPr>
        <p:spPr>
          <a:xfrm>
            <a:off x="6187177" y="3170667"/>
            <a:ext cx="1037167" cy="665994"/>
          </a:xfrm>
          <a:prstGeom prst="rect">
            <a:avLst/>
          </a:prstGeom>
        </p:spPr>
        <p:txBody>
          <a:bodyPr vert="horz" wrap="square" lIns="0" tIns="19473" rIns="0" bIns="0" rtlCol="0">
            <a:spAutoFit/>
          </a:bodyPr>
          <a:lstStyle/>
          <a:p>
            <a:pPr marL="16933">
              <a:spcBef>
                <a:spcPts val="153"/>
              </a:spcBef>
            </a:pPr>
            <a:r>
              <a:rPr sz="4200" spc="-612" dirty="0">
                <a:latin typeface="Arial Black"/>
                <a:cs typeface="Arial Black"/>
              </a:rPr>
              <a:t>LLM</a:t>
            </a:r>
            <a:endParaRPr sz="4200">
              <a:latin typeface="Arial Black"/>
              <a:cs typeface="Arial Black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145817" y="3448620"/>
            <a:ext cx="525351" cy="163961"/>
          </a:xfrm>
          <a:prstGeom prst="rect">
            <a:avLst/>
          </a:prstGeom>
        </p:spPr>
      </p:pic>
      <p:grpSp>
        <p:nvGrpSpPr>
          <p:cNvPr id="5" name="object 5"/>
          <p:cNvGrpSpPr/>
          <p:nvPr/>
        </p:nvGrpSpPr>
        <p:grpSpPr>
          <a:xfrm>
            <a:off x="1337517" y="3142450"/>
            <a:ext cx="3570393" cy="776393"/>
            <a:chOff x="1003137" y="2356837"/>
            <a:chExt cx="2677795" cy="582295"/>
          </a:xfrm>
        </p:grpSpPr>
        <p:sp>
          <p:nvSpPr>
            <p:cNvPr id="6" name="object 6"/>
            <p:cNvSpPr/>
            <p:nvPr/>
          </p:nvSpPr>
          <p:spPr>
            <a:xfrm>
              <a:off x="1007900" y="2361600"/>
              <a:ext cx="2668270" cy="572770"/>
            </a:xfrm>
            <a:custGeom>
              <a:avLst/>
              <a:gdLst/>
              <a:ahLst/>
              <a:cxnLst/>
              <a:rect l="l" t="t" r="r" b="b"/>
              <a:pathLst>
                <a:path w="2668270" h="572769">
                  <a:moveTo>
                    <a:pt x="2572747" y="572699"/>
                  </a:moveTo>
                  <a:lnTo>
                    <a:pt x="95451" y="572699"/>
                  </a:lnTo>
                  <a:lnTo>
                    <a:pt x="58297" y="565198"/>
                  </a:lnTo>
                  <a:lnTo>
                    <a:pt x="27957" y="544742"/>
                  </a:lnTo>
                  <a:lnTo>
                    <a:pt x="7501" y="514402"/>
                  </a:lnTo>
                  <a:lnTo>
                    <a:pt x="0" y="477247"/>
                  </a:lnTo>
                  <a:lnTo>
                    <a:pt x="0" y="95451"/>
                  </a:lnTo>
                  <a:lnTo>
                    <a:pt x="7501" y="58297"/>
                  </a:lnTo>
                  <a:lnTo>
                    <a:pt x="27957" y="27957"/>
                  </a:lnTo>
                  <a:lnTo>
                    <a:pt x="58297" y="7501"/>
                  </a:lnTo>
                  <a:lnTo>
                    <a:pt x="95451" y="0"/>
                  </a:lnTo>
                  <a:lnTo>
                    <a:pt x="2572747" y="0"/>
                  </a:lnTo>
                  <a:lnTo>
                    <a:pt x="2625705" y="16037"/>
                  </a:lnTo>
                  <a:lnTo>
                    <a:pt x="2660934" y="58924"/>
                  </a:lnTo>
                  <a:lnTo>
                    <a:pt x="2668199" y="95451"/>
                  </a:lnTo>
                  <a:lnTo>
                    <a:pt x="2668199" y="477247"/>
                  </a:lnTo>
                  <a:lnTo>
                    <a:pt x="2660698" y="514402"/>
                  </a:lnTo>
                  <a:lnTo>
                    <a:pt x="2640242" y="544742"/>
                  </a:lnTo>
                  <a:lnTo>
                    <a:pt x="2609902" y="565198"/>
                  </a:lnTo>
                  <a:lnTo>
                    <a:pt x="2572747" y="572699"/>
                  </a:lnTo>
                  <a:close/>
                </a:path>
              </a:pathLst>
            </a:custGeom>
            <a:solidFill>
              <a:srgbClr val="FFF6F6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7" name="object 7"/>
            <p:cNvSpPr/>
            <p:nvPr/>
          </p:nvSpPr>
          <p:spPr>
            <a:xfrm>
              <a:off x="1007900" y="2361600"/>
              <a:ext cx="2668270" cy="572770"/>
            </a:xfrm>
            <a:custGeom>
              <a:avLst/>
              <a:gdLst/>
              <a:ahLst/>
              <a:cxnLst/>
              <a:rect l="l" t="t" r="r" b="b"/>
              <a:pathLst>
                <a:path w="2668270" h="572769">
                  <a:moveTo>
                    <a:pt x="0" y="95451"/>
                  </a:moveTo>
                  <a:lnTo>
                    <a:pt x="7501" y="58297"/>
                  </a:lnTo>
                  <a:lnTo>
                    <a:pt x="27957" y="27957"/>
                  </a:lnTo>
                  <a:lnTo>
                    <a:pt x="58297" y="7501"/>
                  </a:lnTo>
                  <a:lnTo>
                    <a:pt x="95451" y="0"/>
                  </a:lnTo>
                  <a:lnTo>
                    <a:pt x="2572747" y="0"/>
                  </a:lnTo>
                  <a:lnTo>
                    <a:pt x="2625705" y="16037"/>
                  </a:lnTo>
                  <a:lnTo>
                    <a:pt x="2660934" y="58924"/>
                  </a:lnTo>
                  <a:lnTo>
                    <a:pt x="2668199" y="95451"/>
                  </a:lnTo>
                  <a:lnTo>
                    <a:pt x="2668199" y="477247"/>
                  </a:lnTo>
                  <a:lnTo>
                    <a:pt x="2660698" y="514402"/>
                  </a:lnTo>
                  <a:lnTo>
                    <a:pt x="2640242" y="544742"/>
                  </a:lnTo>
                  <a:lnTo>
                    <a:pt x="2609902" y="565198"/>
                  </a:lnTo>
                  <a:lnTo>
                    <a:pt x="2572747" y="572699"/>
                  </a:lnTo>
                  <a:lnTo>
                    <a:pt x="95451" y="572699"/>
                  </a:lnTo>
                  <a:lnTo>
                    <a:pt x="58297" y="565198"/>
                  </a:lnTo>
                  <a:lnTo>
                    <a:pt x="27957" y="544742"/>
                  </a:lnTo>
                  <a:lnTo>
                    <a:pt x="7501" y="514402"/>
                  </a:lnTo>
                  <a:lnTo>
                    <a:pt x="0" y="477247"/>
                  </a:lnTo>
                  <a:lnTo>
                    <a:pt x="0" y="95451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1478508" y="3361945"/>
            <a:ext cx="2448560" cy="304421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867" spc="-147" dirty="0">
                <a:latin typeface="Lucida Sans Unicode"/>
                <a:cs typeface="Lucida Sans Unicode"/>
              </a:rPr>
              <a:t>Fix</a:t>
            </a:r>
            <a:r>
              <a:rPr sz="1867" spc="-93" dirty="0">
                <a:latin typeface="Lucida Sans Unicode"/>
                <a:cs typeface="Lucida Sans Unicode"/>
              </a:rPr>
              <a:t> </a:t>
            </a:r>
            <a:r>
              <a:rPr sz="1867" spc="-13" dirty="0">
                <a:latin typeface="Lucida Sans Unicode"/>
                <a:cs typeface="Lucida Sans Unicode"/>
              </a:rPr>
              <a:t>this</a:t>
            </a:r>
            <a:r>
              <a:rPr sz="1867" spc="-93" dirty="0">
                <a:latin typeface="Lucida Sans Unicode"/>
                <a:cs typeface="Lucida Sans Unicode"/>
              </a:rPr>
              <a:t> </a:t>
            </a:r>
            <a:r>
              <a:rPr sz="1867" spc="107" dirty="0">
                <a:latin typeface="Lucida Sans Unicode"/>
                <a:cs typeface="Lucida Sans Unicode"/>
              </a:rPr>
              <a:t>code</a:t>
            </a:r>
            <a:r>
              <a:rPr sz="1867" spc="-93" dirty="0">
                <a:latin typeface="Lucida Sans Unicode"/>
                <a:cs typeface="Lucida Sans Unicode"/>
              </a:rPr>
              <a:t> </a:t>
            </a:r>
            <a:r>
              <a:rPr sz="1867" spc="-27" dirty="0">
                <a:latin typeface="Lucida Sans Unicode"/>
                <a:cs typeface="Lucida Sans Unicode"/>
              </a:rPr>
              <a:t>for</a:t>
            </a:r>
            <a:r>
              <a:rPr sz="1867" spc="-93" dirty="0">
                <a:latin typeface="Lucida Sans Unicode"/>
                <a:cs typeface="Lucida Sans Unicode"/>
              </a:rPr>
              <a:t> </a:t>
            </a:r>
            <a:r>
              <a:rPr sz="1867" spc="-107" dirty="0">
                <a:latin typeface="Lucida Sans Unicode"/>
                <a:cs typeface="Lucida Sans Unicode"/>
              </a:rPr>
              <a:t>me…</a:t>
            </a:r>
            <a:endParaRPr sz="1867">
              <a:latin typeface="Lucida Sans Unicode"/>
              <a:cs typeface="Lucida Sans Unicode"/>
            </a:endParaRPr>
          </a:p>
        </p:txBody>
      </p:sp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685817" y="3448620"/>
            <a:ext cx="525351" cy="163961"/>
          </a:xfrm>
          <a:prstGeom prst="rect">
            <a:avLst/>
          </a:prstGeom>
        </p:spPr>
      </p:pic>
      <p:grpSp>
        <p:nvGrpSpPr>
          <p:cNvPr id="10" name="object 10"/>
          <p:cNvGrpSpPr/>
          <p:nvPr/>
        </p:nvGrpSpPr>
        <p:grpSpPr>
          <a:xfrm>
            <a:off x="1337517" y="2712718"/>
            <a:ext cx="898313" cy="1787313"/>
            <a:chOff x="1003137" y="2034538"/>
            <a:chExt cx="673735" cy="1340485"/>
          </a:xfrm>
        </p:grpSpPr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07900" y="2034538"/>
              <a:ext cx="347471" cy="354420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1007900" y="2934289"/>
              <a:ext cx="664210" cy="436245"/>
            </a:xfrm>
            <a:custGeom>
              <a:avLst/>
              <a:gdLst/>
              <a:ahLst/>
              <a:cxnLst/>
              <a:rect l="l" t="t" r="r" b="b"/>
              <a:pathLst>
                <a:path w="664210" h="436245">
                  <a:moveTo>
                    <a:pt x="610418" y="435899"/>
                  </a:moveTo>
                  <a:lnTo>
                    <a:pt x="53781" y="435899"/>
                  </a:lnTo>
                  <a:lnTo>
                    <a:pt x="32847" y="431673"/>
                  </a:lnTo>
                  <a:lnTo>
                    <a:pt x="15752" y="420147"/>
                  </a:lnTo>
                  <a:lnTo>
                    <a:pt x="4226" y="403052"/>
                  </a:lnTo>
                  <a:lnTo>
                    <a:pt x="0" y="382118"/>
                  </a:lnTo>
                  <a:lnTo>
                    <a:pt x="0" y="53781"/>
                  </a:lnTo>
                  <a:lnTo>
                    <a:pt x="4226" y="32847"/>
                  </a:lnTo>
                  <a:lnTo>
                    <a:pt x="15752" y="15752"/>
                  </a:lnTo>
                  <a:lnTo>
                    <a:pt x="32847" y="4226"/>
                  </a:lnTo>
                  <a:lnTo>
                    <a:pt x="53781" y="0"/>
                  </a:lnTo>
                  <a:lnTo>
                    <a:pt x="610418" y="0"/>
                  </a:lnTo>
                  <a:lnTo>
                    <a:pt x="648447" y="15752"/>
                  </a:lnTo>
                  <a:lnTo>
                    <a:pt x="664199" y="53781"/>
                  </a:lnTo>
                  <a:lnTo>
                    <a:pt x="664199" y="382118"/>
                  </a:lnTo>
                  <a:lnTo>
                    <a:pt x="659973" y="403052"/>
                  </a:lnTo>
                  <a:lnTo>
                    <a:pt x="648447" y="420147"/>
                  </a:lnTo>
                  <a:lnTo>
                    <a:pt x="631352" y="431673"/>
                  </a:lnTo>
                  <a:lnTo>
                    <a:pt x="610418" y="435899"/>
                  </a:lnTo>
                  <a:close/>
                </a:path>
              </a:pathLst>
            </a:custGeom>
            <a:solidFill>
              <a:srgbClr val="E9F1F4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3" name="object 13"/>
            <p:cNvSpPr/>
            <p:nvPr/>
          </p:nvSpPr>
          <p:spPr>
            <a:xfrm>
              <a:off x="1007900" y="2934289"/>
              <a:ext cx="664210" cy="436245"/>
            </a:xfrm>
            <a:custGeom>
              <a:avLst/>
              <a:gdLst/>
              <a:ahLst/>
              <a:cxnLst/>
              <a:rect l="l" t="t" r="r" b="b"/>
              <a:pathLst>
                <a:path w="664210" h="436245">
                  <a:moveTo>
                    <a:pt x="0" y="53781"/>
                  </a:moveTo>
                  <a:lnTo>
                    <a:pt x="4226" y="32847"/>
                  </a:lnTo>
                  <a:lnTo>
                    <a:pt x="15752" y="15752"/>
                  </a:lnTo>
                  <a:lnTo>
                    <a:pt x="32847" y="4226"/>
                  </a:lnTo>
                  <a:lnTo>
                    <a:pt x="53781" y="0"/>
                  </a:lnTo>
                  <a:lnTo>
                    <a:pt x="610418" y="0"/>
                  </a:lnTo>
                  <a:lnTo>
                    <a:pt x="648447" y="15752"/>
                  </a:lnTo>
                  <a:lnTo>
                    <a:pt x="664199" y="53781"/>
                  </a:lnTo>
                  <a:lnTo>
                    <a:pt x="664199" y="382118"/>
                  </a:lnTo>
                  <a:lnTo>
                    <a:pt x="659973" y="403052"/>
                  </a:lnTo>
                  <a:lnTo>
                    <a:pt x="648447" y="420147"/>
                  </a:lnTo>
                  <a:lnTo>
                    <a:pt x="631352" y="431673"/>
                  </a:lnTo>
                  <a:lnTo>
                    <a:pt x="610418" y="435899"/>
                  </a:lnTo>
                  <a:lnTo>
                    <a:pt x="53781" y="435899"/>
                  </a:lnTo>
                  <a:lnTo>
                    <a:pt x="32847" y="431673"/>
                  </a:lnTo>
                  <a:lnTo>
                    <a:pt x="15752" y="420147"/>
                  </a:lnTo>
                  <a:lnTo>
                    <a:pt x="4226" y="403052"/>
                  </a:lnTo>
                  <a:lnTo>
                    <a:pt x="0" y="382118"/>
                  </a:lnTo>
                  <a:lnTo>
                    <a:pt x="0" y="53781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1474494" y="4034330"/>
            <a:ext cx="696807" cy="304421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867" spc="-13" dirty="0">
                <a:latin typeface="Lucida Sans Unicode"/>
                <a:cs typeface="Lucida Sans Unicode"/>
              </a:rPr>
              <a:t>There</a:t>
            </a:r>
            <a:endParaRPr sz="1867">
              <a:latin typeface="Lucida Sans Unicode"/>
              <a:cs typeface="Lucida Sans Unicode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1704763" y="3232603"/>
            <a:ext cx="7613227" cy="1849967"/>
            <a:chOff x="1278572" y="2424452"/>
            <a:chExt cx="5709920" cy="1387475"/>
          </a:xfrm>
        </p:grpSpPr>
        <p:sp>
          <p:nvSpPr>
            <p:cNvPr id="16" name="object 16"/>
            <p:cNvSpPr/>
            <p:nvPr/>
          </p:nvSpPr>
          <p:spPr>
            <a:xfrm>
              <a:off x="1340057" y="2867292"/>
              <a:ext cx="5300345" cy="930275"/>
            </a:xfrm>
            <a:custGeom>
              <a:avLst/>
              <a:gdLst/>
              <a:ahLst/>
              <a:cxnLst/>
              <a:rect l="l" t="t" r="r" b="b"/>
              <a:pathLst>
                <a:path w="5300345" h="930275">
                  <a:moveTo>
                    <a:pt x="5300099" y="0"/>
                  </a:moveTo>
                  <a:lnTo>
                    <a:pt x="5300099" y="930184"/>
                  </a:lnTo>
                  <a:lnTo>
                    <a:pt x="0" y="930184"/>
                  </a:lnTo>
                  <a:lnTo>
                    <a:pt x="0" y="674249"/>
                  </a:lnTo>
                </a:path>
              </a:pathLst>
            </a:custGeom>
            <a:ln w="28574">
              <a:solidFill>
                <a:srgbClr val="F65B66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pic>
          <p:nvPicPr>
            <p:cNvPr id="17" name="object 1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278572" y="3397578"/>
              <a:ext cx="122971" cy="158251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6318950" y="2429214"/>
              <a:ext cx="664210" cy="436245"/>
            </a:xfrm>
            <a:custGeom>
              <a:avLst/>
              <a:gdLst/>
              <a:ahLst/>
              <a:cxnLst/>
              <a:rect l="l" t="t" r="r" b="b"/>
              <a:pathLst>
                <a:path w="664209" h="436244">
                  <a:moveTo>
                    <a:pt x="610418" y="435899"/>
                  </a:moveTo>
                  <a:lnTo>
                    <a:pt x="53781" y="435899"/>
                  </a:lnTo>
                  <a:lnTo>
                    <a:pt x="32847" y="431673"/>
                  </a:lnTo>
                  <a:lnTo>
                    <a:pt x="15752" y="420147"/>
                  </a:lnTo>
                  <a:lnTo>
                    <a:pt x="4226" y="403052"/>
                  </a:lnTo>
                  <a:lnTo>
                    <a:pt x="0" y="382118"/>
                  </a:lnTo>
                  <a:lnTo>
                    <a:pt x="0" y="53781"/>
                  </a:lnTo>
                  <a:lnTo>
                    <a:pt x="4226" y="32847"/>
                  </a:lnTo>
                  <a:lnTo>
                    <a:pt x="15752" y="15752"/>
                  </a:lnTo>
                  <a:lnTo>
                    <a:pt x="32847" y="4226"/>
                  </a:lnTo>
                  <a:lnTo>
                    <a:pt x="53781" y="0"/>
                  </a:lnTo>
                  <a:lnTo>
                    <a:pt x="610418" y="0"/>
                  </a:lnTo>
                  <a:lnTo>
                    <a:pt x="648447" y="15752"/>
                  </a:lnTo>
                  <a:lnTo>
                    <a:pt x="664199" y="53781"/>
                  </a:lnTo>
                  <a:lnTo>
                    <a:pt x="664199" y="382118"/>
                  </a:lnTo>
                  <a:lnTo>
                    <a:pt x="659973" y="403052"/>
                  </a:lnTo>
                  <a:lnTo>
                    <a:pt x="648447" y="420147"/>
                  </a:lnTo>
                  <a:lnTo>
                    <a:pt x="631352" y="431673"/>
                  </a:lnTo>
                  <a:lnTo>
                    <a:pt x="610418" y="435899"/>
                  </a:lnTo>
                  <a:close/>
                </a:path>
              </a:pathLst>
            </a:custGeom>
            <a:solidFill>
              <a:srgbClr val="E9F1F4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9" name="object 19"/>
            <p:cNvSpPr/>
            <p:nvPr/>
          </p:nvSpPr>
          <p:spPr>
            <a:xfrm>
              <a:off x="6318950" y="2429214"/>
              <a:ext cx="664210" cy="436245"/>
            </a:xfrm>
            <a:custGeom>
              <a:avLst/>
              <a:gdLst/>
              <a:ahLst/>
              <a:cxnLst/>
              <a:rect l="l" t="t" r="r" b="b"/>
              <a:pathLst>
                <a:path w="664209" h="436244">
                  <a:moveTo>
                    <a:pt x="0" y="53781"/>
                  </a:moveTo>
                  <a:lnTo>
                    <a:pt x="4226" y="32847"/>
                  </a:lnTo>
                  <a:lnTo>
                    <a:pt x="15752" y="15752"/>
                  </a:lnTo>
                  <a:lnTo>
                    <a:pt x="32847" y="4226"/>
                  </a:lnTo>
                  <a:lnTo>
                    <a:pt x="53781" y="0"/>
                  </a:lnTo>
                  <a:lnTo>
                    <a:pt x="610418" y="0"/>
                  </a:lnTo>
                  <a:lnTo>
                    <a:pt x="648447" y="15752"/>
                  </a:lnTo>
                  <a:lnTo>
                    <a:pt x="664199" y="53781"/>
                  </a:lnTo>
                  <a:lnTo>
                    <a:pt x="664199" y="382118"/>
                  </a:lnTo>
                  <a:lnTo>
                    <a:pt x="659973" y="403052"/>
                  </a:lnTo>
                  <a:lnTo>
                    <a:pt x="648447" y="420147"/>
                  </a:lnTo>
                  <a:lnTo>
                    <a:pt x="631352" y="431673"/>
                  </a:lnTo>
                  <a:lnTo>
                    <a:pt x="610418" y="435899"/>
                  </a:lnTo>
                  <a:lnTo>
                    <a:pt x="53781" y="435899"/>
                  </a:lnTo>
                  <a:lnTo>
                    <a:pt x="32847" y="431673"/>
                  </a:lnTo>
                  <a:lnTo>
                    <a:pt x="15752" y="420147"/>
                  </a:lnTo>
                  <a:lnTo>
                    <a:pt x="4226" y="403052"/>
                  </a:lnTo>
                  <a:lnTo>
                    <a:pt x="0" y="382118"/>
                  </a:lnTo>
                  <a:lnTo>
                    <a:pt x="0" y="53781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sp>
        <p:nvSpPr>
          <p:cNvPr id="20" name="object 20" descr="$PPTXTitle"/>
          <p:cNvSpPr txBox="1">
            <a:spLocks noGrp="1"/>
          </p:cNvSpPr>
          <p:nvPr>
            <p:ph type="title"/>
          </p:nvPr>
        </p:nvSpPr>
        <p:spPr>
          <a:xfrm>
            <a:off x="309316" y="670112"/>
            <a:ext cx="14020800" cy="512961"/>
          </a:xfrm>
          <a:prstGeom prst="rect">
            <a:avLst/>
          </a:prstGeom>
        </p:spPr>
        <p:txBody>
          <a:bodyPr vert="horz" wrap="square" lIns="0" tIns="20320" rIns="0" bIns="0" rtlCol="0" anchor="ctr">
            <a:spAutoFit/>
          </a:bodyPr>
          <a:lstStyle/>
          <a:p>
            <a:pPr marL="223514">
              <a:spcBef>
                <a:spcPts val="160"/>
              </a:spcBef>
            </a:pPr>
            <a:r>
              <a:rPr dirty="0"/>
              <a:t>Autoregressive</a:t>
            </a:r>
            <a:r>
              <a:rPr spc="540" dirty="0"/>
              <a:t> </a:t>
            </a:r>
            <a:r>
              <a:rPr spc="87" dirty="0"/>
              <a:t>generation</a:t>
            </a:r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8555895" y="3360897"/>
            <a:ext cx="696807" cy="304421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867" spc="-13" dirty="0">
                <a:latin typeface="Lucida Sans Unicode"/>
                <a:cs typeface="Lucida Sans Unicode"/>
              </a:rPr>
              <a:t>There</a:t>
            </a:r>
            <a:endParaRPr sz="1867"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024199" y="2850602"/>
            <a:ext cx="1363133" cy="989159"/>
          </a:xfrm>
          <a:prstGeom prst="rect">
            <a:avLst/>
          </a:prstGeom>
          <a:ln w="37449">
            <a:solidFill>
              <a:srgbClr val="000000"/>
            </a:solidFill>
          </a:ln>
        </p:spPr>
        <p:txBody>
          <a:bodyPr vert="horz" wrap="square" lIns="0" tIns="339513" rIns="0" bIns="0" rtlCol="0">
            <a:spAutoFit/>
          </a:bodyPr>
          <a:lstStyle/>
          <a:p>
            <a:pPr marL="179489">
              <a:spcBef>
                <a:spcPts val="2673"/>
              </a:spcBef>
            </a:pPr>
            <a:r>
              <a:rPr sz="4200" spc="-612" dirty="0">
                <a:latin typeface="Arial Black"/>
                <a:cs typeface="Arial Black"/>
              </a:rPr>
              <a:t>LLM</a:t>
            </a:r>
            <a:endParaRPr sz="4200">
              <a:latin typeface="Arial Black"/>
              <a:cs typeface="Arial Black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685817" y="3448620"/>
            <a:ext cx="525351" cy="163961"/>
          </a:xfrm>
          <a:prstGeom prst="rect">
            <a:avLst/>
          </a:prstGeom>
        </p:spPr>
      </p:pic>
      <p:grpSp>
        <p:nvGrpSpPr>
          <p:cNvPr id="4" name="object 4"/>
          <p:cNvGrpSpPr/>
          <p:nvPr/>
        </p:nvGrpSpPr>
        <p:grpSpPr>
          <a:xfrm>
            <a:off x="1337517" y="3906035"/>
            <a:ext cx="898313" cy="594360"/>
            <a:chOff x="1003137" y="2929526"/>
            <a:chExt cx="673735" cy="445770"/>
          </a:xfrm>
        </p:grpSpPr>
        <p:sp>
          <p:nvSpPr>
            <p:cNvPr id="5" name="object 5"/>
            <p:cNvSpPr/>
            <p:nvPr/>
          </p:nvSpPr>
          <p:spPr>
            <a:xfrm>
              <a:off x="1007900" y="2934289"/>
              <a:ext cx="664210" cy="436245"/>
            </a:xfrm>
            <a:custGeom>
              <a:avLst/>
              <a:gdLst/>
              <a:ahLst/>
              <a:cxnLst/>
              <a:rect l="l" t="t" r="r" b="b"/>
              <a:pathLst>
                <a:path w="664210" h="436245">
                  <a:moveTo>
                    <a:pt x="610418" y="435899"/>
                  </a:moveTo>
                  <a:lnTo>
                    <a:pt x="53781" y="435899"/>
                  </a:lnTo>
                  <a:lnTo>
                    <a:pt x="32847" y="431673"/>
                  </a:lnTo>
                  <a:lnTo>
                    <a:pt x="15752" y="420147"/>
                  </a:lnTo>
                  <a:lnTo>
                    <a:pt x="4226" y="403052"/>
                  </a:lnTo>
                  <a:lnTo>
                    <a:pt x="0" y="382118"/>
                  </a:lnTo>
                  <a:lnTo>
                    <a:pt x="0" y="53781"/>
                  </a:lnTo>
                  <a:lnTo>
                    <a:pt x="4226" y="32847"/>
                  </a:lnTo>
                  <a:lnTo>
                    <a:pt x="15752" y="15752"/>
                  </a:lnTo>
                  <a:lnTo>
                    <a:pt x="32847" y="4226"/>
                  </a:lnTo>
                  <a:lnTo>
                    <a:pt x="53781" y="0"/>
                  </a:lnTo>
                  <a:lnTo>
                    <a:pt x="610418" y="0"/>
                  </a:lnTo>
                  <a:lnTo>
                    <a:pt x="648447" y="15752"/>
                  </a:lnTo>
                  <a:lnTo>
                    <a:pt x="664199" y="53781"/>
                  </a:lnTo>
                  <a:lnTo>
                    <a:pt x="664199" y="382118"/>
                  </a:lnTo>
                  <a:lnTo>
                    <a:pt x="659973" y="403052"/>
                  </a:lnTo>
                  <a:lnTo>
                    <a:pt x="648447" y="420147"/>
                  </a:lnTo>
                  <a:lnTo>
                    <a:pt x="631352" y="431673"/>
                  </a:lnTo>
                  <a:lnTo>
                    <a:pt x="610418" y="435899"/>
                  </a:lnTo>
                  <a:close/>
                </a:path>
              </a:pathLst>
            </a:custGeom>
            <a:solidFill>
              <a:srgbClr val="E9F1F4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6" name="object 6"/>
            <p:cNvSpPr/>
            <p:nvPr/>
          </p:nvSpPr>
          <p:spPr>
            <a:xfrm>
              <a:off x="1007900" y="2934289"/>
              <a:ext cx="664210" cy="436245"/>
            </a:xfrm>
            <a:custGeom>
              <a:avLst/>
              <a:gdLst/>
              <a:ahLst/>
              <a:cxnLst/>
              <a:rect l="l" t="t" r="r" b="b"/>
              <a:pathLst>
                <a:path w="664210" h="436245">
                  <a:moveTo>
                    <a:pt x="0" y="53781"/>
                  </a:moveTo>
                  <a:lnTo>
                    <a:pt x="4226" y="32847"/>
                  </a:lnTo>
                  <a:lnTo>
                    <a:pt x="15752" y="15752"/>
                  </a:lnTo>
                  <a:lnTo>
                    <a:pt x="32847" y="4226"/>
                  </a:lnTo>
                  <a:lnTo>
                    <a:pt x="53781" y="0"/>
                  </a:lnTo>
                  <a:lnTo>
                    <a:pt x="610418" y="0"/>
                  </a:lnTo>
                  <a:lnTo>
                    <a:pt x="648447" y="15752"/>
                  </a:lnTo>
                  <a:lnTo>
                    <a:pt x="664199" y="53781"/>
                  </a:lnTo>
                  <a:lnTo>
                    <a:pt x="664199" y="382118"/>
                  </a:lnTo>
                  <a:lnTo>
                    <a:pt x="659973" y="403052"/>
                  </a:lnTo>
                  <a:lnTo>
                    <a:pt x="648447" y="420147"/>
                  </a:lnTo>
                  <a:lnTo>
                    <a:pt x="631352" y="431673"/>
                  </a:lnTo>
                  <a:lnTo>
                    <a:pt x="610418" y="435899"/>
                  </a:lnTo>
                  <a:lnTo>
                    <a:pt x="53781" y="435899"/>
                  </a:lnTo>
                  <a:lnTo>
                    <a:pt x="32847" y="431673"/>
                  </a:lnTo>
                  <a:lnTo>
                    <a:pt x="15752" y="420147"/>
                  </a:lnTo>
                  <a:lnTo>
                    <a:pt x="4226" y="403052"/>
                  </a:lnTo>
                  <a:lnTo>
                    <a:pt x="0" y="382118"/>
                  </a:lnTo>
                  <a:lnTo>
                    <a:pt x="0" y="53781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1474494" y="4034330"/>
            <a:ext cx="696807" cy="304421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867" spc="-13" dirty="0">
                <a:latin typeface="Lucida Sans Unicode"/>
                <a:cs typeface="Lucida Sans Unicode"/>
              </a:rPr>
              <a:t>There</a:t>
            </a:r>
            <a:endParaRPr sz="1867">
              <a:latin typeface="Lucida Sans Unicode"/>
              <a:cs typeface="Lucida Sans Unicode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8688973" y="3233645"/>
            <a:ext cx="329353" cy="594360"/>
            <a:chOff x="6516729" y="2425234"/>
            <a:chExt cx="247015" cy="445770"/>
          </a:xfrm>
        </p:grpSpPr>
        <p:sp>
          <p:nvSpPr>
            <p:cNvPr id="9" name="object 9"/>
            <p:cNvSpPr/>
            <p:nvPr/>
          </p:nvSpPr>
          <p:spPr>
            <a:xfrm>
              <a:off x="6521491" y="2429997"/>
              <a:ext cx="237490" cy="436245"/>
            </a:xfrm>
            <a:custGeom>
              <a:avLst/>
              <a:gdLst/>
              <a:ahLst/>
              <a:cxnLst/>
              <a:rect l="l" t="t" r="r" b="b"/>
              <a:pathLst>
                <a:path w="237490" h="436244">
                  <a:moveTo>
                    <a:pt x="208021" y="435899"/>
                  </a:moveTo>
                  <a:lnTo>
                    <a:pt x="29277" y="435899"/>
                  </a:lnTo>
                  <a:lnTo>
                    <a:pt x="17881" y="433599"/>
                  </a:lnTo>
                  <a:lnTo>
                    <a:pt x="8575" y="427324"/>
                  </a:lnTo>
                  <a:lnTo>
                    <a:pt x="2300" y="418018"/>
                  </a:lnTo>
                  <a:lnTo>
                    <a:pt x="0" y="406621"/>
                  </a:lnTo>
                  <a:lnTo>
                    <a:pt x="0" y="29277"/>
                  </a:lnTo>
                  <a:lnTo>
                    <a:pt x="2300" y="17881"/>
                  </a:lnTo>
                  <a:lnTo>
                    <a:pt x="8575" y="8575"/>
                  </a:lnTo>
                  <a:lnTo>
                    <a:pt x="17881" y="2300"/>
                  </a:lnTo>
                  <a:lnTo>
                    <a:pt x="29277" y="0"/>
                  </a:lnTo>
                  <a:lnTo>
                    <a:pt x="215786" y="0"/>
                  </a:lnTo>
                  <a:lnTo>
                    <a:pt x="223233" y="3084"/>
                  </a:lnTo>
                  <a:lnTo>
                    <a:pt x="234215" y="14065"/>
                  </a:lnTo>
                  <a:lnTo>
                    <a:pt x="237300" y="21512"/>
                  </a:lnTo>
                  <a:lnTo>
                    <a:pt x="237300" y="406621"/>
                  </a:lnTo>
                  <a:lnTo>
                    <a:pt x="234999" y="418018"/>
                  </a:lnTo>
                  <a:lnTo>
                    <a:pt x="228724" y="427324"/>
                  </a:lnTo>
                  <a:lnTo>
                    <a:pt x="219418" y="433599"/>
                  </a:lnTo>
                  <a:lnTo>
                    <a:pt x="208021" y="435899"/>
                  </a:lnTo>
                  <a:close/>
                </a:path>
              </a:pathLst>
            </a:custGeom>
            <a:solidFill>
              <a:srgbClr val="E9F1F4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0" name="object 10"/>
            <p:cNvSpPr/>
            <p:nvPr/>
          </p:nvSpPr>
          <p:spPr>
            <a:xfrm>
              <a:off x="6521491" y="2429997"/>
              <a:ext cx="237490" cy="436245"/>
            </a:xfrm>
            <a:custGeom>
              <a:avLst/>
              <a:gdLst/>
              <a:ahLst/>
              <a:cxnLst/>
              <a:rect l="l" t="t" r="r" b="b"/>
              <a:pathLst>
                <a:path w="237490" h="436244">
                  <a:moveTo>
                    <a:pt x="0" y="29277"/>
                  </a:moveTo>
                  <a:lnTo>
                    <a:pt x="2300" y="17881"/>
                  </a:lnTo>
                  <a:lnTo>
                    <a:pt x="8575" y="8575"/>
                  </a:lnTo>
                  <a:lnTo>
                    <a:pt x="17881" y="2300"/>
                  </a:lnTo>
                  <a:lnTo>
                    <a:pt x="29277" y="0"/>
                  </a:lnTo>
                  <a:lnTo>
                    <a:pt x="208021" y="0"/>
                  </a:lnTo>
                  <a:lnTo>
                    <a:pt x="215786" y="0"/>
                  </a:lnTo>
                  <a:lnTo>
                    <a:pt x="223233" y="3084"/>
                  </a:lnTo>
                  <a:lnTo>
                    <a:pt x="228724" y="8575"/>
                  </a:lnTo>
                  <a:lnTo>
                    <a:pt x="234215" y="14065"/>
                  </a:lnTo>
                  <a:lnTo>
                    <a:pt x="237300" y="21512"/>
                  </a:lnTo>
                  <a:lnTo>
                    <a:pt x="237300" y="29277"/>
                  </a:lnTo>
                  <a:lnTo>
                    <a:pt x="237300" y="406621"/>
                  </a:lnTo>
                  <a:lnTo>
                    <a:pt x="234999" y="418018"/>
                  </a:lnTo>
                  <a:lnTo>
                    <a:pt x="228724" y="427324"/>
                  </a:lnTo>
                  <a:lnTo>
                    <a:pt x="219418" y="433599"/>
                  </a:lnTo>
                  <a:lnTo>
                    <a:pt x="208021" y="435899"/>
                  </a:lnTo>
                  <a:lnTo>
                    <a:pt x="29277" y="435899"/>
                  </a:lnTo>
                  <a:lnTo>
                    <a:pt x="17881" y="433599"/>
                  </a:lnTo>
                  <a:lnTo>
                    <a:pt x="8575" y="427324"/>
                  </a:lnTo>
                  <a:lnTo>
                    <a:pt x="2300" y="418018"/>
                  </a:lnTo>
                  <a:lnTo>
                    <a:pt x="0" y="406621"/>
                  </a:lnTo>
                  <a:lnTo>
                    <a:pt x="0" y="29277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8753119" y="3361941"/>
            <a:ext cx="209973" cy="304421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867" spc="-40" dirty="0">
                <a:latin typeface="Lucida Sans Unicode"/>
                <a:cs typeface="Lucida Sans Unicode"/>
              </a:rPr>
              <a:t>’s</a:t>
            </a:r>
            <a:endParaRPr sz="1867">
              <a:latin typeface="Lucida Sans Unicode"/>
              <a:cs typeface="Lucida Sans Unicode"/>
            </a:endParaRPr>
          </a:p>
        </p:txBody>
      </p:sp>
      <p:sp>
        <p:nvSpPr>
          <p:cNvPr id="12" name="object 12" descr="$PPTXTitle"/>
          <p:cNvSpPr txBox="1">
            <a:spLocks noGrp="1"/>
          </p:cNvSpPr>
          <p:nvPr>
            <p:ph type="title"/>
          </p:nvPr>
        </p:nvSpPr>
        <p:spPr>
          <a:xfrm>
            <a:off x="309316" y="670112"/>
            <a:ext cx="14020800" cy="512961"/>
          </a:xfrm>
          <a:prstGeom prst="rect">
            <a:avLst/>
          </a:prstGeom>
        </p:spPr>
        <p:txBody>
          <a:bodyPr vert="horz" wrap="square" lIns="0" tIns="20320" rIns="0" bIns="0" rtlCol="0" anchor="ctr">
            <a:spAutoFit/>
          </a:bodyPr>
          <a:lstStyle/>
          <a:p>
            <a:pPr marL="223514">
              <a:spcBef>
                <a:spcPts val="160"/>
              </a:spcBef>
            </a:pPr>
            <a:r>
              <a:rPr dirty="0"/>
              <a:t>Autoregressive</a:t>
            </a:r>
            <a:r>
              <a:rPr spc="540" dirty="0"/>
              <a:t> </a:t>
            </a:r>
            <a:r>
              <a:rPr spc="87" dirty="0"/>
              <a:t>generation</a:t>
            </a:r>
            <a:endParaRPr/>
          </a:p>
        </p:txBody>
      </p:sp>
      <p:pic>
        <p:nvPicPr>
          <p:cNvPr id="13" name="object 1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145817" y="3448620"/>
            <a:ext cx="525351" cy="163961"/>
          </a:xfrm>
          <a:prstGeom prst="rect">
            <a:avLst/>
          </a:prstGeom>
        </p:spPr>
      </p:pic>
      <p:grpSp>
        <p:nvGrpSpPr>
          <p:cNvPr id="14" name="object 14"/>
          <p:cNvGrpSpPr/>
          <p:nvPr/>
        </p:nvGrpSpPr>
        <p:grpSpPr>
          <a:xfrm>
            <a:off x="1337517" y="3142450"/>
            <a:ext cx="3570393" cy="776393"/>
            <a:chOff x="1003137" y="2356837"/>
            <a:chExt cx="2677795" cy="582295"/>
          </a:xfrm>
        </p:grpSpPr>
        <p:sp>
          <p:nvSpPr>
            <p:cNvPr id="15" name="object 15"/>
            <p:cNvSpPr/>
            <p:nvPr/>
          </p:nvSpPr>
          <p:spPr>
            <a:xfrm>
              <a:off x="1007900" y="2361600"/>
              <a:ext cx="2668270" cy="572770"/>
            </a:xfrm>
            <a:custGeom>
              <a:avLst/>
              <a:gdLst/>
              <a:ahLst/>
              <a:cxnLst/>
              <a:rect l="l" t="t" r="r" b="b"/>
              <a:pathLst>
                <a:path w="2668270" h="572769">
                  <a:moveTo>
                    <a:pt x="2572747" y="572699"/>
                  </a:moveTo>
                  <a:lnTo>
                    <a:pt x="95451" y="572699"/>
                  </a:lnTo>
                  <a:lnTo>
                    <a:pt x="58297" y="565198"/>
                  </a:lnTo>
                  <a:lnTo>
                    <a:pt x="27957" y="544742"/>
                  </a:lnTo>
                  <a:lnTo>
                    <a:pt x="7501" y="514402"/>
                  </a:lnTo>
                  <a:lnTo>
                    <a:pt x="0" y="477247"/>
                  </a:lnTo>
                  <a:lnTo>
                    <a:pt x="0" y="95451"/>
                  </a:lnTo>
                  <a:lnTo>
                    <a:pt x="7501" y="58297"/>
                  </a:lnTo>
                  <a:lnTo>
                    <a:pt x="27957" y="27957"/>
                  </a:lnTo>
                  <a:lnTo>
                    <a:pt x="58297" y="7501"/>
                  </a:lnTo>
                  <a:lnTo>
                    <a:pt x="95451" y="0"/>
                  </a:lnTo>
                  <a:lnTo>
                    <a:pt x="2572747" y="0"/>
                  </a:lnTo>
                  <a:lnTo>
                    <a:pt x="2625705" y="16037"/>
                  </a:lnTo>
                  <a:lnTo>
                    <a:pt x="2660934" y="58924"/>
                  </a:lnTo>
                  <a:lnTo>
                    <a:pt x="2668199" y="95451"/>
                  </a:lnTo>
                  <a:lnTo>
                    <a:pt x="2668199" y="477247"/>
                  </a:lnTo>
                  <a:lnTo>
                    <a:pt x="2660698" y="514402"/>
                  </a:lnTo>
                  <a:lnTo>
                    <a:pt x="2640242" y="544742"/>
                  </a:lnTo>
                  <a:lnTo>
                    <a:pt x="2609902" y="565198"/>
                  </a:lnTo>
                  <a:lnTo>
                    <a:pt x="2572747" y="572699"/>
                  </a:lnTo>
                  <a:close/>
                </a:path>
              </a:pathLst>
            </a:custGeom>
            <a:solidFill>
              <a:srgbClr val="FFF6F6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6" name="object 16"/>
            <p:cNvSpPr/>
            <p:nvPr/>
          </p:nvSpPr>
          <p:spPr>
            <a:xfrm>
              <a:off x="1007900" y="2361600"/>
              <a:ext cx="2668270" cy="572770"/>
            </a:xfrm>
            <a:custGeom>
              <a:avLst/>
              <a:gdLst/>
              <a:ahLst/>
              <a:cxnLst/>
              <a:rect l="l" t="t" r="r" b="b"/>
              <a:pathLst>
                <a:path w="2668270" h="572769">
                  <a:moveTo>
                    <a:pt x="0" y="95451"/>
                  </a:moveTo>
                  <a:lnTo>
                    <a:pt x="7501" y="58297"/>
                  </a:lnTo>
                  <a:lnTo>
                    <a:pt x="27957" y="27957"/>
                  </a:lnTo>
                  <a:lnTo>
                    <a:pt x="58297" y="7501"/>
                  </a:lnTo>
                  <a:lnTo>
                    <a:pt x="95451" y="0"/>
                  </a:lnTo>
                  <a:lnTo>
                    <a:pt x="2572747" y="0"/>
                  </a:lnTo>
                  <a:lnTo>
                    <a:pt x="2625705" y="16037"/>
                  </a:lnTo>
                  <a:lnTo>
                    <a:pt x="2660934" y="58924"/>
                  </a:lnTo>
                  <a:lnTo>
                    <a:pt x="2668199" y="95451"/>
                  </a:lnTo>
                  <a:lnTo>
                    <a:pt x="2668199" y="477247"/>
                  </a:lnTo>
                  <a:lnTo>
                    <a:pt x="2660698" y="514402"/>
                  </a:lnTo>
                  <a:lnTo>
                    <a:pt x="2640242" y="544742"/>
                  </a:lnTo>
                  <a:lnTo>
                    <a:pt x="2609902" y="565198"/>
                  </a:lnTo>
                  <a:lnTo>
                    <a:pt x="2572747" y="572699"/>
                  </a:lnTo>
                  <a:lnTo>
                    <a:pt x="95451" y="572699"/>
                  </a:lnTo>
                  <a:lnTo>
                    <a:pt x="58297" y="565198"/>
                  </a:lnTo>
                  <a:lnTo>
                    <a:pt x="27957" y="544742"/>
                  </a:lnTo>
                  <a:lnTo>
                    <a:pt x="7501" y="514402"/>
                  </a:lnTo>
                  <a:lnTo>
                    <a:pt x="0" y="477247"/>
                  </a:lnTo>
                  <a:lnTo>
                    <a:pt x="0" y="95451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1478508" y="3361945"/>
            <a:ext cx="2448560" cy="304421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867" spc="-147" dirty="0">
                <a:latin typeface="Lucida Sans Unicode"/>
                <a:cs typeface="Lucida Sans Unicode"/>
              </a:rPr>
              <a:t>Fix</a:t>
            </a:r>
            <a:r>
              <a:rPr sz="1867" spc="-93" dirty="0">
                <a:latin typeface="Lucida Sans Unicode"/>
                <a:cs typeface="Lucida Sans Unicode"/>
              </a:rPr>
              <a:t> </a:t>
            </a:r>
            <a:r>
              <a:rPr sz="1867" spc="-13" dirty="0">
                <a:latin typeface="Lucida Sans Unicode"/>
                <a:cs typeface="Lucida Sans Unicode"/>
              </a:rPr>
              <a:t>this</a:t>
            </a:r>
            <a:r>
              <a:rPr sz="1867" spc="-93" dirty="0">
                <a:latin typeface="Lucida Sans Unicode"/>
                <a:cs typeface="Lucida Sans Unicode"/>
              </a:rPr>
              <a:t> </a:t>
            </a:r>
            <a:r>
              <a:rPr sz="1867" spc="107" dirty="0">
                <a:latin typeface="Lucida Sans Unicode"/>
                <a:cs typeface="Lucida Sans Unicode"/>
              </a:rPr>
              <a:t>code</a:t>
            </a:r>
            <a:r>
              <a:rPr sz="1867" spc="-93" dirty="0">
                <a:latin typeface="Lucida Sans Unicode"/>
                <a:cs typeface="Lucida Sans Unicode"/>
              </a:rPr>
              <a:t> </a:t>
            </a:r>
            <a:r>
              <a:rPr sz="1867" spc="-27" dirty="0">
                <a:latin typeface="Lucida Sans Unicode"/>
                <a:cs typeface="Lucida Sans Unicode"/>
              </a:rPr>
              <a:t>for</a:t>
            </a:r>
            <a:r>
              <a:rPr sz="1867" spc="-93" dirty="0">
                <a:latin typeface="Lucida Sans Unicode"/>
                <a:cs typeface="Lucida Sans Unicode"/>
              </a:rPr>
              <a:t> </a:t>
            </a:r>
            <a:r>
              <a:rPr sz="1867" spc="-107" dirty="0">
                <a:latin typeface="Lucida Sans Unicode"/>
                <a:cs typeface="Lucida Sans Unicode"/>
              </a:rPr>
              <a:t>me…</a:t>
            </a:r>
            <a:endParaRPr sz="1867">
              <a:latin typeface="Lucida Sans Unicode"/>
              <a:cs typeface="Lucida Sans Unicode"/>
            </a:endParaRPr>
          </a:p>
        </p:txBody>
      </p:sp>
      <p:pic>
        <p:nvPicPr>
          <p:cNvPr id="18" name="object 1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343867" y="2712717"/>
            <a:ext cx="463295" cy="472560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96B0EAED-5FC3-8590-F227-8A4C13531D85}"/>
              </a:ext>
            </a:extLst>
          </p:cNvPr>
          <p:cNvSpPr txBox="1"/>
          <p:nvPr/>
        </p:nvSpPr>
        <p:spPr>
          <a:xfrm>
            <a:off x="1343867" y="4852806"/>
            <a:ext cx="71643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6933">
              <a:spcBef>
                <a:spcPts val="7"/>
              </a:spcBef>
            </a:pPr>
            <a:r>
              <a:rPr lang="en-US" sz="1800" dirty="0">
                <a:solidFill>
                  <a:srgbClr val="F65B66"/>
                </a:solidFill>
                <a:latin typeface="Lucida Sans Unicode"/>
                <a:cs typeface="Lucida Sans Unicode"/>
              </a:rPr>
              <a:t>New</a:t>
            </a:r>
            <a:r>
              <a:rPr lang="en-US" sz="1800" spc="-40" dirty="0">
                <a:solidFill>
                  <a:srgbClr val="F65B66"/>
                </a:solidFill>
                <a:latin typeface="Lucida Sans Unicode"/>
                <a:cs typeface="Lucida Sans Unicode"/>
              </a:rPr>
              <a:t> </a:t>
            </a:r>
            <a:r>
              <a:rPr lang="en-US" sz="1800" dirty="0">
                <a:solidFill>
                  <a:srgbClr val="F65B66"/>
                </a:solidFill>
                <a:latin typeface="Lucida Sans Unicode"/>
                <a:cs typeface="Lucida Sans Unicode"/>
              </a:rPr>
              <a:t>tokens</a:t>
            </a:r>
            <a:r>
              <a:rPr lang="en-US" sz="1800" spc="-40" dirty="0">
                <a:solidFill>
                  <a:srgbClr val="F65B66"/>
                </a:solidFill>
                <a:latin typeface="Lucida Sans Unicode"/>
                <a:cs typeface="Lucida Sans Unicode"/>
              </a:rPr>
              <a:t> </a:t>
            </a:r>
            <a:r>
              <a:rPr lang="en-US" sz="1800" spc="87" dirty="0">
                <a:solidFill>
                  <a:srgbClr val="F65B66"/>
                </a:solidFill>
                <a:latin typeface="Lucida Sans Unicode"/>
                <a:cs typeface="Lucida Sans Unicode"/>
              </a:rPr>
              <a:t>depend</a:t>
            </a:r>
            <a:r>
              <a:rPr lang="en-US" sz="1800" spc="-33" dirty="0">
                <a:solidFill>
                  <a:srgbClr val="F65B66"/>
                </a:solidFill>
                <a:latin typeface="Lucida Sans Unicode"/>
                <a:cs typeface="Lucida Sans Unicode"/>
              </a:rPr>
              <a:t> </a:t>
            </a:r>
            <a:r>
              <a:rPr lang="en-US" sz="1800" dirty="0">
                <a:solidFill>
                  <a:srgbClr val="F65B66"/>
                </a:solidFill>
                <a:latin typeface="Lucida Sans Unicode"/>
                <a:cs typeface="Lucida Sans Unicode"/>
              </a:rPr>
              <a:t>on</a:t>
            </a:r>
            <a:r>
              <a:rPr lang="en-US" sz="1800" spc="-40" dirty="0">
                <a:solidFill>
                  <a:srgbClr val="F65B66"/>
                </a:solidFill>
                <a:latin typeface="Lucida Sans Unicode"/>
                <a:cs typeface="Lucida Sans Unicode"/>
              </a:rPr>
              <a:t> </a:t>
            </a:r>
            <a:r>
              <a:rPr lang="en-US" sz="1800" spc="73" dirty="0">
                <a:solidFill>
                  <a:srgbClr val="F65B66"/>
                </a:solidFill>
                <a:latin typeface="Lucida Sans Unicode"/>
                <a:cs typeface="Lucida Sans Unicode"/>
              </a:rPr>
              <a:t>past</a:t>
            </a:r>
            <a:r>
              <a:rPr lang="en-US" sz="1800" spc="-40" dirty="0">
                <a:solidFill>
                  <a:srgbClr val="F65B66"/>
                </a:solidFill>
                <a:latin typeface="Lucida Sans Unicode"/>
                <a:cs typeface="Lucida Sans Unicode"/>
              </a:rPr>
              <a:t> </a:t>
            </a:r>
            <a:r>
              <a:rPr lang="en-US" sz="1800" spc="-13" dirty="0">
                <a:solidFill>
                  <a:srgbClr val="F65B66"/>
                </a:solidFill>
                <a:latin typeface="Lucida Sans Unicode"/>
                <a:cs typeface="Lucida Sans Unicode"/>
              </a:rPr>
              <a:t>tokens</a:t>
            </a:r>
            <a:endParaRPr lang="en-US" sz="1800" dirty="0"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223117" y="2825626"/>
            <a:ext cx="5189220" cy="1660313"/>
            <a:chOff x="1667337" y="2119219"/>
            <a:chExt cx="3891915" cy="1245235"/>
          </a:xfrm>
        </p:grpSpPr>
        <p:sp>
          <p:nvSpPr>
            <p:cNvPr id="3" name="object 3"/>
            <p:cNvSpPr/>
            <p:nvPr/>
          </p:nvSpPr>
          <p:spPr>
            <a:xfrm>
              <a:off x="1672100" y="2934299"/>
              <a:ext cx="237490" cy="424815"/>
            </a:xfrm>
            <a:custGeom>
              <a:avLst/>
              <a:gdLst/>
              <a:ahLst/>
              <a:cxnLst/>
              <a:rect l="l" t="t" r="r" b="b"/>
              <a:pathLst>
                <a:path w="237489" h="424814">
                  <a:moveTo>
                    <a:pt x="208021" y="424799"/>
                  </a:moveTo>
                  <a:lnTo>
                    <a:pt x="29278" y="424799"/>
                  </a:lnTo>
                  <a:lnTo>
                    <a:pt x="17881" y="422498"/>
                  </a:lnTo>
                  <a:lnTo>
                    <a:pt x="8575" y="416224"/>
                  </a:lnTo>
                  <a:lnTo>
                    <a:pt x="2300" y="406918"/>
                  </a:lnTo>
                  <a:lnTo>
                    <a:pt x="0" y="395521"/>
                  </a:lnTo>
                  <a:lnTo>
                    <a:pt x="0" y="29277"/>
                  </a:lnTo>
                  <a:lnTo>
                    <a:pt x="2300" y="17881"/>
                  </a:lnTo>
                  <a:lnTo>
                    <a:pt x="8575" y="8575"/>
                  </a:lnTo>
                  <a:lnTo>
                    <a:pt x="17881" y="2300"/>
                  </a:lnTo>
                  <a:lnTo>
                    <a:pt x="29278" y="0"/>
                  </a:lnTo>
                  <a:lnTo>
                    <a:pt x="215786" y="0"/>
                  </a:lnTo>
                  <a:lnTo>
                    <a:pt x="223233" y="3084"/>
                  </a:lnTo>
                  <a:lnTo>
                    <a:pt x="234215" y="14065"/>
                  </a:lnTo>
                  <a:lnTo>
                    <a:pt x="237299" y="21513"/>
                  </a:lnTo>
                  <a:lnTo>
                    <a:pt x="237299" y="395521"/>
                  </a:lnTo>
                  <a:lnTo>
                    <a:pt x="234999" y="406918"/>
                  </a:lnTo>
                  <a:lnTo>
                    <a:pt x="228724" y="416224"/>
                  </a:lnTo>
                  <a:lnTo>
                    <a:pt x="219418" y="422498"/>
                  </a:lnTo>
                  <a:lnTo>
                    <a:pt x="208021" y="424799"/>
                  </a:lnTo>
                  <a:close/>
                </a:path>
              </a:pathLst>
            </a:custGeom>
            <a:solidFill>
              <a:srgbClr val="E9F1F4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4" name="object 4"/>
            <p:cNvSpPr/>
            <p:nvPr/>
          </p:nvSpPr>
          <p:spPr>
            <a:xfrm>
              <a:off x="1672100" y="2934299"/>
              <a:ext cx="237490" cy="424815"/>
            </a:xfrm>
            <a:custGeom>
              <a:avLst/>
              <a:gdLst/>
              <a:ahLst/>
              <a:cxnLst/>
              <a:rect l="l" t="t" r="r" b="b"/>
              <a:pathLst>
                <a:path w="237489" h="424814">
                  <a:moveTo>
                    <a:pt x="0" y="29277"/>
                  </a:moveTo>
                  <a:lnTo>
                    <a:pt x="2300" y="17881"/>
                  </a:lnTo>
                  <a:lnTo>
                    <a:pt x="8575" y="8575"/>
                  </a:lnTo>
                  <a:lnTo>
                    <a:pt x="17881" y="2300"/>
                  </a:lnTo>
                  <a:lnTo>
                    <a:pt x="29278" y="0"/>
                  </a:lnTo>
                  <a:lnTo>
                    <a:pt x="208021" y="0"/>
                  </a:lnTo>
                  <a:lnTo>
                    <a:pt x="215786" y="0"/>
                  </a:lnTo>
                  <a:lnTo>
                    <a:pt x="223233" y="3084"/>
                  </a:lnTo>
                  <a:lnTo>
                    <a:pt x="228724" y="8575"/>
                  </a:lnTo>
                  <a:lnTo>
                    <a:pt x="234215" y="14065"/>
                  </a:lnTo>
                  <a:lnTo>
                    <a:pt x="237299" y="21513"/>
                  </a:lnTo>
                  <a:lnTo>
                    <a:pt x="237299" y="29277"/>
                  </a:lnTo>
                  <a:lnTo>
                    <a:pt x="237299" y="395521"/>
                  </a:lnTo>
                  <a:lnTo>
                    <a:pt x="234999" y="406918"/>
                  </a:lnTo>
                  <a:lnTo>
                    <a:pt x="228724" y="416224"/>
                  </a:lnTo>
                  <a:lnTo>
                    <a:pt x="219418" y="422498"/>
                  </a:lnTo>
                  <a:lnTo>
                    <a:pt x="208021" y="424799"/>
                  </a:lnTo>
                  <a:lnTo>
                    <a:pt x="29278" y="424799"/>
                  </a:lnTo>
                  <a:lnTo>
                    <a:pt x="17881" y="422498"/>
                  </a:lnTo>
                  <a:lnTo>
                    <a:pt x="8575" y="416224"/>
                  </a:lnTo>
                  <a:lnTo>
                    <a:pt x="2300" y="406918"/>
                  </a:lnTo>
                  <a:lnTo>
                    <a:pt x="0" y="395521"/>
                  </a:lnTo>
                  <a:lnTo>
                    <a:pt x="0" y="29277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5" name="object 5"/>
            <p:cNvSpPr/>
            <p:nvPr/>
          </p:nvSpPr>
          <p:spPr>
            <a:xfrm>
              <a:off x="4518149" y="2137951"/>
              <a:ext cx="1022350" cy="1020444"/>
            </a:xfrm>
            <a:custGeom>
              <a:avLst/>
              <a:gdLst/>
              <a:ahLst/>
              <a:cxnLst/>
              <a:rect l="l" t="t" r="r" b="b"/>
              <a:pathLst>
                <a:path w="1022350" h="1020444">
                  <a:moveTo>
                    <a:pt x="0" y="0"/>
                  </a:moveTo>
                  <a:lnTo>
                    <a:pt x="1022099" y="0"/>
                  </a:lnTo>
                  <a:lnTo>
                    <a:pt x="1022099" y="1019999"/>
                  </a:lnTo>
                  <a:lnTo>
                    <a:pt x="0" y="1019999"/>
                  </a:lnTo>
                  <a:lnTo>
                    <a:pt x="0" y="0"/>
                  </a:lnTo>
                  <a:close/>
                </a:path>
              </a:pathLst>
            </a:custGeom>
            <a:ln w="374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6187177" y="3170667"/>
            <a:ext cx="1037167" cy="665994"/>
          </a:xfrm>
          <a:prstGeom prst="rect">
            <a:avLst/>
          </a:prstGeom>
        </p:spPr>
        <p:txBody>
          <a:bodyPr vert="horz" wrap="square" lIns="0" tIns="19473" rIns="0" bIns="0" rtlCol="0">
            <a:spAutoFit/>
          </a:bodyPr>
          <a:lstStyle/>
          <a:p>
            <a:pPr marL="16933">
              <a:spcBef>
                <a:spcPts val="153"/>
              </a:spcBef>
            </a:pPr>
            <a:r>
              <a:rPr sz="4200" spc="-612" dirty="0">
                <a:latin typeface="Arial Black"/>
                <a:cs typeface="Arial Black"/>
              </a:rPr>
              <a:t>LLM</a:t>
            </a:r>
            <a:endParaRPr sz="4200">
              <a:latin typeface="Arial Black"/>
              <a:cs typeface="Arial Black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685817" y="3448620"/>
            <a:ext cx="525351" cy="163961"/>
          </a:xfrm>
          <a:prstGeom prst="rect">
            <a:avLst/>
          </a:prstGeom>
        </p:spPr>
      </p:pic>
      <p:grpSp>
        <p:nvGrpSpPr>
          <p:cNvPr id="8" name="object 8"/>
          <p:cNvGrpSpPr/>
          <p:nvPr/>
        </p:nvGrpSpPr>
        <p:grpSpPr>
          <a:xfrm>
            <a:off x="1337516" y="3142450"/>
            <a:ext cx="7535333" cy="1726353"/>
            <a:chOff x="1003137" y="2356837"/>
            <a:chExt cx="5651500" cy="1294765"/>
          </a:xfrm>
        </p:grpSpPr>
        <p:sp>
          <p:nvSpPr>
            <p:cNvPr id="9" name="object 9"/>
            <p:cNvSpPr/>
            <p:nvPr/>
          </p:nvSpPr>
          <p:spPr>
            <a:xfrm>
              <a:off x="1007900" y="2934289"/>
              <a:ext cx="664210" cy="436245"/>
            </a:xfrm>
            <a:custGeom>
              <a:avLst/>
              <a:gdLst/>
              <a:ahLst/>
              <a:cxnLst/>
              <a:rect l="l" t="t" r="r" b="b"/>
              <a:pathLst>
                <a:path w="664210" h="436245">
                  <a:moveTo>
                    <a:pt x="610418" y="435899"/>
                  </a:moveTo>
                  <a:lnTo>
                    <a:pt x="53781" y="435899"/>
                  </a:lnTo>
                  <a:lnTo>
                    <a:pt x="32847" y="431673"/>
                  </a:lnTo>
                  <a:lnTo>
                    <a:pt x="15752" y="420147"/>
                  </a:lnTo>
                  <a:lnTo>
                    <a:pt x="4226" y="403052"/>
                  </a:lnTo>
                  <a:lnTo>
                    <a:pt x="0" y="382118"/>
                  </a:lnTo>
                  <a:lnTo>
                    <a:pt x="0" y="53781"/>
                  </a:lnTo>
                  <a:lnTo>
                    <a:pt x="4226" y="32847"/>
                  </a:lnTo>
                  <a:lnTo>
                    <a:pt x="15752" y="15752"/>
                  </a:lnTo>
                  <a:lnTo>
                    <a:pt x="32847" y="4226"/>
                  </a:lnTo>
                  <a:lnTo>
                    <a:pt x="53781" y="0"/>
                  </a:lnTo>
                  <a:lnTo>
                    <a:pt x="610418" y="0"/>
                  </a:lnTo>
                  <a:lnTo>
                    <a:pt x="648447" y="15752"/>
                  </a:lnTo>
                  <a:lnTo>
                    <a:pt x="664199" y="53781"/>
                  </a:lnTo>
                  <a:lnTo>
                    <a:pt x="664199" y="382118"/>
                  </a:lnTo>
                  <a:lnTo>
                    <a:pt x="659973" y="403052"/>
                  </a:lnTo>
                  <a:lnTo>
                    <a:pt x="648447" y="420147"/>
                  </a:lnTo>
                  <a:lnTo>
                    <a:pt x="631352" y="431673"/>
                  </a:lnTo>
                  <a:lnTo>
                    <a:pt x="610418" y="435899"/>
                  </a:lnTo>
                  <a:close/>
                </a:path>
              </a:pathLst>
            </a:custGeom>
            <a:solidFill>
              <a:srgbClr val="E9F1F4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0" name="object 10"/>
            <p:cNvSpPr/>
            <p:nvPr/>
          </p:nvSpPr>
          <p:spPr>
            <a:xfrm>
              <a:off x="1007900" y="2934289"/>
              <a:ext cx="664210" cy="436245"/>
            </a:xfrm>
            <a:custGeom>
              <a:avLst/>
              <a:gdLst/>
              <a:ahLst/>
              <a:cxnLst/>
              <a:rect l="l" t="t" r="r" b="b"/>
              <a:pathLst>
                <a:path w="664210" h="436245">
                  <a:moveTo>
                    <a:pt x="0" y="53781"/>
                  </a:moveTo>
                  <a:lnTo>
                    <a:pt x="4226" y="32847"/>
                  </a:lnTo>
                  <a:lnTo>
                    <a:pt x="15752" y="15752"/>
                  </a:lnTo>
                  <a:lnTo>
                    <a:pt x="32847" y="4226"/>
                  </a:lnTo>
                  <a:lnTo>
                    <a:pt x="53781" y="0"/>
                  </a:lnTo>
                  <a:lnTo>
                    <a:pt x="610418" y="0"/>
                  </a:lnTo>
                  <a:lnTo>
                    <a:pt x="648447" y="15752"/>
                  </a:lnTo>
                  <a:lnTo>
                    <a:pt x="664199" y="53781"/>
                  </a:lnTo>
                  <a:lnTo>
                    <a:pt x="664199" y="382118"/>
                  </a:lnTo>
                  <a:lnTo>
                    <a:pt x="659973" y="403052"/>
                  </a:lnTo>
                  <a:lnTo>
                    <a:pt x="648447" y="420147"/>
                  </a:lnTo>
                  <a:lnTo>
                    <a:pt x="631352" y="431673"/>
                  </a:lnTo>
                  <a:lnTo>
                    <a:pt x="610418" y="435899"/>
                  </a:lnTo>
                  <a:lnTo>
                    <a:pt x="53781" y="435899"/>
                  </a:lnTo>
                  <a:lnTo>
                    <a:pt x="32847" y="431673"/>
                  </a:lnTo>
                  <a:lnTo>
                    <a:pt x="15752" y="420147"/>
                  </a:lnTo>
                  <a:lnTo>
                    <a:pt x="4226" y="403052"/>
                  </a:lnTo>
                  <a:lnTo>
                    <a:pt x="0" y="382118"/>
                  </a:lnTo>
                  <a:lnTo>
                    <a:pt x="0" y="53781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1" name="object 11"/>
            <p:cNvSpPr/>
            <p:nvPr/>
          </p:nvSpPr>
          <p:spPr>
            <a:xfrm>
              <a:off x="1790657" y="2867292"/>
              <a:ext cx="4849495" cy="769620"/>
            </a:xfrm>
            <a:custGeom>
              <a:avLst/>
              <a:gdLst/>
              <a:ahLst/>
              <a:cxnLst/>
              <a:rect l="l" t="t" r="r" b="b"/>
              <a:pathLst>
                <a:path w="4849495" h="769620">
                  <a:moveTo>
                    <a:pt x="4849499" y="0"/>
                  </a:moveTo>
                  <a:lnTo>
                    <a:pt x="4849499" y="769535"/>
                  </a:lnTo>
                  <a:lnTo>
                    <a:pt x="0" y="769535"/>
                  </a:lnTo>
                  <a:lnTo>
                    <a:pt x="0" y="663149"/>
                  </a:lnTo>
                </a:path>
              </a:pathLst>
            </a:custGeom>
            <a:ln w="28574">
              <a:solidFill>
                <a:srgbClr val="F65B66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pic>
          <p:nvPicPr>
            <p:cNvPr id="12" name="object 1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729172" y="3386478"/>
              <a:ext cx="122971" cy="158251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859362" y="2586464"/>
              <a:ext cx="394013" cy="122971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1007900" y="2361600"/>
              <a:ext cx="2668270" cy="572770"/>
            </a:xfrm>
            <a:custGeom>
              <a:avLst/>
              <a:gdLst/>
              <a:ahLst/>
              <a:cxnLst/>
              <a:rect l="l" t="t" r="r" b="b"/>
              <a:pathLst>
                <a:path w="2668270" h="572769">
                  <a:moveTo>
                    <a:pt x="2572747" y="572699"/>
                  </a:moveTo>
                  <a:lnTo>
                    <a:pt x="95451" y="572699"/>
                  </a:lnTo>
                  <a:lnTo>
                    <a:pt x="58297" y="565198"/>
                  </a:lnTo>
                  <a:lnTo>
                    <a:pt x="27957" y="544742"/>
                  </a:lnTo>
                  <a:lnTo>
                    <a:pt x="7501" y="514402"/>
                  </a:lnTo>
                  <a:lnTo>
                    <a:pt x="0" y="477247"/>
                  </a:lnTo>
                  <a:lnTo>
                    <a:pt x="0" y="95451"/>
                  </a:lnTo>
                  <a:lnTo>
                    <a:pt x="7501" y="58297"/>
                  </a:lnTo>
                  <a:lnTo>
                    <a:pt x="27957" y="27957"/>
                  </a:lnTo>
                  <a:lnTo>
                    <a:pt x="58297" y="7501"/>
                  </a:lnTo>
                  <a:lnTo>
                    <a:pt x="95451" y="0"/>
                  </a:lnTo>
                  <a:lnTo>
                    <a:pt x="2572747" y="0"/>
                  </a:lnTo>
                  <a:lnTo>
                    <a:pt x="2625705" y="16037"/>
                  </a:lnTo>
                  <a:lnTo>
                    <a:pt x="2660934" y="58924"/>
                  </a:lnTo>
                  <a:lnTo>
                    <a:pt x="2668199" y="95451"/>
                  </a:lnTo>
                  <a:lnTo>
                    <a:pt x="2668199" y="477247"/>
                  </a:lnTo>
                  <a:lnTo>
                    <a:pt x="2660698" y="514402"/>
                  </a:lnTo>
                  <a:lnTo>
                    <a:pt x="2640242" y="544742"/>
                  </a:lnTo>
                  <a:lnTo>
                    <a:pt x="2609902" y="565198"/>
                  </a:lnTo>
                  <a:lnTo>
                    <a:pt x="2572747" y="572699"/>
                  </a:lnTo>
                  <a:close/>
                </a:path>
              </a:pathLst>
            </a:custGeom>
            <a:solidFill>
              <a:srgbClr val="FFF6F6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5" name="object 15"/>
            <p:cNvSpPr/>
            <p:nvPr/>
          </p:nvSpPr>
          <p:spPr>
            <a:xfrm>
              <a:off x="1007900" y="2361600"/>
              <a:ext cx="2668270" cy="572770"/>
            </a:xfrm>
            <a:custGeom>
              <a:avLst/>
              <a:gdLst/>
              <a:ahLst/>
              <a:cxnLst/>
              <a:rect l="l" t="t" r="r" b="b"/>
              <a:pathLst>
                <a:path w="2668270" h="572769">
                  <a:moveTo>
                    <a:pt x="0" y="95451"/>
                  </a:moveTo>
                  <a:lnTo>
                    <a:pt x="7501" y="58297"/>
                  </a:lnTo>
                  <a:lnTo>
                    <a:pt x="27957" y="27957"/>
                  </a:lnTo>
                  <a:lnTo>
                    <a:pt x="58297" y="7501"/>
                  </a:lnTo>
                  <a:lnTo>
                    <a:pt x="95451" y="0"/>
                  </a:lnTo>
                  <a:lnTo>
                    <a:pt x="2572747" y="0"/>
                  </a:lnTo>
                  <a:lnTo>
                    <a:pt x="2625705" y="16037"/>
                  </a:lnTo>
                  <a:lnTo>
                    <a:pt x="2660934" y="58924"/>
                  </a:lnTo>
                  <a:lnTo>
                    <a:pt x="2668199" y="95451"/>
                  </a:lnTo>
                  <a:lnTo>
                    <a:pt x="2668199" y="477247"/>
                  </a:lnTo>
                  <a:lnTo>
                    <a:pt x="2660698" y="514402"/>
                  </a:lnTo>
                  <a:lnTo>
                    <a:pt x="2640242" y="544742"/>
                  </a:lnTo>
                  <a:lnTo>
                    <a:pt x="2609902" y="565198"/>
                  </a:lnTo>
                  <a:lnTo>
                    <a:pt x="2572747" y="572699"/>
                  </a:lnTo>
                  <a:lnTo>
                    <a:pt x="95451" y="572699"/>
                  </a:lnTo>
                  <a:lnTo>
                    <a:pt x="58297" y="565198"/>
                  </a:lnTo>
                  <a:lnTo>
                    <a:pt x="27957" y="544742"/>
                  </a:lnTo>
                  <a:lnTo>
                    <a:pt x="7501" y="514402"/>
                  </a:lnTo>
                  <a:lnTo>
                    <a:pt x="0" y="477247"/>
                  </a:lnTo>
                  <a:lnTo>
                    <a:pt x="0" y="95451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sp>
        <p:nvSpPr>
          <p:cNvPr id="16" name="object 16" descr="$PPTXTitle"/>
          <p:cNvSpPr txBox="1">
            <a:spLocks noGrp="1"/>
          </p:cNvSpPr>
          <p:nvPr>
            <p:ph type="title"/>
          </p:nvPr>
        </p:nvSpPr>
        <p:spPr>
          <a:xfrm>
            <a:off x="309316" y="670112"/>
            <a:ext cx="14020800" cy="512961"/>
          </a:xfrm>
          <a:prstGeom prst="rect">
            <a:avLst/>
          </a:prstGeom>
        </p:spPr>
        <p:txBody>
          <a:bodyPr vert="horz" wrap="square" lIns="0" tIns="20320" rIns="0" bIns="0" rtlCol="0" anchor="ctr">
            <a:spAutoFit/>
          </a:bodyPr>
          <a:lstStyle/>
          <a:p>
            <a:pPr marL="223514">
              <a:spcBef>
                <a:spcPts val="160"/>
              </a:spcBef>
            </a:pPr>
            <a:r>
              <a:rPr dirty="0"/>
              <a:t>Autoregressive</a:t>
            </a:r>
            <a:r>
              <a:rPr spc="540" dirty="0"/>
              <a:t> </a:t>
            </a:r>
            <a:r>
              <a:rPr spc="87" dirty="0"/>
              <a:t>generation</a:t>
            </a:r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1478508" y="3361945"/>
            <a:ext cx="2448560" cy="304421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867" spc="-147" dirty="0">
                <a:latin typeface="Lucida Sans Unicode"/>
                <a:cs typeface="Lucida Sans Unicode"/>
              </a:rPr>
              <a:t>Fix</a:t>
            </a:r>
            <a:r>
              <a:rPr sz="1867" spc="-93" dirty="0">
                <a:latin typeface="Lucida Sans Unicode"/>
                <a:cs typeface="Lucida Sans Unicode"/>
              </a:rPr>
              <a:t> </a:t>
            </a:r>
            <a:r>
              <a:rPr sz="1867" spc="-13" dirty="0">
                <a:latin typeface="Lucida Sans Unicode"/>
                <a:cs typeface="Lucida Sans Unicode"/>
              </a:rPr>
              <a:t>this</a:t>
            </a:r>
            <a:r>
              <a:rPr sz="1867" spc="-93" dirty="0">
                <a:latin typeface="Lucida Sans Unicode"/>
                <a:cs typeface="Lucida Sans Unicode"/>
              </a:rPr>
              <a:t> </a:t>
            </a:r>
            <a:r>
              <a:rPr sz="1867" spc="107" dirty="0">
                <a:latin typeface="Lucida Sans Unicode"/>
                <a:cs typeface="Lucida Sans Unicode"/>
              </a:rPr>
              <a:t>code</a:t>
            </a:r>
            <a:r>
              <a:rPr sz="1867" spc="-93" dirty="0">
                <a:latin typeface="Lucida Sans Unicode"/>
                <a:cs typeface="Lucida Sans Unicode"/>
              </a:rPr>
              <a:t> </a:t>
            </a:r>
            <a:r>
              <a:rPr sz="1867" spc="-27" dirty="0">
                <a:latin typeface="Lucida Sans Unicode"/>
                <a:cs typeface="Lucida Sans Unicode"/>
              </a:rPr>
              <a:t>for</a:t>
            </a:r>
            <a:r>
              <a:rPr sz="1867" spc="-93" dirty="0">
                <a:latin typeface="Lucida Sans Unicode"/>
                <a:cs typeface="Lucida Sans Unicode"/>
              </a:rPr>
              <a:t> </a:t>
            </a:r>
            <a:r>
              <a:rPr sz="1867" spc="-107" dirty="0">
                <a:latin typeface="Lucida Sans Unicode"/>
                <a:cs typeface="Lucida Sans Unicode"/>
              </a:rPr>
              <a:t>me…</a:t>
            </a:r>
            <a:endParaRPr sz="1867">
              <a:latin typeface="Lucida Sans Unicode"/>
              <a:cs typeface="Lucida Sans Unicode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1343868" y="2712717"/>
            <a:ext cx="7675033" cy="1115059"/>
            <a:chOff x="1007900" y="2034538"/>
            <a:chExt cx="5756275" cy="836294"/>
          </a:xfrm>
        </p:grpSpPr>
        <p:pic>
          <p:nvPicPr>
            <p:cNvPr id="19" name="object 1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07900" y="2034538"/>
              <a:ext cx="347471" cy="354420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6521492" y="2429997"/>
              <a:ext cx="237490" cy="436245"/>
            </a:xfrm>
            <a:custGeom>
              <a:avLst/>
              <a:gdLst/>
              <a:ahLst/>
              <a:cxnLst/>
              <a:rect l="l" t="t" r="r" b="b"/>
              <a:pathLst>
                <a:path w="237490" h="436244">
                  <a:moveTo>
                    <a:pt x="208021" y="435899"/>
                  </a:moveTo>
                  <a:lnTo>
                    <a:pt x="29277" y="435899"/>
                  </a:lnTo>
                  <a:lnTo>
                    <a:pt x="17881" y="433599"/>
                  </a:lnTo>
                  <a:lnTo>
                    <a:pt x="8575" y="427324"/>
                  </a:lnTo>
                  <a:lnTo>
                    <a:pt x="2300" y="418018"/>
                  </a:lnTo>
                  <a:lnTo>
                    <a:pt x="0" y="406621"/>
                  </a:lnTo>
                  <a:lnTo>
                    <a:pt x="0" y="29277"/>
                  </a:lnTo>
                  <a:lnTo>
                    <a:pt x="2300" y="17881"/>
                  </a:lnTo>
                  <a:lnTo>
                    <a:pt x="8575" y="8575"/>
                  </a:lnTo>
                  <a:lnTo>
                    <a:pt x="17881" y="2300"/>
                  </a:lnTo>
                  <a:lnTo>
                    <a:pt x="29277" y="0"/>
                  </a:lnTo>
                  <a:lnTo>
                    <a:pt x="215786" y="0"/>
                  </a:lnTo>
                  <a:lnTo>
                    <a:pt x="223233" y="3084"/>
                  </a:lnTo>
                  <a:lnTo>
                    <a:pt x="234215" y="14065"/>
                  </a:lnTo>
                  <a:lnTo>
                    <a:pt x="237300" y="21512"/>
                  </a:lnTo>
                  <a:lnTo>
                    <a:pt x="237300" y="406621"/>
                  </a:lnTo>
                  <a:lnTo>
                    <a:pt x="234999" y="418018"/>
                  </a:lnTo>
                  <a:lnTo>
                    <a:pt x="228724" y="427324"/>
                  </a:lnTo>
                  <a:lnTo>
                    <a:pt x="219418" y="433599"/>
                  </a:lnTo>
                  <a:lnTo>
                    <a:pt x="208021" y="435899"/>
                  </a:lnTo>
                  <a:close/>
                </a:path>
              </a:pathLst>
            </a:custGeom>
            <a:solidFill>
              <a:srgbClr val="E9F1F4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21" name="object 21"/>
            <p:cNvSpPr/>
            <p:nvPr/>
          </p:nvSpPr>
          <p:spPr>
            <a:xfrm>
              <a:off x="6521492" y="2429997"/>
              <a:ext cx="237490" cy="436245"/>
            </a:xfrm>
            <a:custGeom>
              <a:avLst/>
              <a:gdLst/>
              <a:ahLst/>
              <a:cxnLst/>
              <a:rect l="l" t="t" r="r" b="b"/>
              <a:pathLst>
                <a:path w="237490" h="436244">
                  <a:moveTo>
                    <a:pt x="0" y="29277"/>
                  </a:moveTo>
                  <a:lnTo>
                    <a:pt x="2300" y="17881"/>
                  </a:lnTo>
                  <a:lnTo>
                    <a:pt x="8575" y="8575"/>
                  </a:lnTo>
                  <a:lnTo>
                    <a:pt x="17881" y="2300"/>
                  </a:lnTo>
                  <a:lnTo>
                    <a:pt x="29277" y="0"/>
                  </a:lnTo>
                  <a:lnTo>
                    <a:pt x="208021" y="0"/>
                  </a:lnTo>
                  <a:lnTo>
                    <a:pt x="215786" y="0"/>
                  </a:lnTo>
                  <a:lnTo>
                    <a:pt x="223233" y="3084"/>
                  </a:lnTo>
                  <a:lnTo>
                    <a:pt x="228724" y="8575"/>
                  </a:lnTo>
                  <a:lnTo>
                    <a:pt x="234215" y="14065"/>
                  </a:lnTo>
                  <a:lnTo>
                    <a:pt x="237300" y="21512"/>
                  </a:lnTo>
                  <a:lnTo>
                    <a:pt x="237300" y="29277"/>
                  </a:lnTo>
                  <a:lnTo>
                    <a:pt x="237300" y="406621"/>
                  </a:lnTo>
                  <a:lnTo>
                    <a:pt x="234999" y="418018"/>
                  </a:lnTo>
                  <a:lnTo>
                    <a:pt x="228724" y="427324"/>
                  </a:lnTo>
                  <a:lnTo>
                    <a:pt x="219418" y="433599"/>
                  </a:lnTo>
                  <a:lnTo>
                    <a:pt x="208021" y="435899"/>
                  </a:lnTo>
                  <a:lnTo>
                    <a:pt x="29277" y="435899"/>
                  </a:lnTo>
                  <a:lnTo>
                    <a:pt x="17881" y="433599"/>
                  </a:lnTo>
                  <a:lnTo>
                    <a:pt x="8575" y="427324"/>
                  </a:lnTo>
                  <a:lnTo>
                    <a:pt x="2300" y="418018"/>
                  </a:lnTo>
                  <a:lnTo>
                    <a:pt x="0" y="406621"/>
                  </a:lnTo>
                  <a:lnTo>
                    <a:pt x="0" y="29277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8753119" y="3361941"/>
            <a:ext cx="209973" cy="304421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867" spc="-40" dirty="0">
                <a:latin typeface="Lucida Sans Unicode"/>
                <a:cs typeface="Lucida Sans Unicode"/>
              </a:rPr>
              <a:t>’s</a:t>
            </a:r>
            <a:endParaRPr sz="1867">
              <a:latin typeface="Lucida Sans Unicode"/>
              <a:cs typeface="Lucida Sans Unicode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240479" y="4034330"/>
            <a:ext cx="4184227" cy="1135546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250607">
              <a:spcBef>
                <a:spcPts val="133"/>
              </a:spcBef>
            </a:pPr>
            <a:r>
              <a:rPr sz="1867" dirty="0">
                <a:latin typeface="Lucida Sans Unicode"/>
                <a:cs typeface="Lucida Sans Unicode"/>
              </a:rPr>
              <a:t>There</a:t>
            </a:r>
            <a:r>
              <a:rPr sz="1867" spc="579" dirty="0">
                <a:latin typeface="Lucida Sans Unicode"/>
                <a:cs typeface="Lucida Sans Unicode"/>
              </a:rPr>
              <a:t> </a:t>
            </a:r>
            <a:r>
              <a:rPr sz="2800" spc="-49" baseline="1984" dirty="0">
                <a:latin typeface="Lucida Sans Unicode"/>
                <a:cs typeface="Lucida Sans Unicode"/>
              </a:rPr>
              <a:t>’s</a:t>
            </a:r>
            <a:endParaRPr sz="2800" baseline="1984">
              <a:latin typeface="Lucida Sans Unicode"/>
              <a:cs typeface="Lucida Sans Unicode"/>
            </a:endParaRPr>
          </a:p>
          <a:p>
            <a:pPr>
              <a:spcBef>
                <a:spcPts val="2020"/>
              </a:spcBef>
            </a:pPr>
            <a:endParaRPr sz="1867">
              <a:latin typeface="Lucida Sans Unicode"/>
              <a:cs typeface="Lucida Sans Unicode"/>
            </a:endParaRPr>
          </a:p>
          <a:p>
            <a:pPr marL="16933">
              <a:spcBef>
                <a:spcPts val="7"/>
              </a:spcBef>
            </a:pPr>
            <a:r>
              <a:rPr sz="1867" dirty="0">
                <a:solidFill>
                  <a:srgbClr val="F65B66"/>
                </a:solidFill>
                <a:latin typeface="Lucida Sans Unicode"/>
                <a:cs typeface="Lucida Sans Unicode"/>
              </a:rPr>
              <a:t>New</a:t>
            </a:r>
            <a:r>
              <a:rPr sz="1867" spc="-40" dirty="0">
                <a:solidFill>
                  <a:srgbClr val="F65B66"/>
                </a:solidFill>
                <a:latin typeface="Lucida Sans Unicode"/>
                <a:cs typeface="Lucida Sans Unicode"/>
              </a:rPr>
              <a:t> </a:t>
            </a:r>
            <a:r>
              <a:rPr sz="1867" dirty="0">
                <a:solidFill>
                  <a:srgbClr val="F65B66"/>
                </a:solidFill>
                <a:latin typeface="Lucida Sans Unicode"/>
                <a:cs typeface="Lucida Sans Unicode"/>
              </a:rPr>
              <a:t>tokens</a:t>
            </a:r>
            <a:r>
              <a:rPr sz="1867" spc="-40" dirty="0">
                <a:solidFill>
                  <a:srgbClr val="F65B66"/>
                </a:solidFill>
                <a:latin typeface="Lucida Sans Unicode"/>
                <a:cs typeface="Lucida Sans Unicode"/>
              </a:rPr>
              <a:t> </a:t>
            </a:r>
            <a:r>
              <a:rPr sz="1867" spc="87" dirty="0">
                <a:solidFill>
                  <a:srgbClr val="F65B66"/>
                </a:solidFill>
                <a:latin typeface="Lucida Sans Unicode"/>
                <a:cs typeface="Lucida Sans Unicode"/>
              </a:rPr>
              <a:t>depend</a:t>
            </a:r>
            <a:r>
              <a:rPr sz="1867" spc="-33" dirty="0">
                <a:solidFill>
                  <a:srgbClr val="F65B66"/>
                </a:solidFill>
                <a:latin typeface="Lucida Sans Unicode"/>
                <a:cs typeface="Lucida Sans Unicode"/>
              </a:rPr>
              <a:t> </a:t>
            </a:r>
            <a:r>
              <a:rPr sz="1867" dirty="0">
                <a:solidFill>
                  <a:srgbClr val="F65B66"/>
                </a:solidFill>
                <a:latin typeface="Lucida Sans Unicode"/>
                <a:cs typeface="Lucida Sans Unicode"/>
              </a:rPr>
              <a:t>on</a:t>
            </a:r>
            <a:r>
              <a:rPr sz="1867" spc="-40" dirty="0">
                <a:solidFill>
                  <a:srgbClr val="F65B66"/>
                </a:solidFill>
                <a:latin typeface="Lucida Sans Unicode"/>
                <a:cs typeface="Lucida Sans Unicode"/>
              </a:rPr>
              <a:t> </a:t>
            </a:r>
            <a:r>
              <a:rPr sz="1867" spc="73" dirty="0">
                <a:solidFill>
                  <a:srgbClr val="F65B66"/>
                </a:solidFill>
                <a:latin typeface="Lucida Sans Unicode"/>
                <a:cs typeface="Lucida Sans Unicode"/>
              </a:rPr>
              <a:t>past</a:t>
            </a:r>
            <a:r>
              <a:rPr sz="1867" spc="-40" dirty="0">
                <a:solidFill>
                  <a:srgbClr val="F65B66"/>
                </a:solidFill>
                <a:latin typeface="Lucida Sans Unicode"/>
                <a:cs typeface="Lucida Sans Unicode"/>
              </a:rPr>
              <a:t> </a:t>
            </a:r>
            <a:r>
              <a:rPr sz="1867" spc="-13" dirty="0">
                <a:solidFill>
                  <a:srgbClr val="F65B66"/>
                </a:solidFill>
                <a:latin typeface="Lucida Sans Unicode"/>
                <a:cs typeface="Lucida Sans Unicode"/>
              </a:rPr>
              <a:t>tokens</a:t>
            </a:r>
            <a:endParaRPr sz="1867"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419044" y="520742"/>
            <a:ext cx="7536236" cy="512961"/>
          </a:xfrm>
          <a:prstGeom prst="rect">
            <a:avLst/>
          </a:prstGeom>
        </p:spPr>
        <p:txBody>
          <a:bodyPr vert="horz" wrap="square" lIns="0" tIns="20320" rIns="0" bIns="0" rtlCol="0" anchor="ctr">
            <a:spAutoFit/>
          </a:bodyPr>
          <a:lstStyle/>
          <a:p>
            <a:pPr marL="225208">
              <a:spcBef>
                <a:spcPts val="160"/>
              </a:spcBef>
            </a:pPr>
            <a:r>
              <a:rPr spc="113" dirty="0"/>
              <a:t>Step</a:t>
            </a:r>
            <a:r>
              <a:rPr spc="-93" dirty="0"/>
              <a:t> </a:t>
            </a:r>
            <a:r>
              <a:rPr spc="-673" dirty="0"/>
              <a:t>1:</a:t>
            </a:r>
            <a:r>
              <a:rPr spc="-87" dirty="0"/>
              <a:t> </a:t>
            </a:r>
            <a:r>
              <a:rPr dirty="0"/>
              <a:t>Input</a:t>
            </a:r>
            <a:r>
              <a:rPr spc="-93" dirty="0"/>
              <a:t> </a:t>
            </a:r>
            <a:r>
              <a:rPr spc="-13" dirty="0"/>
              <a:t>Tokens</a:t>
            </a:r>
            <a:endParaRPr dirty="0"/>
          </a:p>
        </p:txBody>
      </p:sp>
      <p:sp>
        <p:nvSpPr>
          <p:cNvPr id="3" name="object 3"/>
          <p:cNvSpPr/>
          <p:nvPr/>
        </p:nvSpPr>
        <p:spPr>
          <a:xfrm>
            <a:off x="1041607" y="1377973"/>
            <a:ext cx="1065107" cy="546945"/>
          </a:xfrm>
          <a:custGeom>
            <a:avLst/>
            <a:gdLst/>
            <a:ahLst/>
            <a:cxnLst/>
            <a:rect l="l" t="t" r="r" b="b"/>
            <a:pathLst>
              <a:path w="798830" h="410209">
                <a:moveTo>
                  <a:pt x="0" y="68351"/>
                </a:moveTo>
                <a:lnTo>
                  <a:pt x="5371" y="41745"/>
                </a:lnTo>
                <a:lnTo>
                  <a:pt x="20019" y="20019"/>
                </a:lnTo>
                <a:lnTo>
                  <a:pt x="41745" y="5371"/>
                </a:lnTo>
                <a:lnTo>
                  <a:pt x="68351" y="0"/>
                </a:lnTo>
                <a:lnTo>
                  <a:pt x="730248" y="0"/>
                </a:lnTo>
                <a:lnTo>
                  <a:pt x="768169" y="11483"/>
                </a:lnTo>
                <a:lnTo>
                  <a:pt x="793397" y="42194"/>
                </a:lnTo>
                <a:lnTo>
                  <a:pt x="798599" y="68351"/>
                </a:lnTo>
                <a:lnTo>
                  <a:pt x="798599" y="341748"/>
                </a:lnTo>
                <a:lnTo>
                  <a:pt x="793228" y="368354"/>
                </a:lnTo>
                <a:lnTo>
                  <a:pt x="778580" y="390080"/>
                </a:lnTo>
                <a:lnTo>
                  <a:pt x="756854" y="404728"/>
                </a:lnTo>
                <a:lnTo>
                  <a:pt x="730248" y="410099"/>
                </a:lnTo>
                <a:lnTo>
                  <a:pt x="68351" y="410099"/>
                </a:lnTo>
                <a:lnTo>
                  <a:pt x="41745" y="404728"/>
                </a:lnTo>
                <a:lnTo>
                  <a:pt x="20019" y="390080"/>
                </a:lnTo>
                <a:lnTo>
                  <a:pt x="5371" y="368354"/>
                </a:lnTo>
                <a:lnTo>
                  <a:pt x="0" y="341748"/>
                </a:lnTo>
                <a:lnTo>
                  <a:pt x="0" y="68351"/>
                </a:lnTo>
                <a:close/>
              </a:path>
            </a:pathLst>
          </a:custGeom>
          <a:ln w="28574">
            <a:solidFill>
              <a:srgbClr val="F6737D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4" name="object 4"/>
          <p:cNvSpPr txBox="1"/>
          <p:nvPr/>
        </p:nvSpPr>
        <p:spPr>
          <a:xfrm>
            <a:off x="1181763" y="1385011"/>
            <a:ext cx="784860" cy="513816"/>
          </a:xfrm>
          <a:prstGeom prst="rect">
            <a:avLst/>
          </a:prstGeom>
        </p:spPr>
        <p:txBody>
          <a:bodyPr vert="horz" wrap="square" lIns="0" tIns="26247" rIns="0" bIns="0" rtlCol="0">
            <a:spAutoFit/>
          </a:bodyPr>
          <a:lstStyle/>
          <a:p>
            <a:pPr marL="16933" marR="6773" indent="9313">
              <a:lnSpc>
                <a:spcPts val="1907"/>
              </a:lnSpc>
              <a:spcBef>
                <a:spcPts val="207"/>
              </a:spcBef>
            </a:pPr>
            <a:r>
              <a:rPr sz="1600" spc="-280" dirty="0">
                <a:solidFill>
                  <a:srgbClr val="37879E"/>
                </a:solidFill>
                <a:latin typeface="Arial Black"/>
                <a:cs typeface="Arial Black"/>
              </a:rPr>
              <a:t>1:</a:t>
            </a:r>
            <a:r>
              <a:rPr sz="1600" spc="-187" dirty="0">
                <a:solidFill>
                  <a:srgbClr val="37879E"/>
                </a:solidFill>
                <a:latin typeface="Arial Black"/>
                <a:cs typeface="Arial Black"/>
              </a:rPr>
              <a:t> </a:t>
            </a:r>
            <a:r>
              <a:rPr sz="1600" spc="-40" dirty="0">
                <a:solidFill>
                  <a:srgbClr val="37879E"/>
                </a:solidFill>
                <a:latin typeface="Arial Black"/>
                <a:cs typeface="Arial Black"/>
              </a:rPr>
              <a:t>Input </a:t>
            </a:r>
            <a:r>
              <a:rPr sz="1600" spc="-100" dirty="0">
                <a:solidFill>
                  <a:srgbClr val="37879E"/>
                </a:solidFill>
                <a:latin typeface="Arial Black"/>
                <a:cs typeface="Arial Black"/>
              </a:rPr>
              <a:t>Tokens</a:t>
            </a:r>
            <a:endParaRPr sz="1600">
              <a:latin typeface="Arial Black"/>
              <a:cs typeface="Arial Black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321517" y="2276916"/>
            <a:ext cx="3570393" cy="2082800"/>
            <a:chOff x="241137" y="1707687"/>
            <a:chExt cx="2677795" cy="1562100"/>
          </a:xfrm>
        </p:grpSpPr>
        <p:sp>
          <p:nvSpPr>
            <p:cNvPr id="6" name="object 6"/>
            <p:cNvSpPr/>
            <p:nvPr/>
          </p:nvSpPr>
          <p:spPr>
            <a:xfrm>
              <a:off x="245900" y="1712449"/>
              <a:ext cx="2668270" cy="1552575"/>
            </a:xfrm>
            <a:custGeom>
              <a:avLst/>
              <a:gdLst/>
              <a:ahLst/>
              <a:cxnLst/>
              <a:rect l="l" t="t" r="r" b="b"/>
              <a:pathLst>
                <a:path w="2668270" h="1552575">
                  <a:moveTo>
                    <a:pt x="2409494" y="1552199"/>
                  </a:moveTo>
                  <a:lnTo>
                    <a:pt x="258705" y="1552199"/>
                  </a:lnTo>
                  <a:lnTo>
                    <a:pt x="212202" y="1548031"/>
                  </a:lnTo>
                  <a:lnTo>
                    <a:pt x="168434" y="1536014"/>
                  </a:lnTo>
                  <a:lnTo>
                    <a:pt x="128131" y="1516879"/>
                  </a:lnTo>
                  <a:lnTo>
                    <a:pt x="92024" y="1491355"/>
                  </a:lnTo>
                  <a:lnTo>
                    <a:pt x="60844" y="1460175"/>
                  </a:lnTo>
                  <a:lnTo>
                    <a:pt x="35320" y="1424068"/>
                  </a:lnTo>
                  <a:lnTo>
                    <a:pt x="16185" y="1383765"/>
                  </a:lnTo>
                  <a:lnTo>
                    <a:pt x="4168" y="1339997"/>
                  </a:lnTo>
                  <a:lnTo>
                    <a:pt x="0" y="1293494"/>
                  </a:lnTo>
                  <a:lnTo>
                    <a:pt x="0" y="258704"/>
                  </a:lnTo>
                  <a:lnTo>
                    <a:pt x="4168" y="212202"/>
                  </a:lnTo>
                  <a:lnTo>
                    <a:pt x="16185" y="168434"/>
                  </a:lnTo>
                  <a:lnTo>
                    <a:pt x="35320" y="128131"/>
                  </a:lnTo>
                  <a:lnTo>
                    <a:pt x="60844" y="92024"/>
                  </a:lnTo>
                  <a:lnTo>
                    <a:pt x="92024" y="60844"/>
                  </a:lnTo>
                  <a:lnTo>
                    <a:pt x="128131" y="35320"/>
                  </a:lnTo>
                  <a:lnTo>
                    <a:pt x="168434" y="16185"/>
                  </a:lnTo>
                  <a:lnTo>
                    <a:pt x="212202" y="4168"/>
                  </a:lnTo>
                  <a:lnTo>
                    <a:pt x="258705" y="0"/>
                  </a:lnTo>
                  <a:lnTo>
                    <a:pt x="2409494" y="0"/>
                  </a:lnTo>
                  <a:lnTo>
                    <a:pt x="2460201" y="5016"/>
                  </a:lnTo>
                  <a:lnTo>
                    <a:pt x="2508496" y="19692"/>
                  </a:lnTo>
                  <a:lnTo>
                    <a:pt x="2553024" y="43465"/>
                  </a:lnTo>
                  <a:lnTo>
                    <a:pt x="2592426" y="75772"/>
                  </a:lnTo>
                  <a:lnTo>
                    <a:pt x="2624734" y="115175"/>
                  </a:lnTo>
                  <a:lnTo>
                    <a:pt x="2648507" y="159703"/>
                  </a:lnTo>
                  <a:lnTo>
                    <a:pt x="2663183" y="207998"/>
                  </a:lnTo>
                  <a:lnTo>
                    <a:pt x="2668199" y="258704"/>
                  </a:lnTo>
                  <a:lnTo>
                    <a:pt x="2668199" y="1293494"/>
                  </a:lnTo>
                  <a:lnTo>
                    <a:pt x="2664031" y="1339997"/>
                  </a:lnTo>
                  <a:lnTo>
                    <a:pt x="2652014" y="1383765"/>
                  </a:lnTo>
                  <a:lnTo>
                    <a:pt x="2632879" y="1424068"/>
                  </a:lnTo>
                  <a:lnTo>
                    <a:pt x="2607355" y="1460175"/>
                  </a:lnTo>
                  <a:lnTo>
                    <a:pt x="2576175" y="1491355"/>
                  </a:lnTo>
                  <a:lnTo>
                    <a:pt x="2540068" y="1516879"/>
                  </a:lnTo>
                  <a:lnTo>
                    <a:pt x="2499765" y="1536014"/>
                  </a:lnTo>
                  <a:lnTo>
                    <a:pt x="2455997" y="1548031"/>
                  </a:lnTo>
                  <a:lnTo>
                    <a:pt x="2409494" y="1552199"/>
                  </a:lnTo>
                  <a:close/>
                </a:path>
              </a:pathLst>
            </a:custGeom>
            <a:solidFill>
              <a:srgbClr val="FFF6F6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7" name="object 7"/>
            <p:cNvSpPr/>
            <p:nvPr/>
          </p:nvSpPr>
          <p:spPr>
            <a:xfrm>
              <a:off x="245900" y="1712449"/>
              <a:ext cx="2668270" cy="1552575"/>
            </a:xfrm>
            <a:custGeom>
              <a:avLst/>
              <a:gdLst/>
              <a:ahLst/>
              <a:cxnLst/>
              <a:rect l="l" t="t" r="r" b="b"/>
              <a:pathLst>
                <a:path w="2668270" h="1552575">
                  <a:moveTo>
                    <a:pt x="0" y="258704"/>
                  </a:moveTo>
                  <a:lnTo>
                    <a:pt x="4168" y="212202"/>
                  </a:lnTo>
                  <a:lnTo>
                    <a:pt x="16185" y="168434"/>
                  </a:lnTo>
                  <a:lnTo>
                    <a:pt x="35320" y="128131"/>
                  </a:lnTo>
                  <a:lnTo>
                    <a:pt x="60844" y="92024"/>
                  </a:lnTo>
                  <a:lnTo>
                    <a:pt x="92024" y="60844"/>
                  </a:lnTo>
                  <a:lnTo>
                    <a:pt x="128131" y="35320"/>
                  </a:lnTo>
                  <a:lnTo>
                    <a:pt x="168434" y="16185"/>
                  </a:lnTo>
                  <a:lnTo>
                    <a:pt x="212202" y="4168"/>
                  </a:lnTo>
                  <a:lnTo>
                    <a:pt x="258705" y="0"/>
                  </a:lnTo>
                  <a:lnTo>
                    <a:pt x="2409494" y="0"/>
                  </a:lnTo>
                  <a:lnTo>
                    <a:pt x="2460201" y="5016"/>
                  </a:lnTo>
                  <a:lnTo>
                    <a:pt x="2508496" y="19692"/>
                  </a:lnTo>
                  <a:lnTo>
                    <a:pt x="2553024" y="43465"/>
                  </a:lnTo>
                  <a:lnTo>
                    <a:pt x="2592426" y="75772"/>
                  </a:lnTo>
                  <a:lnTo>
                    <a:pt x="2624734" y="115175"/>
                  </a:lnTo>
                  <a:lnTo>
                    <a:pt x="2648507" y="159703"/>
                  </a:lnTo>
                  <a:lnTo>
                    <a:pt x="2663183" y="207998"/>
                  </a:lnTo>
                  <a:lnTo>
                    <a:pt x="2668199" y="258704"/>
                  </a:lnTo>
                  <a:lnTo>
                    <a:pt x="2668199" y="1293494"/>
                  </a:lnTo>
                  <a:lnTo>
                    <a:pt x="2664031" y="1339997"/>
                  </a:lnTo>
                  <a:lnTo>
                    <a:pt x="2652014" y="1383765"/>
                  </a:lnTo>
                  <a:lnTo>
                    <a:pt x="2632879" y="1424068"/>
                  </a:lnTo>
                  <a:lnTo>
                    <a:pt x="2607355" y="1460175"/>
                  </a:lnTo>
                  <a:lnTo>
                    <a:pt x="2576175" y="1491355"/>
                  </a:lnTo>
                  <a:lnTo>
                    <a:pt x="2540068" y="1516879"/>
                  </a:lnTo>
                  <a:lnTo>
                    <a:pt x="2499765" y="1536014"/>
                  </a:lnTo>
                  <a:lnTo>
                    <a:pt x="2455997" y="1548031"/>
                  </a:lnTo>
                  <a:lnTo>
                    <a:pt x="2409494" y="1552199"/>
                  </a:lnTo>
                  <a:lnTo>
                    <a:pt x="258705" y="1552199"/>
                  </a:lnTo>
                  <a:lnTo>
                    <a:pt x="212202" y="1548031"/>
                  </a:lnTo>
                  <a:lnTo>
                    <a:pt x="168434" y="1536014"/>
                  </a:lnTo>
                  <a:lnTo>
                    <a:pt x="128131" y="1516879"/>
                  </a:lnTo>
                  <a:lnTo>
                    <a:pt x="92024" y="1491355"/>
                  </a:lnTo>
                  <a:lnTo>
                    <a:pt x="60844" y="1460175"/>
                  </a:lnTo>
                  <a:lnTo>
                    <a:pt x="35320" y="1424068"/>
                  </a:lnTo>
                  <a:lnTo>
                    <a:pt x="16185" y="1383765"/>
                  </a:lnTo>
                  <a:lnTo>
                    <a:pt x="4168" y="1339997"/>
                  </a:lnTo>
                  <a:lnTo>
                    <a:pt x="0" y="1293494"/>
                  </a:lnTo>
                  <a:lnTo>
                    <a:pt x="0" y="258704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8" name="object 8"/>
            <p:cNvSpPr/>
            <p:nvPr/>
          </p:nvSpPr>
          <p:spPr>
            <a:xfrm>
              <a:off x="407390" y="2321737"/>
              <a:ext cx="2262505" cy="760730"/>
            </a:xfrm>
            <a:custGeom>
              <a:avLst/>
              <a:gdLst/>
              <a:ahLst/>
              <a:cxnLst/>
              <a:rect l="l" t="t" r="r" b="b"/>
              <a:pathLst>
                <a:path w="2262505" h="760730">
                  <a:moveTo>
                    <a:pt x="1256614" y="0"/>
                  </a:moveTo>
                  <a:lnTo>
                    <a:pt x="0" y="0"/>
                  </a:lnTo>
                  <a:lnTo>
                    <a:pt x="0" y="167640"/>
                  </a:lnTo>
                  <a:lnTo>
                    <a:pt x="1256614" y="167640"/>
                  </a:lnTo>
                  <a:lnTo>
                    <a:pt x="1256614" y="0"/>
                  </a:lnTo>
                  <a:close/>
                </a:path>
                <a:path w="2262505" h="760730">
                  <a:moveTo>
                    <a:pt x="2094357" y="592721"/>
                  </a:moveTo>
                  <a:lnTo>
                    <a:pt x="0" y="592721"/>
                  </a:lnTo>
                  <a:lnTo>
                    <a:pt x="0" y="760361"/>
                  </a:lnTo>
                  <a:lnTo>
                    <a:pt x="2094357" y="760361"/>
                  </a:lnTo>
                  <a:lnTo>
                    <a:pt x="2094357" y="592721"/>
                  </a:lnTo>
                  <a:close/>
                </a:path>
                <a:path w="2262505" h="760730">
                  <a:moveTo>
                    <a:pt x="2261895" y="197573"/>
                  </a:moveTo>
                  <a:lnTo>
                    <a:pt x="0" y="197573"/>
                  </a:lnTo>
                  <a:lnTo>
                    <a:pt x="0" y="365213"/>
                  </a:lnTo>
                  <a:lnTo>
                    <a:pt x="2261895" y="365213"/>
                  </a:lnTo>
                  <a:lnTo>
                    <a:pt x="2261895" y="197573"/>
                  </a:lnTo>
                  <a:close/>
                </a:path>
              </a:pathLst>
            </a:custGeom>
            <a:solidFill>
              <a:srgbClr val="FFF6F6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526263" y="2500259"/>
            <a:ext cx="3050540" cy="1630682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867" spc="-147" dirty="0">
                <a:latin typeface="Lucida Sans Unicode"/>
                <a:cs typeface="Lucida Sans Unicode"/>
              </a:rPr>
              <a:t>Fix</a:t>
            </a:r>
            <a:r>
              <a:rPr sz="1867" spc="-93" dirty="0">
                <a:latin typeface="Lucida Sans Unicode"/>
                <a:cs typeface="Lucida Sans Unicode"/>
              </a:rPr>
              <a:t> </a:t>
            </a:r>
            <a:r>
              <a:rPr sz="1867" spc="-13" dirty="0">
                <a:latin typeface="Lucida Sans Unicode"/>
                <a:cs typeface="Lucida Sans Unicode"/>
              </a:rPr>
              <a:t>this</a:t>
            </a:r>
            <a:r>
              <a:rPr sz="1867" spc="-100" dirty="0">
                <a:latin typeface="Lucida Sans Unicode"/>
                <a:cs typeface="Lucida Sans Unicode"/>
              </a:rPr>
              <a:t> </a:t>
            </a:r>
            <a:r>
              <a:rPr sz="1867" spc="-27" dirty="0">
                <a:latin typeface="Lucida Sans Unicode"/>
                <a:cs typeface="Lucida Sans Unicode"/>
              </a:rPr>
              <a:t>for</a:t>
            </a:r>
            <a:r>
              <a:rPr sz="1867" spc="-93" dirty="0">
                <a:latin typeface="Lucida Sans Unicode"/>
                <a:cs typeface="Lucida Sans Unicode"/>
              </a:rPr>
              <a:t> </a:t>
            </a:r>
            <a:r>
              <a:rPr sz="1867" spc="-33" dirty="0">
                <a:latin typeface="Lucida Sans Unicode"/>
                <a:cs typeface="Lucida Sans Unicode"/>
              </a:rPr>
              <a:t>me:</a:t>
            </a:r>
            <a:endParaRPr sz="1867">
              <a:latin typeface="Lucida Sans Unicode"/>
              <a:cs typeface="Lucida Sans Unicode"/>
            </a:endParaRPr>
          </a:p>
          <a:p>
            <a:pPr marL="16933">
              <a:spcBef>
                <a:spcPts val="2252"/>
              </a:spcBef>
            </a:pPr>
            <a:r>
              <a:rPr sz="1467" dirty="0">
                <a:solidFill>
                  <a:srgbClr val="0000FF"/>
                </a:solidFill>
                <a:latin typeface="Courier New"/>
                <a:cs typeface="Courier New"/>
              </a:rPr>
              <a:t>def</a:t>
            </a:r>
            <a:r>
              <a:rPr sz="1467" spc="-47" dirty="0">
                <a:solidFill>
                  <a:srgbClr val="0000FF"/>
                </a:solidFill>
                <a:latin typeface="Courier New"/>
                <a:cs typeface="Courier New"/>
              </a:rPr>
              <a:t> </a:t>
            </a:r>
            <a:r>
              <a:rPr sz="1467" spc="-13" dirty="0">
                <a:solidFill>
                  <a:srgbClr val="6A5221"/>
                </a:solidFill>
                <a:latin typeface="Courier New"/>
                <a:cs typeface="Courier New"/>
              </a:rPr>
              <a:t>greet</a:t>
            </a:r>
            <a:r>
              <a:rPr sz="1467" spc="-13" dirty="0">
                <a:latin typeface="Courier New"/>
                <a:cs typeface="Courier New"/>
              </a:rPr>
              <a:t>(</a:t>
            </a:r>
            <a:r>
              <a:rPr sz="1467" spc="-13" dirty="0">
                <a:solidFill>
                  <a:srgbClr val="001080"/>
                </a:solidFill>
                <a:latin typeface="Courier New"/>
                <a:cs typeface="Courier New"/>
              </a:rPr>
              <a:t>name</a:t>
            </a:r>
            <a:r>
              <a:rPr sz="1467" spc="-13" dirty="0">
                <a:latin typeface="Courier New"/>
                <a:cs typeface="Courier New"/>
              </a:rPr>
              <a:t>)</a:t>
            </a:r>
            <a:endParaRPr sz="1467">
              <a:latin typeface="Courier New"/>
              <a:cs typeface="Courier New"/>
            </a:endParaRPr>
          </a:p>
          <a:p>
            <a:pPr marL="463115">
              <a:spcBef>
                <a:spcPts val="313"/>
              </a:spcBef>
            </a:pPr>
            <a:r>
              <a:rPr sz="1467" dirty="0">
                <a:solidFill>
                  <a:srgbClr val="9723B4"/>
                </a:solidFill>
                <a:latin typeface="Courier New"/>
                <a:cs typeface="Courier New"/>
              </a:rPr>
              <a:t>return</a:t>
            </a:r>
            <a:r>
              <a:rPr sz="1467" spc="-60" dirty="0">
                <a:solidFill>
                  <a:srgbClr val="9723B4"/>
                </a:solidFill>
                <a:latin typeface="Courier New"/>
                <a:cs typeface="Courier New"/>
              </a:rPr>
              <a:t> </a:t>
            </a:r>
            <a:r>
              <a:rPr sz="1467" dirty="0">
                <a:solidFill>
                  <a:srgbClr val="A31414"/>
                </a:solidFill>
                <a:latin typeface="Courier New"/>
                <a:cs typeface="Courier New"/>
              </a:rPr>
              <a:t>"Hello,</a:t>
            </a:r>
            <a:r>
              <a:rPr sz="1467" spc="-60" dirty="0">
                <a:solidFill>
                  <a:srgbClr val="A31414"/>
                </a:solidFill>
                <a:latin typeface="Courier New"/>
                <a:cs typeface="Courier New"/>
              </a:rPr>
              <a:t> </a:t>
            </a:r>
            <a:r>
              <a:rPr sz="1467" dirty="0">
                <a:solidFill>
                  <a:srgbClr val="A31414"/>
                </a:solidFill>
                <a:latin typeface="Courier New"/>
                <a:cs typeface="Courier New"/>
              </a:rPr>
              <a:t>"</a:t>
            </a:r>
            <a:r>
              <a:rPr sz="1467" spc="-60" dirty="0">
                <a:solidFill>
                  <a:srgbClr val="A31414"/>
                </a:solidFill>
                <a:latin typeface="Courier New"/>
                <a:cs typeface="Courier New"/>
              </a:rPr>
              <a:t> </a:t>
            </a:r>
            <a:r>
              <a:rPr sz="1467" dirty="0">
                <a:latin typeface="Courier New"/>
                <a:cs typeface="Courier New"/>
              </a:rPr>
              <a:t>+</a:t>
            </a:r>
            <a:r>
              <a:rPr sz="1467" spc="-53" dirty="0">
                <a:latin typeface="Courier New"/>
                <a:cs typeface="Courier New"/>
              </a:rPr>
              <a:t> </a:t>
            </a:r>
            <a:r>
              <a:rPr sz="1467" spc="-27" dirty="0">
                <a:latin typeface="Courier New"/>
                <a:cs typeface="Courier New"/>
              </a:rPr>
              <a:t>name</a:t>
            </a:r>
            <a:endParaRPr sz="1467">
              <a:latin typeface="Courier New"/>
              <a:cs typeface="Courier New"/>
            </a:endParaRPr>
          </a:p>
          <a:p>
            <a:pPr>
              <a:spcBef>
                <a:spcPts val="727"/>
              </a:spcBef>
            </a:pPr>
            <a:endParaRPr sz="1467">
              <a:latin typeface="Courier New"/>
              <a:cs typeface="Courier New"/>
            </a:endParaRPr>
          </a:p>
          <a:p>
            <a:pPr marL="16933"/>
            <a:r>
              <a:rPr sz="1467" dirty="0">
                <a:solidFill>
                  <a:srgbClr val="8B0000"/>
                </a:solidFill>
                <a:latin typeface="Courier New"/>
                <a:cs typeface="Courier New"/>
              </a:rPr>
              <a:t>SyntaxError:</a:t>
            </a:r>
            <a:r>
              <a:rPr sz="1467" spc="-160" dirty="0">
                <a:solidFill>
                  <a:srgbClr val="8B0000"/>
                </a:solidFill>
                <a:latin typeface="Courier New"/>
                <a:cs typeface="Courier New"/>
              </a:rPr>
              <a:t> </a:t>
            </a:r>
            <a:r>
              <a:rPr sz="1467" dirty="0">
                <a:solidFill>
                  <a:srgbClr val="1F1F1F"/>
                </a:solidFill>
                <a:latin typeface="Courier New"/>
                <a:cs typeface="Courier New"/>
              </a:rPr>
              <a:t>expected</a:t>
            </a:r>
            <a:r>
              <a:rPr sz="1467" spc="-152" dirty="0">
                <a:solidFill>
                  <a:srgbClr val="1F1F1F"/>
                </a:solidFill>
                <a:latin typeface="Courier New"/>
                <a:cs typeface="Courier New"/>
              </a:rPr>
              <a:t> </a:t>
            </a:r>
            <a:r>
              <a:rPr sz="1467" spc="-33" dirty="0">
                <a:solidFill>
                  <a:srgbClr val="1F1F1F"/>
                </a:solidFill>
                <a:latin typeface="Courier New"/>
                <a:cs typeface="Courier New"/>
              </a:rPr>
              <a:t>':'</a:t>
            </a:r>
            <a:endParaRPr sz="1467">
              <a:latin typeface="Courier New"/>
              <a:cs typeface="Courier New"/>
            </a:endParaRPr>
          </a:p>
        </p:txBody>
      </p:sp>
      <p:pic>
        <p:nvPicPr>
          <p:cNvPr id="10" name="object 1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27867" y="1917925"/>
            <a:ext cx="463295" cy="47256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410917" y="633958"/>
            <a:ext cx="8748889" cy="512961"/>
          </a:xfrm>
          <a:prstGeom prst="rect">
            <a:avLst/>
          </a:prstGeom>
        </p:spPr>
        <p:txBody>
          <a:bodyPr vert="horz" wrap="square" lIns="0" tIns="20320" rIns="0" bIns="0" rtlCol="0" anchor="ctr">
            <a:spAutoFit/>
          </a:bodyPr>
          <a:lstStyle/>
          <a:p>
            <a:pPr marL="225208">
              <a:spcBef>
                <a:spcPts val="160"/>
              </a:spcBef>
            </a:pPr>
            <a:r>
              <a:rPr sz="3200" spc="113" dirty="0"/>
              <a:t>Step</a:t>
            </a:r>
            <a:r>
              <a:rPr sz="3200" spc="-93" dirty="0"/>
              <a:t> </a:t>
            </a:r>
            <a:r>
              <a:rPr sz="3200" spc="-673" dirty="0"/>
              <a:t>1:</a:t>
            </a:r>
            <a:r>
              <a:rPr sz="3200" spc="-87" dirty="0"/>
              <a:t> </a:t>
            </a:r>
            <a:r>
              <a:rPr sz="3200" dirty="0"/>
              <a:t>Input</a:t>
            </a:r>
            <a:r>
              <a:rPr sz="3200" spc="-93" dirty="0"/>
              <a:t> </a:t>
            </a:r>
            <a:r>
              <a:rPr sz="3200" spc="-13" dirty="0"/>
              <a:t>Tokens</a:t>
            </a:r>
            <a:endParaRPr sz="3200"/>
          </a:p>
        </p:txBody>
      </p:sp>
      <p:grpSp>
        <p:nvGrpSpPr>
          <p:cNvPr id="3" name="object 3"/>
          <p:cNvGrpSpPr/>
          <p:nvPr/>
        </p:nvGrpSpPr>
        <p:grpSpPr>
          <a:xfrm>
            <a:off x="150599" y="1914233"/>
            <a:ext cx="5499100" cy="1544320"/>
            <a:chOff x="112949" y="1435675"/>
            <a:chExt cx="4124325" cy="115824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2949" y="1764157"/>
              <a:ext cx="4124324" cy="829599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39100" y="1435675"/>
              <a:ext cx="347471" cy="354420"/>
            </a:xfrm>
            <a:prstGeom prst="rect">
              <a:avLst/>
            </a:prstGeom>
          </p:spPr>
        </p:pic>
      </p:grpSp>
      <p:sp>
        <p:nvSpPr>
          <p:cNvPr id="6" name="object 6"/>
          <p:cNvSpPr/>
          <p:nvPr/>
        </p:nvSpPr>
        <p:spPr>
          <a:xfrm>
            <a:off x="1353437" y="1393379"/>
            <a:ext cx="1065107" cy="546945"/>
          </a:xfrm>
          <a:custGeom>
            <a:avLst/>
            <a:gdLst/>
            <a:ahLst/>
            <a:cxnLst/>
            <a:rect l="l" t="t" r="r" b="b"/>
            <a:pathLst>
              <a:path w="798830" h="410209">
                <a:moveTo>
                  <a:pt x="0" y="68351"/>
                </a:moveTo>
                <a:lnTo>
                  <a:pt x="5371" y="41745"/>
                </a:lnTo>
                <a:lnTo>
                  <a:pt x="20019" y="20019"/>
                </a:lnTo>
                <a:lnTo>
                  <a:pt x="41745" y="5371"/>
                </a:lnTo>
                <a:lnTo>
                  <a:pt x="68351" y="0"/>
                </a:lnTo>
                <a:lnTo>
                  <a:pt x="730248" y="0"/>
                </a:lnTo>
                <a:lnTo>
                  <a:pt x="768169" y="11483"/>
                </a:lnTo>
                <a:lnTo>
                  <a:pt x="793397" y="42194"/>
                </a:lnTo>
                <a:lnTo>
                  <a:pt x="798599" y="68351"/>
                </a:lnTo>
                <a:lnTo>
                  <a:pt x="798599" y="341748"/>
                </a:lnTo>
                <a:lnTo>
                  <a:pt x="793228" y="368354"/>
                </a:lnTo>
                <a:lnTo>
                  <a:pt x="778580" y="390080"/>
                </a:lnTo>
                <a:lnTo>
                  <a:pt x="756854" y="404728"/>
                </a:lnTo>
                <a:lnTo>
                  <a:pt x="730248" y="410099"/>
                </a:lnTo>
                <a:lnTo>
                  <a:pt x="68351" y="410099"/>
                </a:lnTo>
                <a:lnTo>
                  <a:pt x="41745" y="404728"/>
                </a:lnTo>
                <a:lnTo>
                  <a:pt x="20019" y="390080"/>
                </a:lnTo>
                <a:lnTo>
                  <a:pt x="5371" y="368354"/>
                </a:lnTo>
                <a:lnTo>
                  <a:pt x="0" y="341748"/>
                </a:lnTo>
                <a:lnTo>
                  <a:pt x="0" y="68351"/>
                </a:lnTo>
                <a:close/>
              </a:path>
            </a:pathLst>
          </a:custGeom>
          <a:ln w="28574">
            <a:solidFill>
              <a:srgbClr val="F6737D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7" name="object 7"/>
          <p:cNvSpPr txBox="1"/>
          <p:nvPr/>
        </p:nvSpPr>
        <p:spPr>
          <a:xfrm>
            <a:off x="1493593" y="1400417"/>
            <a:ext cx="784860" cy="513816"/>
          </a:xfrm>
          <a:prstGeom prst="rect">
            <a:avLst/>
          </a:prstGeom>
        </p:spPr>
        <p:txBody>
          <a:bodyPr vert="horz" wrap="square" lIns="0" tIns="26247" rIns="0" bIns="0" rtlCol="0">
            <a:spAutoFit/>
          </a:bodyPr>
          <a:lstStyle/>
          <a:p>
            <a:pPr marL="16933" marR="6773" indent="9313">
              <a:lnSpc>
                <a:spcPts val="1907"/>
              </a:lnSpc>
              <a:spcBef>
                <a:spcPts val="207"/>
              </a:spcBef>
            </a:pPr>
            <a:r>
              <a:rPr sz="1600" spc="-280" dirty="0">
                <a:solidFill>
                  <a:srgbClr val="37879E"/>
                </a:solidFill>
                <a:latin typeface="Arial Black"/>
                <a:cs typeface="Arial Black"/>
              </a:rPr>
              <a:t>1:</a:t>
            </a:r>
            <a:r>
              <a:rPr sz="1600" spc="-187" dirty="0">
                <a:solidFill>
                  <a:srgbClr val="37879E"/>
                </a:solidFill>
                <a:latin typeface="Arial Black"/>
                <a:cs typeface="Arial Black"/>
              </a:rPr>
              <a:t> </a:t>
            </a:r>
            <a:r>
              <a:rPr sz="1600" spc="-40" dirty="0">
                <a:solidFill>
                  <a:srgbClr val="37879E"/>
                </a:solidFill>
                <a:latin typeface="Arial Black"/>
                <a:cs typeface="Arial Black"/>
              </a:rPr>
              <a:t>Input </a:t>
            </a:r>
            <a:r>
              <a:rPr sz="1600" spc="-100" dirty="0">
                <a:solidFill>
                  <a:srgbClr val="37879E"/>
                </a:solidFill>
                <a:latin typeface="Arial Black"/>
                <a:cs typeface="Arial Black"/>
              </a:rPr>
              <a:t>Tokens</a:t>
            </a:r>
            <a:endParaRPr sz="1600" dirty="0">
              <a:latin typeface="Arial Black"/>
              <a:cs typeface="Arial Black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32972" y="2555700"/>
            <a:ext cx="4790973" cy="2946962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410917" y="633958"/>
            <a:ext cx="8748889" cy="512961"/>
          </a:xfrm>
          <a:prstGeom prst="rect">
            <a:avLst/>
          </a:prstGeom>
        </p:spPr>
        <p:txBody>
          <a:bodyPr vert="horz" wrap="square" lIns="0" tIns="20320" rIns="0" bIns="0" rtlCol="0" anchor="ctr">
            <a:spAutoFit/>
          </a:bodyPr>
          <a:lstStyle/>
          <a:p>
            <a:pPr marL="225208">
              <a:spcBef>
                <a:spcPts val="160"/>
              </a:spcBef>
            </a:pPr>
            <a:r>
              <a:rPr sz="3200" spc="113" dirty="0"/>
              <a:t>Step</a:t>
            </a:r>
            <a:r>
              <a:rPr sz="3200" spc="-93" dirty="0"/>
              <a:t> </a:t>
            </a:r>
            <a:r>
              <a:rPr sz="3200" spc="-673" dirty="0"/>
              <a:t>1:</a:t>
            </a:r>
            <a:r>
              <a:rPr sz="3200" spc="-87" dirty="0"/>
              <a:t> </a:t>
            </a:r>
            <a:r>
              <a:rPr sz="3200" dirty="0"/>
              <a:t>Input</a:t>
            </a:r>
            <a:r>
              <a:rPr sz="3200" spc="-93" dirty="0"/>
              <a:t> </a:t>
            </a:r>
            <a:r>
              <a:rPr sz="3200" spc="-13" dirty="0"/>
              <a:t>Tokens</a:t>
            </a:r>
            <a:endParaRPr sz="3200"/>
          </a:p>
        </p:txBody>
      </p:sp>
      <p:sp>
        <p:nvSpPr>
          <p:cNvPr id="4" name="object 4"/>
          <p:cNvSpPr/>
          <p:nvPr/>
        </p:nvSpPr>
        <p:spPr>
          <a:xfrm>
            <a:off x="850517" y="1577837"/>
            <a:ext cx="1065107" cy="546945"/>
          </a:xfrm>
          <a:custGeom>
            <a:avLst/>
            <a:gdLst/>
            <a:ahLst/>
            <a:cxnLst/>
            <a:rect l="l" t="t" r="r" b="b"/>
            <a:pathLst>
              <a:path w="798830" h="410209">
                <a:moveTo>
                  <a:pt x="0" y="68351"/>
                </a:moveTo>
                <a:lnTo>
                  <a:pt x="5371" y="41745"/>
                </a:lnTo>
                <a:lnTo>
                  <a:pt x="20019" y="20019"/>
                </a:lnTo>
                <a:lnTo>
                  <a:pt x="41745" y="5371"/>
                </a:lnTo>
                <a:lnTo>
                  <a:pt x="68351" y="0"/>
                </a:lnTo>
                <a:lnTo>
                  <a:pt x="730248" y="0"/>
                </a:lnTo>
                <a:lnTo>
                  <a:pt x="768169" y="11483"/>
                </a:lnTo>
                <a:lnTo>
                  <a:pt x="793397" y="42194"/>
                </a:lnTo>
                <a:lnTo>
                  <a:pt x="798599" y="68351"/>
                </a:lnTo>
                <a:lnTo>
                  <a:pt x="798599" y="341748"/>
                </a:lnTo>
                <a:lnTo>
                  <a:pt x="793228" y="368354"/>
                </a:lnTo>
                <a:lnTo>
                  <a:pt x="778580" y="390080"/>
                </a:lnTo>
                <a:lnTo>
                  <a:pt x="756854" y="404728"/>
                </a:lnTo>
                <a:lnTo>
                  <a:pt x="730248" y="410099"/>
                </a:lnTo>
                <a:lnTo>
                  <a:pt x="68351" y="410099"/>
                </a:lnTo>
                <a:lnTo>
                  <a:pt x="41745" y="404728"/>
                </a:lnTo>
                <a:lnTo>
                  <a:pt x="20019" y="390080"/>
                </a:lnTo>
                <a:lnTo>
                  <a:pt x="5371" y="368354"/>
                </a:lnTo>
                <a:lnTo>
                  <a:pt x="0" y="341748"/>
                </a:lnTo>
                <a:lnTo>
                  <a:pt x="0" y="68351"/>
                </a:lnTo>
                <a:close/>
              </a:path>
            </a:pathLst>
          </a:custGeom>
          <a:ln w="28574">
            <a:solidFill>
              <a:srgbClr val="F6737D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5" name="object 5"/>
          <p:cNvSpPr txBox="1"/>
          <p:nvPr/>
        </p:nvSpPr>
        <p:spPr>
          <a:xfrm>
            <a:off x="990673" y="1584875"/>
            <a:ext cx="784860" cy="513816"/>
          </a:xfrm>
          <a:prstGeom prst="rect">
            <a:avLst/>
          </a:prstGeom>
        </p:spPr>
        <p:txBody>
          <a:bodyPr vert="horz" wrap="square" lIns="0" tIns="26247" rIns="0" bIns="0" rtlCol="0">
            <a:spAutoFit/>
          </a:bodyPr>
          <a:lstStyle/>
          <a:p>
            <a:pPr marL="16933" marR="6773" indent="9313">
              <a:lnSpc>
                <a:spcPts val="1907"/>
              </a:lnSpc>
              <a:spcBef>
                <a:spcPts val="207"/>
              </a:spcBef>
            </a:pPr>
            <a:r>
              <a:rPr sz="1600" spc="-280" dirty="0">
                <a:solidFill>
                  <a:srgbClr val="37879E"/>
                </a:solidFill>
                <a:latin typeface="Arial Black"/>
                <a:cs typeface="Arial Black"/>
              </a:rPr>
              <a:t>1:</a:t>
            </a:r>
            <a:r>
              <a:rPr sz="1600" spc="-187" dirty="0">
                <a:solidFill>
                  <a:srgbClr val="37879E"/>
                </a:solidFill>
                <a:latin typeface="Arial Black"/>
                <a:cs typeface="Arial Black"/>
              </a:rPr>
              <a:t> </a:t>
            </a:r>
            <a:r>
              <a:rPr sz="1600" spc="-40" dirty="0">
                <a:solidFill>
                  <a:srgbClr val="37879E"/>
                </a:solidFill>
                <a:latin typeface="Arial Black"/>
                <a:cs typeface="Arial Black"/>
              </a:rPr>
              <a:t>Input </a:t>
            </a:r>
            <a:r>
              <a:rPr sz="1600" spc="-100" dirty="0">
                <a:solidFill>
                  <a:srgbClr val="37879E"/>
                </a:solidFill>
                <a:latin typeface="Arial Black"/>
                <a:cs typeface="Arial Black"/>
              </a:rPr>
              <a:t>Tokens</a:t>
            </a:r>
            <a:endParaRPr sz="1600" dirty="0">
              <a:latin typeface="Arial Black"/>
              <a:cs typeface="Arial Black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55BAB19-D5EC-4AF5-58B7-61DFFD43E5CD}"/>
              </a:ext>
            </a:extLst>
          </p:cNvPr>
          <p:cNvSpPr txBox="1"/>
          <p:nvPr/>
        </p:nvSpPr>
        <p:spPr>
          <a:xfrm>
            <a:off x="4950372" y="1653893"/>
            <a:ext cx="6096000" cy="646331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r>
              <a:rPr lang="en-US" b="1" i="0" dirty="0">
                <a:solidFill>
                  <a:srgbClr val="27251E"/>
                </a:solidFill>
                <a:effectLst/>
                <a:latin typeface="pplxSerif"/>
              </a:rPr>
              <a:t>prompt is being represented as structured conversation text, not just raw natural language.</a:t>
            </a:r>
            <a:endParaRPr lang="en-IN" b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518A47B-EB0B-D683-747D-6EA3DF7F48C7}"/>
              </a:ext>
            </a:extLst>
          </p:cNvPr>
          <p:cNvSpPr txBox="1"/>
          <p:nvPr/>
        </p:nvSpPr>
        <p:spPr>
          <a:xfrm>
            <a:off x="5444359" y="2690336"/>
            <a:ext cx="6379779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000" b="0" i="0" dirty="0">
                <a:solidFill>
                  <a:srgbClr val="27251E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system: system instruction, “You are a helpful assistant.”</a:t>
            </a:r>
          </a:p>
          <a:p>
            <a:pPr algn="l"/>
            <a:r>
              <a:rPr lang="en-US" sz="2000" b="0" i="0" dirty="0">
                <a:solidFill>
                  <a:srgbClr val="27251E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user: user message with the code/debugging request.</a:t>
            </a:r>
          </a:p>
          <a:p>
            <a:pPr algn="l"/>
            <a:r>
              <a:rPr lang="en-US" sz="2000" b="0" i="0" dirty="0">
                <a:solidFill>
                  <a:srgbClr val="27251E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assistant: start of the model’s answer region.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10917" y="2583093"/>
            <a:ext cx="5839460" cy="3777827"/>
            <a:chOff x="192899" y="1399025"/>
            <a:chExt cx="4379595" cy="2833370"/>
          </a:xfrm>
        </p:grpSpPr>
        <p:pic>
          <p:nvPicPr>
            <p:cNvPr id="3" name="object 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59075" y="1399025"/>
              <a:ext cx="4124324" cy="2367174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192899" y="2298404"/>
              <a:ext cx="4379595" cy="1933575"/>
            </a:xfrm>
            <a:custGeom>
              <a:avLst/>
              <a:gdLst/>
              <a:ahLst/>
              <a:cxnLst/>
              <a:rect l="l" t="t" r="r" b="b"/>
              <a:pathLst>
                <a:path w="4379595" h="1933575">
                  <a:moveTo>
                    <a:pt x="4379099" y="1933500"/>
                  </a:moveTo>
                  <a:lnTo>
                    <a:pt x="0" y="1933500"/>
                  </a:lnTo>
                  <a:lnTo>
                    <a:pt x="0" y="0"/>
                  </a:lnTo>
                  <a:lnTo>
                    <a:pt x="4379099" y="0"/>
                  </a:lnTo>
                  <a:lnTo>
                    <a:pt x="4379099" y="1933500"/>
                  </a:lnTo>
                  <a:close/>
                </a:path>
              </a:pathLst>
            </a:custGeom>
            <a:solidFill>
              <a:srgbClr val="FFFFFF">
                <a:alpha val="74679"/>
              </a:srgbClr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6418639" y="3076518"/>
            <a:ext cx="1656927" cy="26332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600" spc="-67" dirty="0">
                <a:solidFill>
                  <a:srgbClr val="F65B66"/>
                </a:solidFill>
                <a:latin typeface="Arial Black"/>
                <a:cs typeface="Arial Black"/>
              </a:rPr>
              <a:t>System</a:t>
            </a:r>
            <a:r>
              <a:rPr sz="1600" spc="-127" dirty="0">
                <a:solidFill>
                  <a:srgbClr val="F65B66"/>
                </a:solidFill>
                <a:latin typeface="Arial Black"/>
                <a:cs typeface="Arial Black"/>
              </a:rPr>
              <a:t> </a:t>
            </a:r>
            <a:r>
              <a:rPr sz="1600" spc="-13" dirty="0">
                <a:solidFill>
                  <a:srgbClr val="F65B66"/>
                </a:solidFill>
                <a:latin typeface="Arial Black"/>
                <a:cs typeface="Arial Black"/>
              </a:rPr>
              <a:t>prompt</a:t>
            </a:r>
            <a:endParaRPr sz="1600" dirty="0">
              <a:latin typeface="Arial Black"/>
              <a:cs typeface="Arial Black"/>
            </a:endParaRPr>
          </a:p>
        </p:txBody>
      </p:sp>
      <p:sp>
        <p:nvSpPr>
          <p:cNvPr id="6" name="object 6" descr="$PPTXTitle"/>
          <p:cNvSpPr txBox="1">
            <a:spLocks noGrp="1"/>
          </p:cNvSpPr>
          <p:nvPr>
            <p:ph type="ctrTitle"/>
          </p:nvPr>
        </p:nvSpPr>
        <p:spPr>
          <a:xfrm>
            <a:off x="410917" y="608654"/>
            <a:ext cx="4800036" cy="615553"/>
          </a:xfrm>
          <a:prstGeom prst="rect">
            <a:avLst/>
          </a:prstGeom>
        </p:spPr>
        <p:txBody>
          <a:bodyPr vert="horz" wrap="square" lIns="0" tIns="121920" rIns="0" bIns="0" rtlCol="0" anchor="ctr">
            <a:spAutoFit/>
          </a:bodyPr>
          <a:lstStyle/>
          <a:p>
            <a:pPr marL="225208">
              <a:spcBef>
                <a:spcPts val="160"/>
              </a:spcBef>
            </a:pPr>
            <a:r>
              <a:rPr sz="3200" spc="113" dirty="0"/>
              <a:t>Step</a:t>
            </a:r>
            <a:r>
              <a:rPr sz="3200" spc="-93" dirty="0"/>
              <a:t> </a:t>
            </a:r>
            <a:r>
              <a:rPr sz="3200" spc="-673" dirty="0"/>
              <a:t>1:</a:t>
            </a:r>
            <a:r>
              <a:rPr sz="3200" spc="-87" dirty="0"/>
              <a:t> </a:t>
            </a:r>
            <a:r>
              <a:rPr sz="3200" dirty="0"/>
              <a:t>Input</a:t>
            </a:r>
            <a:r>
              <a:rPr sz="3200" spc="-93" dirty="0"/>
              <a:t> </a:t>
            </a:r>
            <a:r>
              <a:rPr sz="3200" spc="-13" dirty="0"/>
              <a:t>Tokens</a:t>
            </a:r>
            <a:endParaRPr sz="3200"/>
          </a:p>
        </p:txBody>
      </p:sp>
      <p:sp>
        <p:nvSpPr>
          <p:cNvPr id="7" name="object 7"/>
          <p:cNvSpPr/>
          <p:nvPr/>
        </p:nvSpPr>
        <p:spPr>
          <a:xfrm>
            <a:off x="925246" y="1525895"/>
            <a:ext cx="1065107" cy="546945"/>
          </a:xfrm>
          <a:custGeom>
            <a:avLst/>
            <a:gdLst/>
            <a:ahLst/>
            <a:cxnLst/>
            <a:rect l="l" t="t" r="r" b="b"/>
            <a:pathLst>
              <a:path w="798830" h="410209">
                <a:moveTo>
                  <a:pt x="0" y="68351"/>
                </a:moveTo>
                <a:lnTo>
                  <a:pt x="5371" y="41745"/>
                </a:lnTo>
                <a:lnTo>
                  <a:pt x="20019" y="20019"/>
                </a:lnTo>
                <a:lnTo>
                  <a:pt x="41745" y="5371"/>
                </a:lnTo>
                <a:lnTo>
                  <a:pt x="68351" y="0"/>
                </a:lnTo>
                <a:lnTo>
                  <a:pt x="730248" y="0"/>
                </a:lnTo>
                <a:lnTo>
                  <a:pt x="768169" y="11483"/>
                </a:lnTo>
                <a:lnTo>
                  <a:pt x="793397" y="42194"/>
                </a:lnTo>
                <a:lnTo>
                  <a:pt x="798599" y="68351"/>
                </a:lnTo>
                <a:lnTo>
                  <a:pt x="798599" y="341748"/>
                </a:lnTo>
                <a:lnTo>
                  <a:pt x="793228" y="368354"/>
                </a:lnTo>
                <a:lnTo>
                  <a:pt x="778580" y="390080"/>
                </a:lnTo>
                <a:lnTo>
                  <a:pt x="756854" y="404728"/>
                </a:lnTo>
                <a:lnTo>
                  <a:pt x="730248" y="410099"/>
                </a:lnTo>
                <a:lnTo>
                  <a:pt x="68351" y="410099"/>
                </a:lnTo>
                <a:lnTo>
                  <a:pt x="41745" y="404728"/>
                </a:lnTo>
                <a:lnTo>
                  <a:pt x="20019" y="390080"/>
                </a:lnTo>
                <a:lnTo>
                  <a:pt x="5371" y="368354"/>
                </a:lnTo>
                <a:lnTo>
                  <a:pt x="0" y="341748"/>
                </a:lnTo>
                <a:lnTo>
                  <a:pt x="0" y="68351"/>
                </a:lnTo>
                <a:close/>
              </a:path>
            </a:pathLst>
          </a:custGeom>
          <a:ln w="28574">
            <a:solidFill>
              <a:srgbClr val="F6737D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8" name="object 8"/>
          <p:cNvSpPr txBox="1"/>
          <p:nvPr/>
        </p:nvSpPr>
        <p:spPr>
          <a:xfrm>
            <a:off x="1065402" y="1532933"/>
            <a:ext cx="784860" cy="513816"/>
          </a:xfrm>
          <a:prstGeom prst="rect">
            <a:avLst/>
          </a:prstGeom>
        </p:spPr>
        <p:txBody>
          <a:bodyPr vert="horz" wrap="square" lIns="0" tIns="26247" rIns="0" bIns="0" rtlCol="0">
            <a:spAutoFit/>
          </a:bodyPr>
          <a:lstStyle/>
          <a:p>
            <a:pPr marL="16933" marR="6773" indent="9313">
              <a:lnSpc>
                <a:spcPts val="1907"/>
              </a:lnSpc>
              <a:spcBef>
                <a:spcPts val="207"/>
              </a:spcBef>
            </a:pPr>
            <a:r>
              <a:rPr sz="1600" spc="-280" dirty="0">
                <a:solidFill>
                  <a:srgbClr val="37879E"/>
                </a:solidFill>
                <a:latin typeface="Arial Black"/>
                <a:cs typeface="Arial Black"/>
              </a:rPr>
              <a:t>1:</a:t>
            </a:r>
            <a:r>
              <a:rPr sz="1600" spc="-187" dirty="0">
                <a:solidFill>
                  <a:srgbClr val="37879E"/>
                </a:solidFill>
                <a:latin typeface="Arial Black"/>
                <a:cs typeface="Arial Black"/>
              </a:rPr>
              <a:t> </a:t>
            </a:r>
            <a:r>
              <a:rPr sz="1600" spc="-40" dirty="0">
                <a:solidFill>
                  <a:srgbClr val="37879E"/>
                </a:solidFill>
                <a:latin typeface="Arial Black"/>
                <a:cs typeface="Arial Black"/>
              </a:rPr>
              <a:t>Input </a:t>
            </a:r>
            <a:r>
              <a:rPr sz="1600" spc="-100" dirty="0">
                <a:solidFill>
                  <a:srgbClr val="37879E"/>
                </a:solidFill>
                <a:latin typeface="Arial Black"/>
                <a:cs typeface="Arial Black"/>
              </a:rPr>
              <a:t>Tokens</a:t>
            </a:r>
            <a:endParaRPr sz="1600" dirty="0">
              <a:latin typeface="Arial Black"/>
              <a:cs typeface="Arial Black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7068CFA-BE42-D9E8-E273-41A9FE64CBCE}"/>
              </a:ext>
            </a:extLst>
          </p:cNvPr>
          <p:cNvSpPr txBox="1"/>
          <p:nvPr/>
        </p:nvSpPr>
        <p:spPr>
          <a:xfrm>
            <a:off x="7346731" y="1338863"/>
            <a:ext cx="4172607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0" i="0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 system prompt describes what the model should act and behave like</a:t>
            </a:r>
            <a:endParaRPr lang="en-IN" sz="2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10917" y="2292642"/>
            <a:ext cx="5839460" cy="3433233"/>
            <a:chOff x="221874" y="1309577"/>
            <a:chExt cx="4379595" cy="257492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59075" y="1399025"/>
              <a:ext cx="4124324" cy="2367174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221869" y="1309585"/>
              <a:ext cx="4379595" cy="2574925"/>
            </a:xfrm>
            <a:custGeom>
              <a:avLst/>
              <a:gdLst/>
              <a:ahLst/>
              <a:cxnLst/>
              <a:rect l="l" t="t" r="r" b="b"/>
              <a:pathLst>
                <a:path w="4379595" h="2574925">
                  <a:moveTo>
                    <a:pt x="4379099" y="0"/>
                  </a:moveTo>
                  <a:lnTo>
                    <a:pt x="0" y="0"/>
                  </a:lnTo>
                  <a:lnTo>
                    <a:pt x="0" y="966597"/>
                  </a:lnTo>
                  <a:lnTo>
                    <a:pt x="37198" y="966597"/>
                  </a:lnTo>
                  <a:lnTo>
                    <a:pt x="37198" y="1302791"/>
                  </a:lnTo>
                  <a:lnTo>
                    <a:pt x="0" y="1302791"/>
                  </a:lnTo>
                  <a:lnTo>
                    <a:pt x="0" y="2574798"/>
                  </a:lnTo>
                  <a:lnTo>
                    <a:pt x="4379099" y="2574798"/>
                  </a:lnTo>
                  <a:lnTo>
                    <a:pt x="4379099" y="1302791"/>
                  </a:lnTo>
                  <a:lnTo>
                    <a:pt x="1979993" y="1302791"/>
                  </a:lnTo>
                  <a:lnTo>
                    <a:pt x="1979993" y="966597"/>
                  </a:lnTo>
                  <a:lnTo>
                    <a:pt x="4379099" y="966597"/>
                  </a:lnTo>
                  <a:lnTo>
                    <a:pt x="4379099" y="0"/>
                  </a:lnTo>
                  <a:close/>
                </a:path>
              </a:pathLst>
            </a:custGeom>
            <a:solidFill>
              <a:srgbClr val="FFFFFF">
                <a:alpha val="74679"/>
              </a:srgbClr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xfrm>
            <a:off x="410917" y="633958"/>
            <a:ext cx="8748889" cy="512961"/>
          </a:xfrm>
          <a:prstGeom prst="rect">
            <a:avLst/>
          </a:prstGeom>
        </p:spPr>
        <p:txBody>
          <a:bodyPr vert="horz" wrap="square" lIns="0" tIns="20320" rIns="0" bIns="0" rtlCol="0" anchor="ctr">
            <a:spAutoFit/>
          </a:bodyPr>
          <a:lstStyle/>
          <a:p>
            <a:pPr marL="225208">
              <a:spcBef>
                <a:spcPts val="160"/>
              </a:spcBef>
            </a:pPr>
            <a:r>
              <a:rPr sz="3200" spc="113" dirty="0"/>
              <a:t>Step</a:t>
            </a:r>
            <a:r>
              <a:rPr sz="3200" spc="-93" dirty="0"/>
              <a:t> </a:t>
            </a:r>
            <a:r>
              <a:rPr sz="3200" spc="-673" dirty="0"/>
              <a:t>1:</a:t>
            </a:r>
            <a:r>
              <a:rPr sz="3200" spc="-87" dirty="0"/>
              <a:t> </a:t>
            </a:r>
            <a:r>
              <a:rPr sz="3200" dirty="0"/>
              <a:t>Input</a:t>
            </a:r>
            <a:r>
              <a:rPr sz="3200" spc="-93" dirty="0"/>
              <a:t> </a:t>
            </a:r>
            <a:r>
              <a:rPr sz="3200" spc="-13" dirty="0"/>
              <a:t>Tokens</a:t>
            </a:r>
            <a:endParaRPr sz="3200"/>
          </a:p>
        </p:txBody>
      </p:sp>
      <p:sp>
        <p:nvSpPr>
          <p:cNvPr id="6" name="object 6"/>
          <p:cNvSpPr/>
          <p:nvPr/>
        </p:nvSpPr>
        <p:spPr>
          <a:xfrm>
            <a:off x="1324639" y="1587960"/>
            <a:ext cx="1065107" cy="546945"/>
          </a:xfrm>
          <a:custGeom>
            <a:avLst/>
            <a:gdLst/>
            <a:ahLst/>
            <a:cxnLst/>
            <a:rect l="l" t="t" r="r" b="b"/>
            <a:pathLst>
              <a:path w="798830" h="410209">
                <a:moveTo>
                  <a:pt x="0" y="68351"/>
                </a:moveTo>
                <a:lnTo>
                  <a:pt x="5371" y="41745"/>
                </a:lnTo>
                <a:lnTo>
                  <a:pt x="20019" y="20019"/>
                </a:lnTo>
                <a:lnTo>
                  <a:pt x="41745" y="5371"/>
                </a:lnTo>
                <a:lnTo>
                  <a:pt x="68351" y="0"/>
                </a:lnTo>
                <a:lnTo>
                  <a:pt x="730248" y="0"/>
                </a:lnTo>
                <a:lnTo>
                  <a:pt x="768169" y="11483"/>
                </a:lnTo>
                <a:lnTo>
                  <a:pt x="793397" y="42194"/>
                </a:lnTo>
                <a:lnTo>
                  <a:pt x="798599" y="68351"/>
                </a:lnTo>
                <a:lnTo>
                  <a:pt x="798599" y="341748"/>
                </a:lnTo>
                <a:lnTo>
                  <a:pt x="793228" y="368354"/>
                </a:lnTo>
                <a:lnTo>
                  <a:pt x="778580" y="390080"/>
                </a:lnTo>
                <a:lnTo>
                  <a:pt x="756854" y="404728"/>
                </a:lnTo>
                <a:lnTo>
                  <a:pt x="730248" y="410099"/>
                </a:lnTo>
                <a:lnTo>
                  <a:pt x="68351" y="410099"/>
                </a:lnTo>
                <a:lnTo>
                  <a:pt x="41745" y="404728"/>
                </a:lnTo>
                <a:lnTo>
                  <a:pt x="20019" y="390080"/>
                </a:lnTo>
                <a:lnTo>
                  <a:pt x="5371" y="368354"/>
                </a:lnTo>
                <a:lnTo>
                  <a:pt x="0" y="341748"/>
                </a:lnTo>
                <a:lnTo>
                  <a:pt x="0" y="68351"/>
                </a:lnTo>
                <a:close/>
              </a:path>
            </a:pathLst>
          </a:custGeom>
          <a:ln w="28574">
            <a:solidFill>
              <a:srgbClr val="F6737D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7" name="object 7"/>
          <p:cNvSpPr txBox="1"/>
          <p:nvPr/>
        </p:nvSpPr>
        <p:spPr>
          <a:xfrm>
            <a:off x="1464795" y="1699963"/>
            <a:ext cx="784860" cy="513816"/>
          </a:xfrm>
          <a:prstGeom prst="rect">
            <a:avLst/>
          </a:prstGeom>
        </p:spPr>
        <p:txBody>
          <a:bodyPr vert="horz" wrap="square" lIns="0" tIns="26247" rIns="0" bIns="0" rtlCol="0">
            <a:spAutoFit/>
          </a:bodyPr>
          <a:lstStyle/>
          <a:p>
            <a:pPr marL="16933" marR="6773" indent="9313">
              <a:lnSpc>
                <a:spcPts val="1907"/>
              </a:lnSpc>
              <a:spcBef>
                <a:spcPts val="207"/>
              </a:spcBef>
            </a:pPr>
            <a:r>
              <a:rPr sz="1600" spc="-280" dirty="0">
                <a:solidFill>
                  <a:srgbClr val="37879E"/>
                </a:solidFill>
                <a:latin typeface="Arial Black"/>
                <a:cs typeface="Arial Black"/>
              </a:rPr>
              <a:t>1:</a:t>
            </a:r>
            <a:r>
              <a:rPr sz="1600" spc="-187" dirty="0">
                <a:solidFill>
                  <a:srgbClr val="37879E"/>
                </a:solidFill>
                <a:latin typeface="Arial Black"/>
                <a:cs typeface="Arial Black"/>
              </a:rPr>
              <a:t> </a:t>
            </a:r>
            <a:r>
              <a:rPr sz="1600" spc="-40" dirty="0">
                <a:solidFill>
                  <a:srgbClr val="37879E"/>
                </a:solidFill>
                <a:latin typeface="Arial Black"/>
                <a:cs typeface="Arial Black"/>
              </a:rPr>
              <a:t>Input </a:t>
            </a:r>
            <a:r>
              <a:rPr sz="1600" spc="-100" dirty="0">
                <a:solidFill>
                  <a:srgbClr val="37879E"/>
                </a:solidFill>
                <a:latin typeface="Arial Black"/>
                <a:cs typeface="Arial Black"/>
              </a:rPr>
              <a:t>Tokens</a:t>
            </a:r>
            <a:endParaRPr sz="1600" dirty="0">
              <a:latin typeface="Arial Black"/>
              <a:cs typeface="Arial Black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8" descr="$PPTXTitle"/>
          <p:cNvSpPr txBox="1">
            <a:spLocks noGrp="1"/>
          </p:cNvSpPr>
          <p:nvPr>
            <p:ph type="title"/>
          </p:nvPr>
        </p:nvSpPr>
        <p:spPr>
          <a:xfrm>
            <a:off x="309316" y="670112"/>
            <a:ext cx="14020800" cy="512961"/>
          </a:xfrm>
          <a:prstGeom prst="rect">
            <a:avLst/>
          </a:prstGeom>
        </p:spPr>
        <p:txBody>
          <a:bodyPr vert="horz" wrap="square" lIns="0" tIns="20320" rIns="0" bIns="0" rtlCol="0" anchor="ctr">
            <a:spAutoFit/>
          </a:bodyPr>
          <a:lstStyle/>
          <a:p>
            <a:pPr marL="225208">
              <a:spcBef>
                <a:spcPts val="160"/>
              </a:spcBef>
            </a:pPr>
            <a:r>
              <a:rPr spc="113" dirty="0"/>
              <a:t>Step</a:t>
            </a:r>
            <a:r>
              <a:rPr spc="-93" dirty="0"/>
              <a:t> </a:t>
            </a:r>
            <a:r>
              <a:rPr spc="-673" dirty="0"/>
              <a:t>1:</a:t>
            </a:r>
            <a:r>
              <a:rPr spc="-87" dirty="0"/>
              <a:t> </a:t>
            </a:r>
            <a:r>
              <a:rPr dirty="0"/>
              <a:t>Input</a:t>
            </a:r>
            <a:r>
              <a:rPr spc="-93" dirty="0"/>
              <a:t> </a:t>
            </a:r>
            <a:r>
              <a:rPr spc="-13" dirty="0"/>
              <a:t>Tokens</a:t>
            </a:r>
            <a:endParaRPr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CC31EA43-7245-A1A8-CD01-72CB8840F843}"/>
              </a:ext>
            </a:extLst>
          </p:cNvPr>
          <p:cNvGrpSpPr/>
          <p:nvPr/>
        </p:nvGrpSpPr>
        <p:grpSpPr>
          <a:xfrm>
            <a:off x="1103922" y="1626311"/>
            <a:ext cx="1065107" cy="546945"/>
            <a:chOff x="1335149" y="1074917"/>
            <a:chExt cx="1065107" cy="546945"/>
          </a:xfrm>
        </p:grpSpPr>
        <p:sp>
          <p:nvSpPr>
            <p:cNvPr id="9" name="object 9"/>
            <p:cNvSpPr/>
            <p:nvPr/>
          </p:nvSpPr>
          <p:spPr>
            <a:xfrm>
              <a:off x="1335149" y="1074917"/>
              <a:ext cx="1065107" cy="546945"/>
            </a:xfrm>
            <a:custGeom>
              <a:avLst/>
              <a:gdLst/>
              <a:ahLst/>
              <a:cxnLst/>
              <a:rect l="l" t="t" r="r" b="b"/>
              <a:pathLst>
                <a:path w="798830" h="410209">
                  <a:moveTo>
                    <a:pt x="0" y="68351"/>
                  </a:moveTo>
                  <a:lnTo>
                    <a:pt x="5371" y="41745"/>
                  </a:lnTo>
                  <a:lnTo>
                    <a:pt x="20019" y="20019"/>
                  </a:lnTo>
                  <a:lnTo>
                    <a:pt x="41745" y="5371"/>
                  </a:lnTo>
                  <a:lnTo>
                    <a:pt x="68351" y="0"/>
                  </a:lnTo>
                  <a:lnTo>
                    <a:pt x="730248" y="0"/>
                  </a:lnTo>
                  <a:lnTo>
                    <a:pt x="768169" y="11483"/>
                  </a:lnTo>
                  <a:lnTo>
                    <a:pt x="793397" y="42194"/>
                  </a:lnTo>
                  <a:lnTo>
                    <a:pt x="798599" y="68351"/>
                  </a:lnTo>
                  <a:lnTo>
                    <a:pt x="798599" y="341748"/>
                  </a:lnTo>
                  <a:lnTo>
                    <a:pt x="793228" y="368354"/>
                  </a:lnTo>
                  <a:lnTo>
                    <a:pt x="778580" y="390080"/>
                  </a:lnTo>
                  <a:lnTo>
                    <a:pt x="756854" y="404728"/>
                  </a:lnTo>
                  <a:lnTo>
                    <a:pt x="730248" y="410099"/>
                  </a:lnTo>
                  <a:lnTo>
                    <a:pt x="68351" y="410099"/>
                  </a:lnTo>
                  <a:lnTo>
                    <a:pt x="41745" y="404728"/>
                  </a:lnTo>
                  <a:lnTo>
                    <a:pt x="20019" y="390080"/>
                  </a:lnTo>
                  <a:lnTo>
                    <a:pt x="5371" y="368354"/>
                  </a:lnTo>
                  <a:lnTo>
                    <a:pt x="0" y="341748"/>
                  </a:lnTo>
                  <a:lnTo>
                    <a:pt x="0" y="68351"/>
                  </a:lnTo>
                  <a:close/>
                </a:path>
              </a:pathLst>
            </a:custGeom>
            <a:ln w="28574">
              <a:solidFill>
                <a:srgbClr val="F6737D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0" name="object 10"/>
            <p:cNvSpPr txBox="1"/>
            <p:nvPr/>
          </p:nvSpPr>
          <p:spPr>
            <a:xfrm>
              <a:off x="1475305" y="1081955"/>
              <a:ext cx="784860" cy="513816"/>
            </a:xfrm>
            <a:prstGeom prst="rect">
              <a:avLst/>
            </a:prstGeom>
          </p:spPr>
          <p:txBody>
            <a:bodyPr vert="horz" wrap="square" lIns="0" tIns="26247" rIns="0" bIns="0" rtlCol="0">
              <a:spAutoFit/>
            </a:bodyPr>
            <a:lstStyle/>
            <a:p>
              <a:pPr marL="16933" marR="6773" indent="9313">
                <a:lnSpc>
                  <a:spcPts val="1907"/>
                </a:lnSpc>
                <a:spcBef>
                  <a:spcPts val="207"/>
                </a:spcBef>
              </a:pPr>
              <a:r>
                <a:rPr sz="1600" spc="-280" dirty="0">
                  <a:solidFill>
                    <a:srgbClr val="37879E"/>
                  </a:solidFill>
                  <a:latin typeface="Arial Black"/>
                  <a:cs typeface="Arial Black"/>
                </a:rPr>
                <a:t>1:</a:t>
              </a:r>
              <a:r>
                <a:rPr sz="1600" spc="-187" dirty="0">
                  <a:solidFill>
                    <a:srgbClr val="37879E"/>
                  </a:solidFill>
                  <a:latin typeface="Arial Black"/>
                  <a:cs typeface="Arial Black"/>
                </a:rPr>
                <a:t> </a:t>
              </a:r>
              <a:r>
                <a:rPr sz="1600" spc="-40" dirty="0">
                  <a:solidFill>
                    <a:srgbClr val="37879E"/>
                  </a:solidFill>
                  <a:latin typeface="Arial Black"/>
                  <a:cs typeface="Arial Black"/>
                </a:rPr>
                <a:t>Input </a:t>
              </a:r>
              <a:r>
                <a:rPr sz="1600" spc="-100" dirty="0">
                  <a:solidFill>
                    <a:srgbClr val="37879E"/>
                  </a:solidFill>
                  <a:latin typeface="Arial Black"/>
                  <a:cs typeface="Arial Black"/>
                </a:rPr>
                <a:t>Tokens</a:t>
              </a:r>
              <a:endParaRPr sz="1600" dirty="0">
                <a:latin typeface="Arial Black"/>
                <a:cs typeface="Arial Black"/>
              </a:endParaRP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0CCDA6E2-FEF9-8D13-5CD8-B2211D4C5234}"/>
              </a:ext>
            </a:extLst>
          </p:cNvPr>
          <p:cNvGrpSpPr/>
          <p:nvPr/>
        </p:nvGrpSpPr>
        <p:grpSpPr>
          <a:xfrm>
            <a:off x="695226" y="2574315"/>
            <a:ext cx="9403079" cy="3613573"/>
            <a:chOff x="295833" y="1865367"/>
            <a:chExt cx="9403079" cy="3613573"/>
          </a:xfrm>
        </p:grpSpPr>
        <p:grpSp>
          <p:nvGrpSpPr>
            <p:cNvPr id="2" name="object 2"/>
            <p:cNvGrpSpPr/>
            <p:nvPr/>
          </p:nvGrpSpPr>
          <p:grpSpPr>
            <a:xfrm>
              <a:off x="295833" y="1865367"/>
              <a:ext cx="9403079" cy="3613573"/>
              <a:chOff x="221874" y="1399025"/>
              <a:chExt cx="7052309" cy="2710180"/>
            </a:xfrm>
          </p:grpSpPr>
          <p:pic>
            <p:nvPicPr>
              <p:cNvPr id="3" name="object 3"/>
              <p:cNvPicPr/>
              <p:nvPr/>
            </p:nvPicPr>
            <p:blipFill>
              <a:blip r:embed="rId2" cstate="print"/>
              <a:stretch>
                <a:fillRect/>
              </a:stretch>
            </p:blipFill>
            <p:spPr>
              <a:xfrm>
                <a:off x="259075" y="1399025"/>
                <a:ext cx="4124324" cy="2367174"/>
              </a:xfrm>
              <a:prstGeom prst="rect">
                <a:avLst/>
              </a:prstGeom>
            </p:spPr>
          </p:pic>
          <p:sp>
            <p:nvSpPr>
              <p:cNvPr id="4" name="object 4"/>
              <p:cNvSpPr/>
              <p:nvPr/>
            </p:nvSpPr>
            <p:spPr>
              <a:xfrm>
                <a:off x="221869" y="1399031"/>
                <a:ext cx="4379595" cy="2710180"/>
              </a:xfrm>
              <a:custGeom>
                <a:avLst/>
                <a:gdLst/>
                <a:ahLst/>
                <a:cxnLst/>
                <a:rect l="l" t="t" r="r" b="b"/>
                <a:pathLst>
                  <a:path w="4379595" h="2710179">
                    <a:moveTo>
                      <a:pt x="4379099" y="2052243"/>
                    </a:moveTo>
                    <a:lnTo>
                      <a:pt x="0" y="2052243"/>
                    </a:lnTo>
                    <a:lnTo>
                      <a:pt x="0" y="2709849"/>
                    </a:lnTo>
                    <a:lnTo>
                      <a:pt x="4379099" y="2709849"/>
                    </a:lnTo>
                    <a:lnTo>
                      <a:pt x="4379099" y="2052243"/>
                    </a:lnTo>
                    <a:close/>
                  </a:path>
                  <a:path w="4379595" h="2710179">
                    <a:moveTo>
                      <a:pt x="4379099" y="0"/>
                    </a:moveTo>
                    <a:lnTo>
                      <a:pt x="0" y="0"/>
                    </a:lnTo>
                    <a:lnTo>
                      <a:pt x="0" y="1198803"/>
                    </a:lnTo>
                    <a:lnTo>
                      <a:pt x="4379099" y="1198803"/>
                    </a:lnTo>
                    <a:lnTo>
                      <a:pt x="4379099" y="0"/>
                    </a:lnTo>
                    <a:close/>
                  </a:path>
                </a:pathLst>
              </a:custGeom>
              <a:solidFill>
                <a:srgbClr val="FFFFFF">
                  <a:alpha val="87969"/>
                </a:srgbClr>
              </a:solidFill>
            </p:spPr>
            <p:txBody>
              <a:bodyPr wrap="square" lIns="0" tIns="0" rIns="0" bIns="0" rtlCol="0"/>
              <a:lstStyle/>
              <a:p>
                <a:endParaRPr sz="2400"/>
              </a:p>
            </p:txBody>
          </p:sp>
          <p:sp>
            <p:nvSpPr>
              <p:cNvPr id="5" name="object 5"/>
              <p:cNvSpPr/>
              <p:nvPr/>
            </p:nvSpPr>
            <p:spPr>
              <a:xfrm>
                <a:off x="4600975" y="2114875"/>
                <a:ext cx="2668270" cy="1552575"/>
              </a:xfrm>
              <a:custGeom>
                <a:avLst/>
                <a:gdLst/>
                <a:ahLst/>
                <a:cxnLst/>
                <a:rect l="l" t="t" r="r" b="b"/>
                <a:pathLst>
                  <a:path w="2668270" h="1552575">
                    <a:moveTo>
                      <a:pt x="2409494" y="1552199"/>
                    </a:moveTo>
                    <a:lnTo>
                      <a:pt x="258704" y="1552199"/>
                    </a:lnTo>
                    <a:lnTo>
                      <a:pt x="212202" y="1548031"/>
                    </a:lnTo>
                    <a:lnTo>
                      <a:pt x="168434" y="1536014"/>
                    </a:lnTo>
                    <a:lnTo>
                      <a:pt x="128131" y="1516879"/>
                    </a:lnTo>
                    <a:lnTo>
                      <a:pt x="92024" y="1491355"/>
                    </a:lnTo>
                    <a:lnTo>
                      <a:pt x="60844" y="1460175"/>
                    </a:lnTo>
                    <a:lnTo>
                      <a:pt x="35320" y="1424068"/>
                    </a:lnTo>
                    <a:lnTo>
                      <a:pt x="16185" y="1383765"/>
                    </a:lnTo>
                    <a:lnTo>
                      <a:pt x="4168" y="1339997"/>
                    </a:lnTo>
                    <a:lnTo>
                      <a:pt x="0" y="1293494"/>
                    </a:lnTo>
                    <a:lnTo>
                      <a:pt x="0" y="258704"/>
                    </a:lnTo>
                    <a:lnTo>
                      <a:pt x="4168" y="212202"/>
                    </a:lnTo>
                    <a:lnTo>
                      <a:pt x="16185" y="168434"/>
                    </a:lnTo>
                    <a:lnTo>
                      <a:pt x="35320" y="128131"/>
                    </a:lnTo>
                    <a:lnTo>
                      <a:pt x="60844" y="92024"/>
                    </a:lnTo>
                    <a:lnTo>
                      <a:pt x="92024" y="60844"/>
                    </a:lnTo>
                    <a:lnTo>
                      <a:pt x="128131" y="35320"/>
                    </a:lnTo>
                    <a:lnTo>
                      <a:pt x="168434" y="16185"/>
                    </a:lnTo>
                    <a:lnTo>
                      <a:pt x="212202" y="4168"/>
                    </a:lnTo>
                    <a:lnTo>
                      <a:pt x="258704" y="0"/>
                    </a:lnTo>
                    <a:lnTo>
                      <a:pt x="2409494" y="0"/>
                    </a:lnTo>
                    <a:lnTo>
                      <a:pt x="2460201" y="5016"/>
                    </a:lnTo>
                    <a:lnTo>
                      <a:pt x="2508496" y="19692"/>
                    </a:lnTo>
                    <a:lnTo>
                      <a:pt x="2553024" y="43465"/>
                    </a:lnTo>
                    <a:lnTo>
                      <a:pt x="2592427" y="75772"/>
                    </a:lnTo>
                    <a:lnTo>
                      <a:pt x="2624734" y="115175"/>
                    </a:lnTo>
                    <a:lnTo>
                      <a:pt x="2648507" y="159703"/>
                    </a:lnTo>
                    <a:lnTo>
                      <a:pt x="2663183" y="207998"/>
                    </a:lnTo>
                    <a:lnTo>
                      <a:pt x="2668199" y="258704"/>
                    </a:lnTo>
                    <a:lnTo>
                      <a:pt x="2668199" y="1293494"/>
                    </a:lnTo>
                    <a:lnTo>
                      <a:pt x="2664031" y="1339997"/>
                    </a:lnTo>
                    <a:lnTo>
                      <a:pt x="2652014" y="1383765"/>
                    </a:lnTo>
                    <a:lnTo>
                      <a:pt x="2632879" y="1424068"/>
                    </a:lnTo>
                    <a:lnTo>
                      <a:pt x="2607355" y="1460175"/>
                    </a:lnTo>
                    <a:lnTo>
                      <a:pt x="2576175" y="1491355"/>
                    </a:lnTo>
                    <a:lnTo>
                      <a:pt x="2540068" y="1516879"/>
                    </a:lnTo>
                    <a:lnTo>
                      <a:pt x="2499765" y="1536014"/>
                    </a:lnTo>
                    <a:lnTo>
                      <a:pt x="2455997" y="1548031"/>
                    </a:lnTo>
                    <a:lnTo>
                      <a:pt x="2409494" y="1552199"/>
                    </a:lnTo>
                    <a:close/>
                  </a:path>
                </a:pathLst>
              </a:custGeom>
              <a:solidFill>
                <a:srgbClr val="FFF6F6"/>
              </a:solidFill>
            </p:spPr>
            <p:txBody>
              <a:bodyPr wrap="square" lIns="0" tIns="0" rIns="0" bIns="0" rtlCol="0"/>
              <a:lstStyle/>
              <a:p>
                <a:endParaRPr sz="2400"/>
              </a:p>
            </p:txBody>
          </p:sp>
          <p:sp>
            <p:nvSpPr>
              <p:cNvPr id="6" name="object 6"/>
              <p:cNvSpPr/>
              <p:nvPr/>
            </p:nvSpPr>
            <p:spPr>
              <a:xfrm>
                <a:off x="4600975" y="2114875"/>
                <a:ext cx="2668270" cy="1552575"/>
              </a:xfrm>
              <a:custGeom>
                <a:avLst/>
                <a:gdLst/>
                <a:ahLst/>
                <a:cxnLst/>
                <a:rect l="l" t="t" r="r" b="b"/>
                <a:pathLst>
                  <a:path w="2668270" h="1552575">
                    <a:moveTo>
                      <a:pt x="0" y="258704"/>
                    </a:moveTo>
                    <a:lnTo>
                      <a:pt x="4168" y="212202"/>
                    </a:lnTo>
                    <a:lnTo>
                      <a:pt x="16185" y="168434"/>
                    </a:lnTo>
                    <a:lnTo>
                      <a:pt x="35320" y="128131"/>
                    </a:lnTo>
                    <a:lnTo>
                      <a:pt x="60844" y="92024"/>
                    </a:lnTo>
                    <a:lnTo>
                      <a:pt x="92024" y="60844"/>
                    </a:lnTo>
                    <a:lnTo>
                      <a:pt x="128131" y="35320"/>
                    </a:lnTo>
                    <a:lnTo>
                      <a:pt x="168434" y="16185"/>
                    </a:lnTo>
                    <a:lnTo>
                      <a:pt x="212202" y="4168"/>
                    </a:lnTo>
                    <a:lnTo>
                      <a:pt x="258704" y="0"/>
                    </a:lnTo>
                    <a:lnTo>
                      <a:pt x="2409494" y="0"/>
                    </a:lnTo>
                    <a:lnTo>
                      <a:pt x="2460201" y="5016"/>
                    </a:lnTo>
                    <a:lnTo>
                      <a:pt x="2508496" y="19692"/>
                    </a:lnTo>
                    <a:lnTo>
                      <a:pt x="2553024" y="43465"/>
                    </a:lnTo>
                    <a:lnTo>
                      <a:pt x="2592427" y="75772"/>
                    </a:lnTo>
                    <a:lnTo>
                      <a:pt x="2624734" y="115175"/>
                    </a:lnTo>
                    <a:lnTo>
                      <a:pt x="2648507" y="159703"/>
                    </a:lnTo>
                    <a:lnTo>
                      <a:pt x="2663183" y="207998"/>
                    </a:lnTo>
                    <a:lnTo>
                      <a:pt x="2668199" y="258704"/>
                    </a:lnTo>
                    <a:lnTo>
                      <a:pt x="2668199" y="1293494"/>
                    </a:lnTo>
                    <a:lnTo>
                      <a:pt x="2664031" y="1339997"/>
                    </a:lnTo>
                    <a:lnTo>
                      <a:pt x="2652014" y="1383765"/>
                    </a:lnTo>
                    <a:lnTo>
                      <a:pt x="2632879" y="1424068"/>
                    </a:lnTo>
                    <a:lnTo>
                      <a:pt x="2607355" y="1460175"/>
                    </a:lnTo>
                    <a:lnTo>
                      <a:pt x="2576175" y="1491355"/>
                    </a:lnTo>
                    <a:lnTo>
                      <a:pt x="2540068" y="1516879"/>
                    </a:lnTo>
                    <a:lnTo>
                      <a:pt x="2499765" y="1536014"/>
                    </a:lnTo>
                    <a:lnTo>
                      <a:pt x="2455997" y="1548031"/>
                    </a:lnTo>
                    <a:lnTo>
                      <a:pt x="2409494" y="1552199"/>
                    </a:lnTo>
                    <a:lnTo>
                      <a:pt x="258704" y="1552199"/>
                    </a:lnTo>
                    <a:lnTo>
                      <a:pt x="212202" y="1548031"/>
                    </a:lnTo>
                    <a:lnTo>
                      <a:pt x="168434" y="1536014"/>
                    </a:lnTo>
                    <a:lnTo>
                      <a:pt x="128131" y="1516879"/>
                    </a:lnTo>
                    <a:lnTo>
                      <a:pt x="92024" y="1491355"/>
                    </a:lnTo>
                    <a:lnTo>
                      <a:pt x="60844" y="1460175"/>
                    </a:lnTo>
                    <a:lnTo>
                      <a:pt x="35320" y="1424068"/>
                    </a:lnTo>
                    <a:lnTo>
                      <a:pt x="16185" y="1383765"/>
                    </a:lnTo>
                    <a:lnTo>
                      <a:pt x="4168" y="1339997"/>
                    </a:lnTo>
                    <a:lnTo>
                      <a:pt x="0" y="1293494"/>
                    </a:lnTo>
                    <a:lnTo>
                      <a:pt x="0" y="258704"/>
                    </a:lnTo>
                    <a:close/>
                  </a:path>
                </a:pathLst>
              </a:custGeom>
              <a:ln w="9524">
                <a:solidFill>
                  <a:srgbClr val="595959"/>
                </a:solidFill>
              </a:ln>
            </p:spPr>
            <p:txBody>
              <a:bodyPr wrap="square" lIns="0" tIns="0" rIns="0" bIns="0" rtlCol="0"/>
              <a:lstStyle/>
              <a:p>
                <a:endParaRPr sz="2400"/>
              </a:p>
            </p:txBody>
          </p:sp>
          <p:sp>
            <p:nvSpPr>
              <p:cNvPr id="7" name="object 7"/>
              <p:cNvSpPr/>
              <p:nvPr/>
            </p:nvSpPr>
            <p:spPr>
              <a:xfrm>
                <a:off x="4762462" y="2724162"/>
                <a:ext cx="2262505" cy="760730"/>
              </a:xfrm>
              <a:custGeom>
                <a:avLst/>
                <a:gdLst/>
                <a:ahLst/>
                <a:cxnLst/>
                <a:rect l="l" t="t" r="r" b="b"/>
                <a:pathLst>
                  <a:path w="2262504" h="760729">
                    <a:moveTo>
                      <a:pt x="1256614" y="0"/>
                    </a:moveTo>
                    <a:lnTo>
                      <a:pt x="0" y="0"/>
                    </a:lnTo>
                    <a:lnTo>
                      <a:pt x="0" y="167640"/>
                    </a:lnTo>
                    <a:lnTo>
                      <a:pt x="1256614" y="167640"/>
                    </a:lnTo>
                    <a:lnTo>
                      <a:pt x="1256614" y="0"/>
                    </a:lnTo>
                    <a:close/>
                  </a:path>
                  <a:path w="2262504" h="760729">
                    <a:moveTo>
                      <a:pt x="2094357" y="592721"/>
                    </a:moveTo>
                    <a:lnTo>
                      <a:pt x="0" y="592721"/>
                    </a:lnTo>
                    <a:lnTo>
                      <a:pt x="0" y="760361"/>
                    </a:lnTo>
                    <a:lnTo>
                      <a:pt x="2094357" y="760361"/>
                    </a:lnTo>
                    <a:lnTo>
                      <a:pt x="2094357" y="592721"/>
                    </a:lnTo>
                    <a:close/>
                  </a:path>
                  <a:path w="2262504" h="760729">
                    <a:moveTo>
                      <a:pt x="2261908" y="197573"/>
                    </a:moveTo>
                    <a:lnTo>
                      <a:pt x="0" y="197573"/>
                    </a:lnTo>
                    <a:lnTo>
                      <a:pt x="0" y="365213"/>
                    </a:lnTo>
                    <a:lnTo>
                      <a:pt x="2261908" y="365213"/>
                    </a:lnTo>
                    <a:lnTo>
                      <a:pt x="2261908" y="197573"/>
                    </a:lnTo>
                    <a:close/>
                  </a:path>
                </a:pathLst>
              </a:custGeom>
              <a:solidFill>
                <a:srgbClr val="FFF6F6"/>
              </a:solidFill>
            </p:spPr>
            <p:txBody>
              <a:bodyPr wrap="square" lIns="0" tIns="0" rIns="0" bIns="0" rtlCol="0"/>
              <a:lstStyle/>
              <a:p>
                <a:endParaRPr sz="2400"/>
              </a:p>
            </p:txBody>
          </p:sp>
        </p:grpSp>
        <p:sp>
          <p:nvSpPr>
            <p:cNvPr id="11" name="object 11"/>
            <p:cNvSpPr txBox="1"/>
            <p:nvPr/>
          </p:nvSpPr>
          <p:spPr>
            <a:xfrm>
              <a:off x="6333030" y="3036826"/>
              <a:ext cx="3050540" cy="1630682"/>
            </a:xfrm>
            <a:prstGeom prst="rect">
              <a:avLst/>
            </a:prstGeom>
          </p:spPr>
          <p:txBody>
            <a:bodyPr vert="horz" wrap="square" lIns="0" tIns="16933" rIns="0" bIns="0" rtlCol="0">
              <a:spAutoFit/>
            </a:bodyPr>
            <a:lstStyle/>
            <a:p>
              <a:pPr marL="16933">
                <a:spcBef>
                  <a:spcPts val="133"/>
                </a:spcBef>
              </a:pPr>
              <a:r>
                <a:rPr sz="1867" spc="-147" dirty="0">
                  <a:latin typeface="Lucida Sans Unicode"/>
                  <a:cs typeface="Lucida Sans Unicode"/>
                </a:rPr>
                <a:t>Fix</a:t>
              </a:r>
              <a:r>
                <a:rPr sz="1867" spc="-93" dirty="0">
                  <a:latin typeface="Lucida Sans Unicode"/>
                  <a:cs typeface="Lucida Sans Unicode"/>
                </a:rPr>
                <a:t> </a:t>
              </a:r>
              <a:r>
                <a:rPr sz="1867" spc="-13" dirty="0">
                  <a:latin typeface="Lucida Sans Unicode"/>
                  <a:cs typeface="Lucida Sans Unicode"/>
                </a:rPr>
                <a:t>this</a:t>
              </a:r>
              <a:r>
                <a:rPr sz="1867" spc="-100" dirty="0">
                  <a:latin typeface="Lucida Sans Unicode"/>
                  <a:cs typeface="Lucida Sans Unicode"/>
                </a:rPr>
                <a:t> </a:t>
              </a:r>
              <a:r>
                <a:rPr sz="1867" spc="-27" dirty="0">
                  <a:latin typeface="Lucida Sans Unicode"/>
                  <a:cs typeface="Lucida Sans Unicode"/>
                </a:rPr>
                <a:t>for</a:t>
              </a:r>
              <a:r>
                <a:rPr sz="1867" spc="-93" dirty="0">
                  <a:latin typeface="Lucida Sans Unicode"/>
                  <a:cs typeface="Lucida Sans Unicode"/>
                </a:rPr>
                <a:t> </a:t>
              </a:r>
              <a:r>
                <a:rPr sz="1867" spc="-33" dirty="0">
                  <a:latin typeface="Lucida Sans Unicode"/>
                  <a:cs typeface="Lucida Sans Unicode"/>
                </a:rPr>
                <a:t>me:</a:t>
              </a:r>
              <a:endParaRPr sz="1867">
                <a:latin typeface="Lucida Sans Unicode"/>
                <a:cs typeface="Lucida Sans Unicode"/>
              </a:endParaRPr>
            </a:p>
            <a:p>
              <a:pPr marL="16933">
                <a:spcBef>
                  <a:spcPts val="2252"/>
                </a:spcBef>
              </a:pPr>
              <a:r>
                <a:rPr sz="1467" dirty="0">
                  <a:solidFill>
                    <a:srgbClr val="0000FF"/>
                  </a:solidFill>
                  <a:latin typeface="Courier New"/>
                  <a:cs typeface="Courier New"/>
                </a:rPr>
                <a:t>def</a:t>
              </a:r>
              <a:r>
                <a:rPr sz="1467" spc="-47" dirty="0">
                  <a:solidFill>
                    <a:srgbClr val="0000FF"/>
                  </a:solidFill>
                  <a:latin typeface="Courier New"/>
                  <a:cs typeface="Courier New"/>
                </a:rPr>
                <a:t> </a:t>
              </a:r>
              <a:r>
                <a:rPr sz="1467" spc="-13" dirty="0">
                  <a:solidFill>
                    <a:srgbClr val="6A5221"/>
                  </a:solidFill>
                  <a:latin typeface="Courier New"/>
                  <a:cs typeface="Courier New"/>
                </a:rPr>
                <a:t>greet</a:t>
              </a:r>
              <a:r>
                <a:rPr sz="1467" spc="-13" dirty="0">
                  <a:latin typeface="Courier New"/>
                  <a:cs typeface="Courier New"/>
                </a:rPr>
                <a:t>(</a:t>
              </a:r>
              <a:r>
                <a:rPr sz="1467" spc="-13" dirty="0">
                  <a:solidFill>
                    <a:srgbClr val="001080"/>
                  </a:solidFill>
                  <a:latin typeface="Courier New"/>
                  <a:cs typeface="Courier New"/>
                </a:rPr>
                <a:t>name</a:t>
              </a:r>
              <a:r>
                <a:rPr sz="1467" spc="-13" dirty="0">
                  <a:latin typeface="Courier New"/>
                  <a:cs typeface="Courier New"/>
                </a:rPr>
                <a:t>)</a:t>
              </a:r>
              <a:endParaRPr sz="1467">
                <a:latin typeface="Courier New"/>
                <a:cs typeface="Courier New"/>
              </a:endParaRPr>
            </a:p>
            <a:p>
              <a:pPr marL="463115">
                <a:spcBef>
                  <a:spcPts val="313"/>
                </a:spcBef>
              </a:pPr>
              <a:r>
                <a:rPr sz="1467" dirty="0">
                  <a:solidFill>
                    <a:srgbClr val="9723B4"/>
                  </a:solidFill>
                  <a:latin typeface="Courier New"/>
                  <a:cs typeface="Courier New"/>
                </a:rPr>
                <a:t>return</a:t>
              </a:r>
              <a:r>
                <a:rPr sz="1467" spc="-60" dirty="0">
                  <a:solidFill>
                    <a:srgbClr val="9723B4"/>
                  </a:solidFill>
                  <a:latin typeface="Courier New"/>
                  <a:cs typeface="Courier New"/>
                </a:rPr>
                <a:t> </a:t>
              </a:r>
              <a:r>
                <a:rPr sz="1467" dirty="0">
                  <a:solidFill>
                    <a:srgbClr val="A31414"/>
                  </a:solidFill>
                  <a:latin typeface="Courier New"/>
                  <a:cs typeface="Courier New"/>
                </a:rPr>
                <a:t>"Hello,</a:t>
              </a:r>
              <a:r>
                <a:rPr sz="1467" spc="-60" dirty="0">
                  <a:solidFill>
                    <a:srgbClr val="A31414"/>
                  </a:solidFill>
                  <a:latin typeface="Courier New"/>
                  <a:cs typeface="Courier New"/>
                </a:rPr>
                <a:t> </a:t>
              </a:r>
              <a:r>
                <a:rPr sz="1467" dirty="0">
                  <a:solidFill>
                    <a:srgbClr val="A31414"/>
                  </a:solidFill>
                  <a:latin typeface="Courier New"/>
                  <a:cs typeface="Courier New"/>
                </a:rPr>
                <a:t>"</a:t>
              </a:r>
              <a:r>
                <a:rPr sz="1467" spc="-60" dirty="0">
                  <a:solidFill>
                    <a:srgbClr val="A31414"/>
                  </a:solidFill>
                  <a:latin typeface="Courier New"/>
                  <a:cs typeface="Courier New"/>
                </a:rPr>
                <a:t> </a:t>
              </a:r>
              <a:r>
                <a:rPr sz="1467" dirty="0">
                  <a:latin typeface="Courier New"/>
                  <a:cs typeface="Courier New"/>
                </a:rPr>
                <a:t>+</a:t>
              </a:r>
              <a:r>
                <a:rPr sz="1467" spc="-53" dirty="0">
                  <a:latin typeface="Courier New"/>
                  <a:cs typeface="Courier New"/>
                </a:rPr>
                <a:t> </a:t>
              </a:r>
              <a:r>
                <a:rPr sz="1467" spc="-27" dirty="0">
                  <a:latin typeface="Courier New"/>
                  <a:cs typeface="Courier New"/>
                </a:rPr>
                <a:t>name</a:t>
              </a:r>
              <a:endParaRPr sz="1467">
                <a:latin typeface="Courier New"/>
                <a:cs typeface="Courier New"/>
              </a:endParaRPr>
            </a:p>
            <a:p>
              <a:pPr>
                <a:spcBef>
                  <a:spcPts val="727"/>
                </a:spcBef>
              </a:pPr>
              <a:endParaRPr sz="1467">
                <a:latin typeface="Courier New"/>
                <a:cs typeface="Courier New"/>
              </a:endParaRPr>
            </a:p>
            <a:p>
              <a:pPr marL="16933"/>
              <a:r>
                <a:rPr sz="1467" dirty="0">
                  <a:solidFill>
                    <a:srgbClr val="8B0000"/>
                  </a:solidFill>
                  <a:latin typeface="Courier New"/>
                  <a:cs typeface="Courier New"/>
                </a:rPr>
                <a:t>SyntaxError:</a:t>
              </a:r>
              <a:r>
                <a:rPr sz="1467" spc="-160" dirty="0">
                  <a:solidFill>
                    <a:srgbClr val="8B0000"/>
                  </a:solidFill>
                  <a:latin typeface="Courier New"/>
                  <a:cs typeface="Courier New"/>
                </a:rPr>
                <a:t> </a:t>
              </a:r>
              <a:r>
                <a:rPr sz="1467" dirty="0">
                  <a:solidFill>
                    <a:srgbClr val="1F1F1F"/>
                  </a:solidFill>
                  <a:latin typeface="Courier New"/>
                  <a:cs typeface="Courier New"/>
                </a:rPr>
                <a:t>expected</a:t>
              </a:r>
              <a:r>
                <a:rPr sz="1467" spc="-152" dirty="0">
                  <a:solidFill>
                    <a:srgbClr val="1F1F1F"/>
                  </a:solidFill>
                  <a:latin typeface="Courier New"/>
                  <a:cs typeface="Courier New"/>
                </a:rPr>
                <a:t> </a:t>
              </a:r>
              <a:r>
                <a:rPr sz="1467" spc="-33" dirty="0">
                  <a:solidFill>
                    <a:srgbClr val="1F1F1F"/>
                  </a:solidFill>
                  <a:latin typeface="Courier New"/>
                  <a:cs typeface="Courier New"/>
                </a:rPr>
                <a:t>':'</a:t>
              </a:r>
              <a:endParaRPr sz="1467">
                <a:latin typeface="Courier New"/>
                <a:cs typeface="Courier New"/>
              </a:endParaRPr>
            </a:p>
          </p:txBody>
        </p:sp>
        <p:pic>
          <p:nvPicPr>
            <p:cNvPr id="12" name="object 1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134633" y="2454492"/>
              <a:ext cx="463295" cy="47256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27363" y="2737725"/>
            <a:ext cx="7460827" cy="3156373"/>
            <a:chOff x="221874" y="1399025"/>
            <a:chExt cx="5595620" cy="236728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59075" y="1399025"/>
              <a:ext cx="4124324" cy="2367174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221869" y="1677784"/>
              <a:ext cx="5595620" cy="1773555"/>
            </a:xfrm>
            <a:custGeom>
              <a:avLst/>
              <a:gdLst/>
              <a:ahLst/>
              <a:cxnLst/>
              <a:rect l="l" t="t" r="r" b="b"/>
              <a:pathLst>
                <a:path w="5595620" h="1773554">
                  <a:moveTo>
                    <a:pt x="4416374" y="0"/>
                  </a:moveTo>
                  <a:lnTo>
                    <a:pt x="779475" y="0"/>
                  </a:lnTo>
                  <a:lnTo>
                    <a:pt x="779475" y="313791"/>
                  </a:lnTo>
                  <a:lnTo>
                    <a:pt x="4416374" y="313791"/>
                  </a:lnTo>
                  <a:lnTo>
                    <a:pt x="4416374" y="0"/>
                  </a:lnTo>
                  <a:close/>
                </a:path>
                <a:path w="5595620" h="1773554">
                  <a:moveTo>
                    <a:pt x="5595429" y="610095"/>
                  </a:moveTo>
                  <a:lnTo>
                    <a:pt x="1639925" y="610095"/>
                  </a:lnTo>
                  <a:lnTo>
                    <a:pt x="1639925" y="923899"/>
                  </a:lnTo>
                  <a:lnTo>
                    <a:pt x="0" y="923899"/>
                  </a:lnTo>
                  <a:lnTo>
                    <a:pt x="0" y="1773491"/>
                  </a:lnTo>
                  <a:lnTo>
                    <a:pt x="4379099" y="1773491"/>
                  </a:lnTo>
                  <a:lnTo>
                    <a:pt x="4379099" y="923899"/>
                  </a:lnTo>
                  <a:lnTo>
                    <a:pt x="5595429" y="923899"/>
                  </a:lnTo>
                  <a:lnTo>
                    <a:pt x="5595429" y="610095"/>
                  </a:lnTo>
                  <a:close/>
                </a:path>
              </a:pathLst>
            </a:custGeom>
            <a:solidFill>
              <a:srgbClr val="FFFFFF">
                <a:alpha val="87969"/>
              </a:srgbClr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xfrm>
            <a:off x="410917" y="633958"/>
            <a:ext cx="8748889" cy="512961"/>
          </a:xfrm>
          <a:prstGeom prst="rect">
            <a:avLst/>
          </a:prstGeom>
        </p:spPr>
        <p:txBody>
          <a:bodyPr vert="horz" wrap="square" lIns="0" tIns="20320" rIns="0" bIns="0" rtlCol="0" anchor="ctr">
            <a:spAutoFit/>
          </a:bodyPr>
          <a:lstStyle/>
          <a:p>
            <a:pPr marL="225208">
              <a:spcBef>
                <a:spcPts val="160"/>
              </a:spcBef>
            </a:pPr>
            <a:r>
              <a:rPr sz="3200" spc="113" dirty="0"/>
              <a:t>Step</a:t>
            </a:r>
            <a:r>
              <a:rPr sz="3200" spc="-93" dirty="0"/>
              <a:t> </a:t>
            </a:r>
            <a:r>
              <a:rPr sz="3200" spc="-673" dirty="0"/>
              <a:t>1:</a:t>
            </a:r>
            <a:r>
              <a:rPr sz="3200" spc="-87" dirty="0"/>
              <a:t> </a:t>
            </a:r>
            <a:r>
              <a:rPr sz="3200" dirty="0"/>
              <a:t>Input</a:t>
            </a:r>
            <a:r>
              <a:rPr sz="3200" spc="-93" dirty="0"/>
              <a:t> </a:t>
            </a:r>
            <a:r>
              <a:rPr sz="3200" spc="-13" dirty="0"/>
              <a:t>Tokens</a:t>
            </a:r>
            <a:endParaRPr sz="3200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7C223C2B-DFDE-2E64-19BC-E610FB577333}"/>
              </a:ext>
            </a:extLst>
          </p:cNvPr>
          <p:cNvGrpSpPr/>
          <p:nvPr/>
        </p:nvGrpSpPr>
        <p:grpSpPr>
          <a:xfrm>
            <a:off x="1103922" y="1626311"/>
            <a:ext cx="1065107" cy="546945"/>
            <a:chOff x="1335149" y="1074917"/>
            <a:chExt cx="1065107" cy="546945"/>
          </a:xfrm>
        </p:grpSpPr>
        <p:sp>
          <p:nvSpPr>
            <p:cNvPr id="9" name="object 9">
              <a:extLst>
                <a:ext uri="{FF2B5EF4-FFF2-40B4-BE49-F238E27FC236}">
                  <a16:creationId xmlns:a16="http://schemas.microsoft.com/office/drawing/2014/main" id="{47C98FF1-C350-B238-7364-638D51A9451E}"/>
                </a:ext>
              </a:extLst>
            </p:cNvPr>
            <p:cNvSpPr/>
            <p:nvPr/>
          </p:nvSpPr>
          <p:spPr>
            <a:xfrm>
              <a:off x="1335149" y="1074917"/>
              <a:ext cx="1065107" cy="546945"/>
            </a:xfrm>
            <a:custGeom>
              <a:avLst/>
              <a:gdLst/>
              <a:ahLst/>
              <a:cxnLst/>
              <a:rect l="l" t="t" r="r" b="b"/>
              <a:pathLst>
                <a:path w="798830" h="410209">
                  <a:moveTo>
                    <a:pt x="0" y="68351"/>
                  </a:moveTo>
                  <a:lnTo>
                    <a:pt x="5371" y="41745"/>
                  </a:lnTo>
                  <a:lnTo>
                    <a:pt x="20019" y="20019"/>
                  </a:lnTo>
                  <a:lnTo>
                    <a:pt x="41745" y="5371"/>
                  </a:lnTo>
                  <a:lnTo>
                    <a:pt x="68351" y="0"/>
                  </a:lnTo>
                  <a:lnTo>
                    <a:pt x="730248" y="0"/>
                  </a:lnTo>
                  <a:lnTo>
                    <a:pt x="768169" y="11483"/>
                  </a:lnTo>
                  <a:lnTo>
                    <a:pt x="793397" y="42194"/>
                  </a:lnTo>
                  <a:lnTo>
                    <a:pt x="798599" y="68351"/>
                  </a:lnTo>
                  <a:lnTo>
                    <a:pt x="798599" y="341748"/>
                  </a:lnTo>
                  <a:lnTo>
                    <a:pt x="793228" y="368354"/>
                  </a:lnTo>
                  <a:lnTo>
                    <a:pt x="778580" y="390080"/>
                  </a:lnTo>
                  <a:lnTo>
                    <a:pt x="756854" y="404728"/>
                  </a:lnTo>
                  <a:lnTo>
                    <a:pt x="730248" y="410099"/>
                  </a:lnTo>
                  <a:lnTo>
                    <a:pt x="68351" y="410099"/>
                  </a:lnTo>
                  <a:lnTo>
                    <a:pt x="41745" y="404728"/>
                  </a:lnTo>
                  <a:lnTo>
                    <a:pt x="20019" y="390080"/>
                  </a:lnTo>
                  <a:lnTo>
                    <a:pt x="5371" y="368354"/>
                  </a:lnTo>
                  <a:lnTo>
                    <a:pt x="0" y="341748"/>
                  </a:lnTo>
                  <a:lnTo>
                    <a:pt x="0" y="68351"/>
                  </a:lnTo>
                  <a:close/>
                </a:path>
              </a:pathLst>
            </a:custGeom>
            <a:ln w="28574">
              <a:solidFill>
                <a:srgbClr val="F6737D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0" name="object 10">
              <a:extLst>
                <a:ext uri="{FF2B5EF4-FFF2-40B4-BE49-F238E27FC236}">
                  <a16:creationId xmlns:a16="http://schemas.microsoft.com/office/drawing/2014/main" id="{640D741E-D2D1-D101-0FEE-447646C219AC}"/>
                </a:ext>
              </a:extLst>
            </p:cNvPr>
            <p:cNvSpPr txBox="1"/>
            <p:nvPr/>
          </p:nvSpPr>
          <p:spPr>
            <a:xfrm>
              <a:off x="1475305" y="1081955"/>
              <a:ext cx="784860" cy="513816"/>
            </a:xfrm>
            <a:prstGeom prst="rect">
              <a:avLst/>
            </a:prstGeom>
          </p:spPr>
          <p:txBody>
            <a:bodyPr vert="horz" wrap="square" lIns="0" tIns="26247" rIns="0" bIns="0" rtlCol="0">
              <a:spAutoFit/>
            </a:bodyPr>
            <a:lstStyle/>
            <a:p>
              <a:pPr marL="16933" marR="6773" indent="9313">
                <a:lnSpc>
                  <a:spcPts val="1907"/>
                </a:lnSpc>
                <a:spcBef>
                  <a:spcPts val="207"/>
                </a:spcBef>
              </a:pPr>
              <a:r>
                <a:rPr sz="1600" spc="-280" dirty="0">
                  <a:solidFill>
                    <a:srgbClr val="37879E"/>
                  </a:solidFill>
                  <a:latin typeface="Arial Black"/>
                  <a:cs typeface="Arial Black"/>
                </a:rPr>
                <a:t>1:</a:t>
              </a:r>
              <a:r>
                <a:rPr sz="1600" spc="-187" dirty="0">
                  <a:solidFill>
                    <a:srgbClr val="37879E"/>
                  </a:solidFill>
                  <a:latin typeface="Arial Black"/>
                  <a:cs typeface="Arial Black"/>
                </a:rPr>
                <a:t> </a:t>
              </a:r>
              <a:r>
                <a:rPr sz="1600" spc="-40" dirty="0">
                  <a:solidFill>
                    <a:srgbClr val="37879E"/>
                  </a:solidFill>
                  <a:latin typeface="Arial Black"/>
                  <a:cs typeface="Arial Black"/>
                </a:rPr>
                <a:t>Input </a:t>
              </a:r>
              <a:r>
                <a:rPr sz="1600" spc="-100" dirty="0">
                  <a:solidFill>
                    <a:srgbClr val="37879E"/>
                  </a:solidFill>
                  <a:latin typeface="Arial Black"/>
                  <a:cs typeface="Arial Black"/>
                </a:rPr>
                <a:t>Tokens</a:t>
              </a:r>
              <a:endParaRPr sz="1600" dirty="0">
                <a:latin typeface="Arial Black"/>
                <a:cs typeface="Arial Black"/>
              </a:endParaRPr>
            </a:p>
          </p:txBody>
        </p:sp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CAE1BD-9B72-8F72-C4C5-5E37084B88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Chat prompt templates</a:t>
            </a: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245D6AE-E836-0AFA-4A89-DCF88D3D3C5F}"/>
              </a:ext>
            </a:extLst>
          </p:cNvPr>
          <p:cNvSpPr txBox="1"/>
          <p:nvPr/>
        </p:nvSpPr>
        <p:spPr>
          <a:xfrm>
            <a:off x="133612" y="1637015"/>
            <a:ext cx="7055463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Chat models often use the same </a:t>
            </a: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roles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: system, user, and assistant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These roles describe who a message belongs to, not the exact token format used internally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The exact prompt template and special tokens can change across model families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Correct chat template must match the model’s training format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ChatML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(</a:t>
            </a: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Chat Markup Language )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 is the OpenAI family’s chat formatting convention, while Llama-style headers are Meta’s formatting convention for Llama instruct models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 Other frameworks and model stacks can also adopt or emulate </a:t>
            </a:r>
            <a:r>
              <a:rPr lang="en-US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ChatML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-style or Llama-style templates</a:t>
            </a:r>
            <a:b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</a:br>
            <a:endParaRPr lang="en-IN" sz="2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6CDCF42-FF4A-6ED9-0640-28F105877FF0}"/>
              </a:ext>
            </a:extLst>
          </p:cNvPr>
          <p:cNvSpPr txBox="1"/>
          <p:nvPr/>
        </p:nvSpPr>
        <p:spPr>
          <a:xfrm>
            <a:off x="7683062" y="1468168"/>
            <a:ext cx="2900855" cy="2308324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>
            <a:spAutoFit/>
          </a:bodyPr>
          <a:lstStyle/>
          <a:p>
            <a:r>
              <a:rPr lang="en-IN" dirty="0" err="1"/>
              <a:t>ChatML</a:t>
            </a:r>
            <a:r>
              <a:rPr lang="en-IN" dirty="0"/>
              <a:t> style</a:t>
            </a:r>
          </a:p>
          <a:p>
            <a:r>
              <a:rPr lang="en-IN" dirty="0"/>
              <a:t>&lt;|</a:t>
            </a:r>
            <a:r>
              <a:rPr lang="en-IN" dirty="0" err="1"/>
              <a:t>im_start</a:t>
            </a:r>
            <a:r>
              <a:rPr lang="en-IN" dirty="0"/>
              <a:t>|&gt;system</a:t>
            </a:r>
          </a:p>
          <a:p>
            <a:r>
              <a:rPr lang="en-IN" dirty="0"/>
              <a:t>You are a helpful assistant.</a:t>
            </a:r>
          </a:p>
          <a:p>
            <a:r>
              <a:rPr lang="en-IN" dirty="0"/>
              <a:t>&lt;|</a:t>
            </a:r>
            <a:r>
              <a:rPr lang="en-IN" dirty="0" err="1"/>
              <a:t>im_end</a:t>
            </a:r>
            <a:r>
              <a:rPr lang="en-IN" dirty="0"/>
              <a:t>|&gt;</a:t>
            </a:r>
          </a:p>
          <a:p>
            <a:r>
              <a:rPr lang="en-IN" dirty="0"/>
              <a:t>&lt;|</a:t>
            </a:r>
            <a:r>
              <a:rPr lang="en-IN" dirty="0" err="1"/>
              <a:t>im_start</a:t>
            </a:r>
            <a:r>
              <a:rPr lang="en-IN" dirty="0"/>
              <a:t>|&gt;user</a:t>
            </a:r>
          </a:p>
          <a:p>
            <a:r>
              <a:rPr lang="en-IN" dirty="0"/>
              <a:t>What is AI?</a:t>
            </a:r>
          </a:p>
          <a:p>
            <a:r>
              <a:rPr lang="en-IN" dirty="0"/>
              <a:t>&lt;|</a:t>
            </a:r>
            <a:r>
              <a:rPr lang="en-IN" dirty="0" err="1"/>
              <a:t>im_end</a:t>
            </a:r>
            <a:r>
              <a:rPr lang="en-IN" dirty="0"/>
              <a:t>|&gt;</a:t>
            </a:r>
          </a:p>
          <a:p>
            <a:r>
              <a:rPr lang="en-IN" dirty="0"/>
              <a:t>&lt;|</a:t>
            </a:r>
            <a:r>
              <a:rPr lang="en-IN" dirty="0" err="1"/>
              <a:t>im_start</a:t>
            </a:r>
            <a:r>
              <a:rPr lang="en-IN" dirty="0"/>
              <a:t>|&gt;assistant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EA59A33-9CCD-9AF7-5F3F-74D680F36BAB}"/>
              </a:ext>
            </a:extLst>
          </p:cNvPr>
          <p:cNvSpPr txBox="1"/>
          <p:nvPr/>
        </p:nvSpPr>
        <p:spPr>
          <a:xfrm>
            <a:off x="7577958" y="3953589"/>
            <a:ext cx="3920359" cy="2585323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IN" dirty="0"/>
              <a:t>Llama 3.1 style</a:t>
            </a:r>
          </a:p>
          <a:p>
            <a:r>
              <a:rPr lang="en-IN" dirty="0"/>
              <a:t>&lt;|</a:t>
            </a:r>
            <a:r>
              <a:rPr lang="en-IN" dirty="0" err="1"/>
              <a:t>begin_of_text</a:t>
            </a:r>
            <a:r>
              <a:rPr lang="en-IN" dirty="0"/>
              <a:t>|&gt;&lt;|</a:t>
            </a:r>
            <a:r>
              <a:rPr lang="en-IN" dirty="0" err="1"/>
              <a:t>start_header_id</a:t>
            </a:r>
            <a:r>
              <a:rPr lang="en-IN" dirty="0"/>
              <a:t>|&gt;system&lt;|</a:t>
            </a:r>
            <a:r>
              <a:rPr lang="en-IN" dirty="0" err="1"/>
              <a:t>end_header_id</a:t>
            </a:r>
            <a:r>
              <a:rPr lang="en-IN" dirty="0"/>
              <a:t>|&gt;</a:t>
            </a:r>
          </a:p>
          <a:p>
            <a:r>
              <a:rPr lang="en-IN" dirty="0"/>
              <a:t>You are a helpful assistant.&lt;|</a:t>
            </a:r>
            <a:r>
              <a:rPr lang="en-IN" dirty="0" err="1"/>
              <a:t>eot_id</a:t>
            </a:r>
            <a:r>
              <a:rPr lang="en-IN" dirty="0"/>
              <a:t>|&gt;</a:t>
            </a:r>
          </a:p>
          <a:p>
            <a:r>
              <a:rPr lang="en-IN" dirty="0"/>
              <a:t>&lt;|</a:t>
            </a:r>
            <a:r>
              <a:rPr lang="en-IN" dirty="0" err="1"/>
              <a:t>start_header_id</a:t>
            </a:r>
            <a:r>
              <a:rPr lang="en-IN" dirty="0"/>
              <a:t>|&gt;user&lt;|</a:t>
            </a:r>
            <a:r>
              <a:rPr lang="en-IN" dirty="0" err="1"/>
              <a:t>end_header_id</a:t>
            </a:r>
            <a:r>
              <a:rPr lang="en-IN" dirty="0"/>
              <a:t>|&gt;</a:t>
            </a:r>
          </a:p>
          <a:p>
            <a:r>
              <a:rPr lang="en-IN" dirty="0"/>
              <a:t>What is AI?&lt;|</a:t>
            </a:r>
            <a:r>
              <a:rPr lang="en-IN" dirty="0" err="1"/>
              <a:t>eot_id</a:t>
            </a:r>
            <a:r>
              <a:rPr lang="en-IN" dirty="0"/>
              <a:t>|&gt;</a:t>
            </a:r>
          </a:p>
          <a:p>
            <a:r>
              <a:rPr lang="en-IN" dirty="0"/>
              <a:t>&lt;|</a:t>
            </a:r>
            <a:r>
              <a:rPr lang="en-IN" dirty="0" err="1"/>
              <a:t>start_header_id</a:t>
            </a:r>
            <a:r>
              <a:rPr lang="en-IN" dirty="0"/>
              <a:t>|&gt;assistant&lt;|</a:t>
            </a:r>
            <a:r>
              <a:rPr lang="en-IN" dirty="0" err="1"/>
              <a:t>end_header_id</a:t>
            </a:r>
            <a:r>
              <a:rPr lang="en-IN" dirty="0"/>
              <a:t>|&gt;</a:t>
            </a:r>
          </a:p>
        </p:txBody>
      </p:sp>
    </p:spTree>
    <p:extLst>
      <p:ext uri="{BB962C8B-B14F-4D97-AF65-F5344CB8AC3E}">
        <p14:creationId xmlns:p14="http://schemas.microsoft.com/office/powerpoint/2010/main" val="367053966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09316" y="670112"/>
            <a:ext cx="14020800" cy="512961"/>
          </a:xfrm>
          <a:prstGeom prst="rect">
            <a:avLst/>
          </a:prstGeom>
        </p:spPr>
        <p:txBody>
          <a:bodyPr vert="horz" wrap="square" lIns="0" tIns="20320" rIns="0" bIns="0" rtlCol="0" anchor="ctr">
            <a:spAutoFit/>
          </a:bodyPr>
          <a:lstStyle/>
          <a:p>
            <a:pPr marL="225208">
              <a:spcBef>
                <a:spcPts val="160"/>
              </a:spcBef>
            </a:pPr>
            <a:r>
              <a:rPr spc="113" dirty="0"/>
              <a:t>Step</a:t>
            </a:r>
            <a:r>
              <a:rPr spc="-93" dirty="0"/>
              <a:t> </a:t>
            </a:r>
            <a:r>
              <a:rPr spc="-673" dirty="0"/>
              <a:t>1:</a:t>
            </a:r>
            <a:r>
              <a:rPr spc="-87" dirty="0"/>
              <a:t> </a:t>
            </a:r>
            <a:r>
              <a:rPr dirty="0"/>
              <a:t>Input</a:t>
            </a:r>
            <a:r>
              <a:rPr spc="-93" dirty="0"/>
              <a:t> </a:t>
            </a:r>
            <a:r>
              <a:rPr spc="-13" dirty="0"/>
              <a:t>Tokens</a:t>
            </a:r>
            <a:endParaRPr/>
          </a:p>
        </p:txBody>
      </p:sp>
      <p:sp>
        <p:nvSpPr>
          <p:cNvPr id="3" name="object 3"/>
          <p:cNvSpPr/>
          <p:nvPr/>
        </p:nvSpPr>
        <p:spPr>
          <a:xfrm>
            <a:off x="1335149" y="1600432"/>
            <a:ext cx="1065107" cy="546945"/>
          </a:xfrm>
          <a:custGeom>
            <a:avLst/>
            <a:gdLst/>
            <a:ahLst/>
            <a:cxnLst/>
            <a:rect l="l" t="t" r="r" b="b"/>
            <a:pathLst>
              <a:path w="798830" h="410209">
                <a:moveTo>
                  <a:pt x="0" y="68351"/>
                </a:moveTo>
                <a:lnTo>
                  <a:pt x="5371" y="41745"/>
                </a:lnTo>
                <a:lnTo>
                  <a:pt x="20019" y="20019"/>
                </a:lnTo>
                <a:lnTo>
                  <a:pt x="41745" y="5371"/>
                </a:lnTo>
                <a:lnTo>
                  <a:pt x="68351" y="0"/>
                </a:lnTo>
                <a:lnTo>
                  <a:pt x="730248" y="0"/>
                </a:lnTo>
                <a:lnTo>
                  <a:pt x="768169" y="11483"/>
                </a:lnTo>
                <a:lnTo>
                  <a:pt x="793397" y="42194"/>
                </a:lnTo>
                <a:lnTo>
                  <a:pt x="798599" y="68351"/>
                </a:lnTo>
                <a:lnTo>
                  <a:pt x="798599" y="341748"/>
                </a:lnTo>
                <a:lnTo>
                  <a:pt x="793228" y="368354"/>
                </a:lnTo>
                <a:lnTo>
                  <a:pt x="778580" y="390080"/>
                </a:lnTo>
                <a:lnTo>
                  <a:pt x="756854" y="404728"/>
                </a:lnTo>
                <a:lnTo>
                  <a:pt x="730248" y="410099"/>
                </a:lnTo>
                <a:lnTo>
                  <a:pt x="68351" y="410099"/>
                </a:lnTo>
                <a:lnTo>
                  <a:pt x="41745" y="404728"/>
                </a:lnTo>
                <a:lnTo>
                  <a:pt x="20019" y="390080"/>
                </a:lnTo>
                <a:lnTo>
                  <a:pt x="5371" y="368354"/>
                </a:lnTo>
                <a:lnTo>
                  <a:pt x="0" y="341748"/>
                </a:lnTo>
                <a:lnTo>
                  <a:pt x="0" y="68351"/>
                </a:lnTo>
                <a:close/>
              </a:path>
            </a:pathLst>
          </a:custGeom>
          <a:ln w="28574">
            <a:solidFill>
              <a:srgbClr val="F6737D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grpSp>
        <p:nvGrpSpPr>
          <p:cNvPr id="4" name="object 4"/>
          <p:cNvGrpSpPr/>
          <p:nvPr/>
        </p:nvGrpSpPr>
        <p:grpSpPr>
          <a:xfrm>
            <a:off x="309316" y="2818397"/>
            <a:ext cx="4068233" cy="3228340"/>
            <a:chOff x="222187" y="1593537"/>
            <a:chExt cx="3051175" cy="242125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11700" y="1733115"/>
              <a:ext cx="2956500" cy="212450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226950" y="1598300"/>
              <a:ext cx="3041650" cy="2411730"/>
            </a:xfrm>
            <a:custGeom>
              <a:avLst/>
              <a:gdLst/>
              <a:ahLst/>
              <a:cxnLst/>
              <a:rect l="l" t="t" r="r" b="b"/>
              <a:pathLst>
                <a:path w="3041650" h="2411729">
                  <a:moveTo>
                    <a:pt x="0" y="0"/>
                  </a:moveTo>
                  <a:lnTo>
                    <a:pt x="3041399" y="0"/>
                  </a:lnTo>
                  <a:lnTo>
                    <a:pt x="3041399" y="2411699"/>
                  </a:lnTo>
                  <a:lnTo>
                    <a:pt x="0" y="24116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7" name="object 7"/>
            <p:cNvSpPr/>
            <p:nvPr/>
          </p:nvSpPr>
          <p:spPr>
            <a:xfrm>
              <a:off x="304644" y="2914538"/>
              <a:ext cx="2956560" cy="1001394"/>
            </a:xfrm>
            <a:custGeom>
              <a:avLst/>
              <a:gdLst/>
              <a:ahLst/>
              <a:cxnLst/>
              <a:rect l="l" t="t" r="r" b="b"/>
              <a:pathLst>
                <a:path w="2956560" h="1001395">
                  <a:moveTo>
                    <a:pt x="2956500" y="1001400"/>
                  </a:moveTo>
                  <a:lnTo>
                    <a:pt x="0" y="1001400"/>
                  </a:lnTo>
                  <a:lnTo>
                    <a:pt x="0" y="0"/>
                  </a:lnTo>
                  <a:lnTo>
                    <a:pt x="2956500" y="0"/>
                  </a:lnTo>
                  <a:lnTo>
                    <a:pt x="2956500" y="10014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109658" y="1607470"/>
            <a:ext cx="8776545" cy="1785959"/>
          </a:xfrm>
          <a:prstGeom prst="rect">
            <a:avLst/>
          </a:prstGeom>
        </p:spPr>
        <p:txBody>
          <a:bodyPr vert="horz" wrap="square" lIns="0" tIns="26247" rIns="0" bIns="0" rtlCol="0">
            <a:spAutoFit/>
          </a:bodyPr>
          <a:lstStyle/>
          <a:p>
            <a:pPr marL="1381724" marR="6631774" indent="9313">
              <a:lnSpc>
                <a:spcPts val="1907"/>
              </a:lnSpc>
              <a:spcBef>
                <a:spcPts val="207"/>
              </a:spcBef>
            </a:pPr>
            <a:r>
              <a:rPr sz="1600" spc="-280" dirty="0">
                <a:solidFill>
                  <a:srgbClr val="37879E"/>
                </a:solidFill>
                <a:latin typeface="Arial Black"/>
                <a:cs typeface="Arial Black"/>
              </a:rPr>
              <a:t>1:</a:t>
            </a:r>
            <a:r>
              <a:rPr sz="1600" spc="-187" dirty="0">
                <a:solidFill>
                  <a:srgbClr val="37879E"/>
                </a:solidFill>
                <a:latin typeface="Arial Black"/>
                <a:cs typeface="Arial Black"/>
              </a:rPr>
              <a:t> </a:t>
            </a:r>
            <a:r>
              <a:rPr sz="1600" spc="-33" dirty="0">
                <a:solidFill>
                  <a:srgbClr val="37879E"/>
                </a:solidFill>
                <a:latin typeface="Arial Black"/>
                <a:cs typeface="Arial Black"/>
              </a:rPr>
              <a:t>Input </a:t>
            </a:r>
            <a:r>
              <a:rPr sz="1600" spc="-100" dirty="0">
                <a:solidFill>
                  <a:srgbClr val="37879E"/>
                </a:solidFill>
                <a:latin typeface="Arial Black"/>
                <a:cs typeface="Arial Black"/>
              </a:rPr>
              <a:t>Tokens</a:t>
            </a:r>
            <a:endParaRPr sz="1600" dirty="0">
              <a:latin typeface="Arial Black"/>
              <a:cs typeface="Arial Black"/>
            </a:endParaRPr>
          </a:p>
          <a:p>
            <a:pPr marL="16933">
              <a:spcBef>
                <a:spcPts val="2233"/>
              </a:spcBef>
              <a:tabLst>
                <a:tab pos="2830336" algn="l"/>
              </a:tabLst>
            </a:pPr>
            <a:r>
              <a:rPr sz="1600" spc="-67" dirty="0">
                <a:solidFill>
                  <a:srgbClr val="237A94"/>
                </a:solidFill>
                <a:latin typeface="Arial Black"/>
                <a:cs typeface="Arial Black"/>
              </a:rPr>
              <a:t>Context</a:t>
            </a:r>
            <a:r>
              <a:rPr sz="1600" spc="-152" dirty="0">
                <a:solidFill>
                  <a:srgbClr val="237A94"/>
                </a:solidFill>
                <a:latin typeface="Arial Black"/>
                <a:cs typeface="Arial Black"/>
              </a:rPr>
              <a:t> </a:t>
            </a:r>
            <a:r>
              <a:rPr sz="1600" spc="-13" dirty="0">
                <a:solidFill>
                  <a:srgbClr val="237A94"/>
                </a:solidFill>
                <a:latin typeface="Arial Black"/>
                <a:cs typeface="Arial Black"/>
              </a:rPr>
              <a:t>Window</a:t>
            </a:r>
            <a:r>
              <a:rPr sz="1600" dirty="0">
                <a:solidFill>
                  <a:srgbClr val="237A94"/>
                </a:solidFill>
                <a:latin typeface="Arial Black"/>
                <a:cs typeface="Arial Black"/>
              </a:rPr>
              <a:t>	</a:t>
            </a:r>
            <a:r>
              <a:rPr sz="1600" spc="-53" dirty="0">
                <a:solidFill>
                  <a:srgbClr val="237A94"/>
                </a:solidFill>
                <a:latin typeface="Lucida Sans Unicode"/>
                <a:cs typeface="Lucida Sans Unicode"/>
              </a:rPr>
              <a:t>Size:</a:t>
            </a:r>
            <a:r>
              <a:rPr sz="1600" spc="-73" dirty="0">
                <a:solidFill>
                  <a:srgbClr val="237A94"/>
                </a:solidFill>
                <a:latin typeface="Lucida Sans Unicode"/>
                <a:cs typeface="Lucida Sans Unicode"/>
              </a:rPr>
              <a:t> </a:t>
            </a:r>
            <a:r>
              <a:rPr sz="1600" spc="-13" dirty="0">
                <a:latin typeface="Lucida Sans Unicode"/>
                <a:cs typeface="Lucida Sans Unicode"/>
              </a:rPr>
              <a:t>40/2048</a:t>
            </a:r>
            <a:endParaRPr sz="1600" dirty="0">
              <a:latin typeface="Lucida Sans Unicode"/>
              <a:cs typeface="Lucida Sans Unicode"/>
            </a:endParaRPr>
          </a:p>
          <a:p>
            <a:pPr marL="4424569" marR="6773">
              <a:spcBef>
                <a:spcPts val="1020"/>
              </a:spcBef>
            </a:pPr>
            <a:r>
              <a:rPr sz="2000" spc="-133" dirty="0">
                <a:solidFill>
                  <a:srgbClr val="F65B66"/>
                </a:solidFill>
                <a:latin typeface="Arial Black"/>
                <a:cs typeface="Arial Black"/>
              </a:rPr>
              <a:t>The</a:t>
            </a:r>
            <a:r>
              <a:rPr sz="2000" spc="-213" dirty="0">
                <a:solidFill>
                  <a:srgbClr val="F65B66"/>
                </a:solidFill>
                <a:latin typeface="Arial Black"/>
                <a:cs typeface="Arial Black"/>
              </a:rPr>
              <a:t> </a:t>
            </a:r>
            <a:r>
              <a:rPr sz="2000" spc="-87" dirty="0">
                <a:solidFill>
                  <a:srgbClr val="F65B66"/>
                </a:solidFill>
                <a:latin typeface="Arial Black"/>
                <a:cs typeface="Arial Black"/>
              </a:rPr>
              <a:t>tokens</a:t>
            </a:r>
            <a:r>
              <a:rPr sz="2000" spc="-207" dirty="0">
                <a:solidFill>
                  <a:srgbClr val="F65B66"/>
                </a:solidFill>
                <a:latin typeface="Arial Black"/>
                <a:cs typeface="Arial Black"/>
              </a:rPr>
              <a:t> </a:t>
            </a:r>
            <a:r>
              <a:rPr sz="2000" spc="-40" dirty="0">
                <a:solidFill>
                  <a:srgbClr val="F65B66"/>
                </a:solidFill>
                <a:latin typeface="Arial Black"/>
                <a:cs typeface="Arial Black"/>
              </a:rPr>
              <a:t>in</a:t>
            </a:r>
            <a:r>
              <a:rPr sz="2000" spc="-207" dirty="0">
                <a:solidFill>
                  <a:srgbClr val="F65B66"/>
                </a:solidFill>
                <a:latin typeface="Arial Black"/>
                <a:cs typeface="Arial Black"/>
              </a:rPr>
              <a:t> </a:t>
            </a:r>
            <a:r>
              <a:rPr sz="2000" spc="-67" dirty="0">
                <a:solidFill>
                  <a:srgbClr val="F65B66"/>
                </a:solidFill>
                <a:latin typeface="Arial Black"/>
                <a:cs typeface="Arial Black"/>
              </a:rPr>
              <a:t>the</a:t>
            </a:r>
            <a:r>
              <a:rPr sz="2000" spc="-213" dirty="0">
                <a:solidFill>
                  <a:srgbClr val="F65B66"/>
                </a:solidFill>
                <a:latin typeface="Arial Black"/>
                <a:cs typeface="Arial Black"/>
              </a:rPr>
              <a:t> </a:t>
            </a:r>
            <a:r>
              <a:rPr sz="2000" spc="-93" dirty="0">
                <a:solidFill>
                  <a:srgbClr val="F65B66"/>
                </a:solidFill>
                <a:latin typeface="Arial Black"/>
                <a:cs typeface="Arial Black"/>
              </a:rPr>
              <a:t>context</a:t>
            </a:r>
            <a:r>
              <a:rPr sz="2000" spc="-207" dirty="0">
                <a:solidFill>
                  <a:srgbClr val="F65B66"/>
                </a:solidFill>
                <a:latin typeface="Arial Black"/>
                <a:cs typeface="Arial Black"/>
              </a:rPr>
              <a:t> </a:t>
            </a:r>
            <a:r>
              <a:rPr sz="2000" spc="-67" dirty="0">
                <a:solidFill>
                  <a:srgbClr val="F65B66"/>
                </a:solidFill>
                <a:latin typeface="Arial Black"/>
                <a:cs typeface="Arial Black"/>
              </a:rPr>
              <a:t>window </a:t>
            </a:r>
            <a:r>
              <a:rPr sz="2000" spc="-47" dirty="0">
                <a:solidFill>
                  <a:srgbClr val="F65B66"/>
                </a:solidFill>
                <a:latin typeface="Arial Black"/>
                <a:cs typeface="Arial Black"/>
              </a:rPr>
              <a:t>are</a:t>
            </a:r>
            <a:r>
              <a:rPr sz="2000" spc="-207" dirty="0">
                <a:solidFill>
                  <a:srgbClr val="F65B66"/>
                </a:solidFill>
                <a:latin typeface="Arial Black"/>
                <a:cs typeface="Arial Black"/>
              </a:rPr>
              <a:t> </a:t>
            </a:r>
            <a:r>
              <a:rPr sz="2000" spc="-67" dirty="0">
                <a:solidFill>
                  <a:srgbClr val="F65B66"/>
                </a:solidFill>
                <a:latin typeface="Arial Black"/>
                <a:cs typeface="Arial Black"/>
              </a:rPr>
              <a:t>the</a:t>
            </a:r>
            <a:r>
              <a:rPr sz="2000" spc="-207" dirty="0">
                <a:solidFill>
                  <a:srgbClr val="F65B66"/>
                </a:solidFill>
                <a:latin typeface="Arial Black"/>
                <a:cs typeface="Arial Black"/>
              </a:rPr>
              <a:t> </a:t>
            </a:r>
            <a:r>
              <a:rPr sz="2000" spc="-33" dirty="0">
                <a:solidFill>
                  <a:srgbClr val="F65B66"/>
                </a:solidFill>
                <a:latin typeface="Arial Black"/>
                <a:cs typeface="Arial Black"/>
              </a:rPr>
              <a:t>model’s</a:t>
            </a:r>
            <a:r>
              <a:rPr sz="2000" spc="-207" dirty="0">
                <a:solidFill>
                  <a:srgbClr val="F65B66"/>
                </a:solidFill>
                <a:latin typeface="Arial Black"/>
                <a:cs typeface="Arial Black"/>
              </a:rPr>
              <a:t> </a:t>
            </a:r>
            <a:r>
              <a:rPr sz="2000" spc="-33" dirty="0">
                <a:solidFill>
                  <a:srgbClr val="F65B66"/>
                </a:solidFill>
                <a:latin typeface="Arial Black"/>
                <a:cs typeface="Arial Black"/>
              </a:rPr>
              <a:t>only</a:t>
            </a:r>
            <a:r>
              <a:rPr sz="2000" spc="-207" dirty="0">
                <a:solidFill>
                  <a:srgbClr val="F65B66"/>
                </a:solidFill>
                <a:latin typeface="Arial Black"/>
                <a:cs typeface="Arial Black"/>
              </a:rPr>
              <a:t> </a:t>
            </a:r>
            <a:r>
              <a:rPr sz="2000" spc="-13" dirty="0">
                <a:solidFill>
                  <a:srgbClr val="F65B66"/>
                </a:solidFill>
                <a:latin typeface="Arial Black"/>
                <a:cs typeface="Arial Black"/>
              </a:rPr>
              <a:t>input</a:t>
            </a:r>
            <a:endParaRPr sz="2000" dirty="0">
              <a:latin typeface="Arial Black"/>
              <a:cs typeface="Arial Black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09316" y="670112"/>
            <a:ext cx="14020800" cy="512961"/>
          </a:xfrm>
          <a:prstGeom prst="rect">
            <a:avLst/>
          </a:prstGeom>
        </p:spPr>
        <p:txBody>
          <a:bodyPr vert="horz" wrap="square" lIns="0" tIns="20320" rIns="0" bIns="0" rtlCol="0" anchor="ctr">
            <a:spAutoFit/>
          </a:bodyPr>
          <a:lstStyle/>
          <a:p>
            <a:pPr marL="225208">
              <a:spcBef>
                <a:spcPts val="160"/>
              </a:spcBef>
            </a:pPr>
            <a:r>
              <a:rPr spc="113" dirty="0"/>
              <a:t>Step</a:t>
            </a:r>
            <a:r>
              <a:rPr spc="-140" dirty="0"/>
              <a:t> </a:t>
            </a:r>
            <a:r>
              <a:rPr spc="-267" dirty="0"/>
              <a:t>2:</a:t>
            </a:r>
            <a:r>
              <a:rPr spc="-140" dirty="0"/>
              <a:t> </a:t>
            </a:r>
            <a:r>
              <a:rPr spc="160" dirty="0"/>
              <a:t>Compute</a:t>
            </a:r>
            <a:r>
              <a:rPr spc="-140" dirty="0"/>
              <a:t> </a:t>
            </a:r>
            <a:r>
              <a:rPr spc="-13" dirty="0"/>
              <a:t>Probabilities</a:t>
            </a:r>
            <a:endParaRPr/>
          </a:p>
        </p:txBody>
      </p:sp>
      <p:sp>
        <p:nvSpPr>
          <p:cNvPr id="3" name="object 3"/>
          <p:cNvSpPr/>
          <p:nvPr/>
        </p:nvSpPr>
        <p:spPr>
          <a:xfrm>
            <a:off x="1335149" y="1463792"/>
            <a:ext cx="1065107" cy="546945"/>
          </a:xfrm>
          <a:custGeom>
            <a:avLst/>
            <a:gdLst/>
            <a:ahLst/>
            <a:cxnLst/>
            <a:rect l="l" t="t" r="r" b="b"/>
            <a:pathLst>
              <a:path w="798830" h="410209">
                <a:moveTo>
                  <a:pt x="0" y="68351"/>
                </a:moveTo>
                <a:lnTo>
                  <a:pt x="5371" y="41745"/>
                </a:lnTo>
                <a:lnTo>
                  <a:pt x="20019" y="20019"/>
                </a:lnTo>
                <a:lnTo>
                  <a:pt x="41745" y="5371"/>
                </a:lnTo>
                <a:lnTo>
                  <a:pt x="68351" y="0"/>
                </a:lnTo>
                <a:lnTo>
                  <a:pt x="730248" y="0"/>
                </a:lnTo>
                <a:lnTo>
                  <a:pt x="768169" y="11483"/>
                </a:lnTo>
                <a:lnTo>
                  <a:pt x="793397" y="42194"/>
                </a:lnTo>
                <a:lnTo>
                  <a:pt x="798599" y="68351"/>
                </a:lnTo>
                <a:lnTo>
                  <a:pt x="798599" y="341748"/>
                </a:lnTo>
                <a:lnTo>
                  <a:pt x="793228" y="368354"/>
                </a:lnTo>
                <a:lnTo>
                  <a:pt x="778580" y="390080"/>
                </a:lnTo>
                <a:lnTo>
                  <a:pt x="756854" y="404728"/>
                </a:lnTo>
                <a:lnTo>
                  <a:pt x="730248" y="410099"/>
                </a:lnTo>
                <a:lnTo>
                  <a:pt x="68351" y="410099"/>
                </a:lnTo>
                <a:lnTo>
                  <a:pt x="41745" y="404728"/>
                </a:lnTo>
                <a:lnTo>
                  <a:pt x="20019" y="390080"/>
                </a:lnTo>
                <a:lnTo>
                  <a:pt x="5371" y="368354"/>
                </a:lnTo>
                <a:lnTo>
                  <a:pt x="0" y="341748"/>
                </a:lnTo>
                <a:lnTo>
                  <a:pt x="0" y="68351"/>
                </a:lnTo>
                <a:close/>
              </a:path>
            </a:pathLst>
          </a:custGeom>
          <a:ln w="19049">
            <a:solidFill>
              <a:srgbClr val="257693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4" name="object 4"/>
          <p:cNvSpPr txBox="1"/>
          <p:nvPr/>
        </p:nvSpPr>
        <p:spPr>
          <a:xfrm>
            <a:off x="1497252" y="1470830"/>
            <a:ext cx="740833" cy="514457"/>
          </a:xfrm>
          <a:prstGeom prst="rect">
            <a:avLst/>
          </a:prstGeom>
        </p:spPr>
        <p:txBody>
          <a:bodyPr vert="horz" wrap="square" lIns="0" tIns="26247" rIns="0" bIns="0" rtlCol="0">
            <a:spAutoFit/>
          </a:bodyPr>
          <a:lstStyle/>
          <a:p>
            <a:pPr marL="16933" marR="6773" indent="11006">
              <a:lnSpc>
                <a:spcPts val="1907"/>
              </a:lnSpc>
              <a:spcBef>
                <a:spcPts val="207"/>
              </a:spcBef>
            </a:pPr>
            <a:r>
              <a:rPr sz="1600" spc="-339" dirty="0">
                <a:latin typeface="Lucida Sans Unicode"/>
                <a:cs typeface="Lucida Sans Unicode"/>
              </a:rPr>
              <a:t>1:</a:t>
            </a:r>
            <a:r>
              <a:rPr sz="1600" spc="-73" dirty="0">
                <a:latin typeface="Lucida Sans Unicode"/>
                <a:cs typeface="Lucida Sans Unicode"/>
              </a:rPr>
              <a:t> </a:t>
            </a:r>
            <a:r>
              <a:rPr sz="1600" spc="-13" dirty="0">
                <a:latin typeface="Lucida Sans Unicode"/>
                <a:cs typeface="Lucida Sans Unicode"/>
              </a:rPr>
              <a:t>Input </a:t>
            </a:r>
            <a:r>
              <a:rPr sz="1600" spc="-20" dirty="0">
                <a:latin typeface="Lucida Sans Unicode"/>
                <a:cs typeface="Lucida Sans Unicode"/>
              </a:rPr>
              <a:t>Tokens</a:t>
            </a:r>
            <a:endParaRPr sz="1600">
              <a:latin typeface="Lucida Sans Unicode"/>
              <a:cs typeface="Lucida Sans Unicode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296250" y="2513592"/>
            <a:ext cx="4068233" cy="3228340"/>
            <a:chOff x="222187" y="1593537"/>
            <a:chExt cx="3051175" cy="2421255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11700" y="1733115"/>
              <a:ext cx="2956500" cy="2124500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226950" y="1598300"/>
              <a:ext cx="3041650" cy="2411730"/>
            </a:xfrm>
            <a:custGeom>
              <a:avLst/>
              <a:gdLst/>
              <a:ahLst/>
              <a:cxnLst/>
              <a:rect l="l" t="t" r="r" b="b"/>
              <a:pathLst>
                <a:path w="3041650" h="2411729">
                  <a:moveTo>
                    <a:pt x="0" y="0"/>
                  </a:moveTo>
                  <a:lnTo>
                    <a:pt x="3041399" y="0"/>
                  </a:lnTo>
                  <a:lnTo>
                    <a:pt x="3041399" y="2411699"/>
                  </a:lnTo>
                  <a:lnTo>
                    <a:pt x="0" y="24116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126591" y="2255255"/>
            <a:ext cx="1728047" cy="256480"/>
          </a:xfrm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>
              <a:spcBef>
                <a:spcPts val="80"/>
              </a:spcBef>
            </a:pPr>
            <a:r>
              <a:rPr sz="1600" spc="-67" dirty="0">
                <a:solidFill>
                  <a:srgbClr val="237A94"/>
                </a:solidFill>
                <a:latin typeface="Arial Black"/>
                <a:cs typeface="Arial Black"/>
              </a:rPr>
              <a:t>Context</a:t>
            </a:r>
            <a:r>
              <a:rPr sz="1600" spc="-152" dirty="0">
                <a:solidFill>
                  <a:srgbClr val="237A94"/>
                </a:solidFill>
                <a:latin typeface="Arial Black"/>
                <a:cs typeface="Arial Black"/>
              </a:rPr>
              <a:t> </a:t>
            </a:r>
            <a:r>
              <a:rPr sz="1600" spc="-40" dirty="0">
                <a:solidFill>
                  <a:srgbClr val="237A94"/>
                </a:solidFill>
                <a:latin typeface="Arial Black"/>
                <a:cs typeface="Arial Black"/>
              </a:rPr>
              <a:t>Window</a:t>
            </a:r>
            <a:endParaRPr sz="1600">
              <a:latin typeface="Arial Black"/>
              <a:cs typeface="Arial Black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1" y="2134976"/>
            <a:ext cx="4542367" cy="3902287"/>
            <a:chOff x="0" y="1309575"/>
            <a:chExt cx="3406775" cy="2926715"/>
          </a:xfrm>
        </p:grpSpPr>
        <p:sp>
          <p:nvSpPr>
            <p:cNvPr id="10" name="object 10"/>
            <p:cNvSpPr/>
            <p:nvPr/>
          </p:nvSpPr>
          <p:spPr>
            <a:xfrm>
              <a:off x="304644" y="2914538"/>
              <a:ext cx="2956560" cy="1001394"/>
            </a:xfrm>
            <a:custGeom>
              <a:avLst/>
              <a:gdLst/>
              <a:ahLst/>
              <a:cxnLst/>
              <a:rect l="l" t="t" r="r" b="b"/>
              <a:pathLst>
                <a:path w="2956560" h="1001395">
                  <a:moveTo>
                    <a:pt x="2956500" y="1001400"/>
                  </a:moveTo>
                  <a:lnTo>
                    <a:pt x="0" y="1001400"/>
                  </a:lnTo>
                  <a:lnTo>
                    <a:pt x="0" y="0"/>
                  </a:lnTo>
                  <a:lnTo>
                    <a:pt x="2956500" y="0"/>
                  </a:lnTo>
                  <a:lnTo>
                    <a:pt x="2956500" y="10014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1" name="object 11"/>
            <p:cNvSpPr/>
            <p:nvPr/>
          </p:nvSpPr>
          <p:spPr>
            <a:xfrm>
              <a:off x="0" y="1309575"/>
              <a:ext cx="3406775" cy="2926715"/>
            </a:xfrm>
            <a:custGeom>
              <a:avLst/>
              <a:gdLst/>
              <a:ahLst/>
              <a:cxnLst/>
              <a:rect l="l" t="t" r="r" b="b"/>
              <a:pathLst>
                <a:path w="3406775" h="2926715">
                  <a:moveTo>
                    <a:pt x="3406499" y="2926199"/>
                  </a:moveTo>
                  <a:lnTo>
                    <a:pt x="0" y="2926199"/>
                  </a:lnTo>
                  <a:lnTo>
                    <a:pt x="0" y="0"/>
                  </a:lnTo>
                  <a:lnTo>
                    <a:pt x="3406499" y="0"/>
                  </a:lnTo>
                  <a:lnTo>
                    <a:pt x="3406499" y="2926199"/>
                  </a:lnTo>
                  <a:close/>
                </a:path>
              </a:pathLst>
            </a:custGeom>
            <a:solidFill>
              <a:srgbClr val="FFFFFF">
                <a:alpha val="60128"/>
              </a:srgbClr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sp>
        <p:nvSpPr>
          <p:cNvPr id="12" name="object 12"/>
          <p:cNvSpPr/>
          <p:nvPr/>
        </p:nvSpPr>
        <p:spPr>
          <a:xfrm>
            <a:off x="4780565" y="1463809"/>
            <a:ext cx="1674707" cy="546945"/>
          </a:xfrm>
          <a:custGeom>
            <a:avLst/>
            <a:gdLst/>
            <a:ahLst/>
            <a:cxnLst/>
            <a:rect l="l" t="t" r="r" b="b"/>
            <a:pathLst>
              <a:path w="1256029" h="410209">
                <a:moveTo>
                  <a:pt x="0" y="68351"/>
                </a:moveTo>
                <a:lnTo>
                  <a:pt x="5371" y="41745"/>
                </a:lnTo>
                <a:lnTo>
                  <a:pt x="20019" y="20019"/>
                </a:lnTo>
                <a:lnTo>
                  <a:pt x="41745" y="5371"/>
                </a:lnTo>
                <a:lnTo>
                  <a:pt x="68351" y="0"/>
                </a:lnTo>
                <a:lnTo>
                  <a:pt x="1187148" y="0"/>
                </a:lnTo>
                <a:lnTo>
                  <a:pt x="1225070" y="11483"/>
                </a:lnTo>
                <a:lnTo>
                  <a:pt x="1250297" y="42194"/>
                </a:lnTo>
                <a:lnTo>
                  <a:pt x="1255499" y="68351"/>
                </a:lnTo>
                <a:lnTo>
                  <a:pt x="1255499" y="341748"/>
                </a:lnTo>
                <a:lnTo>
                  <a:pt x="1250128" y="368354"/>
                </a:lnTo>
                <a:lnTo>
                  <a:pt x="1235480" y="390080"/>
                </a:lnTo>
                <a:lnTo>
                  <a:pt x="1213753" y="404728"/>
                </a:lnTo>
                <a:lnTo>
                  <a:pt x="1187148" y="410099"/>
                </a:lnTo>
                <a:lnTo>
                  <a:pt x="68351" y="410099"/>
                </a:lnTo>
                <a:lnTo>
                  <a:pt x="41745" y="404728"/>
                </a:lnTo>
                <a:lnTo>
                  <a:pt x="20019" y="390080"/>
                </a:lnTo>
                <a:lnTo>
                  <a:pt x="5371" y="368354"/>
                </a:lnTo>
                <a:lnTo>
                  <a:pt x="0" y="341748"/>
                </a:lnTo>
                <a:lnTo>
                  <a:pt x="0" y="68351"/>
                </a:lnTo>
                <a:close/>
              </a:path>
            </a:pathLst>
          </a:custGeom>
          <a:ln w="28574">
            <a:solidFill>
              <a:srgbClr val="F6737D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3" name="object 13"/>
          <p:cNvSpPr txBox="1"/>
          <p:nvPr/>
        </p:nvSpPr>
        <p:spPr>
          <a:xfrm>
            <a:off x="4941654" y="1470848"/>
            <a:ext cx="1352125" cy="513816"/>
          </a:xfrm>
          <a:prstGeom prst="rect">
            <a:avLst/>
          </a:prstGeom>
        </p:spPr>
        <p:txBody>
          <a:bodyPr vert="horz" wrap="square" lIns="0" tIns="26247" rIns="0" bIns="0" rtlCol="0">
            <a:spAutoFit/>
          </a:bodyPr>
          <a:lstStyle/>
          <a:p>
            <a:pPr marL="16933" marR="6773" indent="59265">
              <a:lnSpc>
                <a:spcPts val="1907"/>
              </a:lnSpc>
              <a:spcBef>
                <a:spcPts val="207"/>
              </a:spcBef>
            </a:pPr>
            <a:r>
              <a:rPr sz="1600" spc="-120" dirty="0">
                <a:solidFill>
                  <a:srgbClr val="37879E"/>
                </a:solidFill>
                <a:latin typeface="Arial Black"/>
                <a:cs typeface="Arial Black"/>
              </a:rPr>
              <a:t>2:</a:t>
            </a:r>
            <a:r>
              <a:rPr sz="1600" spc="-200" dirty="0">
                <a:solidFill>
                  <a:srgbClr val="37879E"/>
                </a:solidFill>
                <a:latin typeface="Arial Black"/>
                <a:cs typeface="Arial Black"/>
              </a:rPr>
              <a:t> </a:t>
            </a:r>
            <a:r>
              <a:rPr sz="1600" spc="-13" dirty="0">
                <a:solidFill>
                  <a:srgbClr val="37879E"/>
                </a:solidFill>
                <a:latin typeface="Arial Black"/>
                <a:cs typeface="Arial Black"/>
              </a:rPr>
              <a:t>Compute </a:t>
            </a:r>
            <a:r>
              <a:rPr sz="1600" spc="-67" dirty="0">
                <a:solidFill>
                  <a:srgbClr val="37879E"/>
                </a:solidFill>
                <a:latin typeface="Arial Black"/>
                <a:cs typeface="Arial Black"/>
              </a:rPr>
              <a:t>Probabilities</a:t>
            </a:r>
            <a:endParaRPr sz="1600">
              <a:latin typeface="Arial Black"/>
              <a:cs typeface="Arial Black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2399949" y="1676012"/>
            <a:ext cx="2344419" cy="122767"/>
            <a:chOff x="1799962" y="965352"/>
            <a:chExt cx="1758314" cy="92075"/>
          </a:xfrm>
        </p:grpSpPr>
        <p:sp>
          <p:nvSpPr>
            <p:cNvPr id="15" name="object 15"/>
            <p:cNvSpPr/>
            <p:nvPr/>
          </p:nvSpPr>
          <p:spPr>
            <a:xfrm>
              <a:off x="1799962" y="1011237"/>
              <a:ext cx="1657350" cy="0"/>
            </a:xfrm>
            <a:custGeom>
              <a:avLst/>
              <a:gdLst/>
              <a:ahLst/>
              <a:cxnLst/>
              <a:rect l="l" t="t" r="r" b="b"/>
              <a:pathLst>
                <a:path w="1657350">
                  <a:moveTo>
                    <a:pt x="0" y="0"/>
                  </a:moveTo>
                  <a:lnTo>
                    <a:pt x="1657012" y="0"/>
                  </a:lnTo>
                </a:path>
              </a:pathLst>
            </a:custGeom>
            <a:ln w="28574">
              <a:solidFill>
                <a:srgbClr val="237A94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pic>
          <p:nvPicPr>
            <p:cNvPr id="16" name="object 1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442686" y="965352"/>
              <a:ext cx="115388" cy="91770"/>
            </a:xfrm>
            <a:prstGeom prst="rect">
              <a:avLst/>
            </a:prstGeom>
          </p:spPr>
        </p:pic>
      </p:grpSp>
      <p:grpSp>
        <p:nvGrpSpPr>
          <p:cNvPr id="17" name="object 17"/>
          <p:cNvGrpSpPr/>
          <p:nvPr/>
        </p:nvGrpSpPr>
        <p:grpSpPr>
          <a:xfrm>
            <a:off x="4768017" y="2507241"/>
            <a:ext cx="3031913" cy="3033607"/>
            <a:chOff x="3576012" y="1588774"/>
            <a:chExt cx="2273935" cy="2275205"/>
          </a:xfrm>
        </p:grpSpPr>
        <p:pic>
          <p:nvPicPr>
            <p:cNvPr id="18" name="object 1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585537" y="1620722"/>
              <a:ext cx="2227824" cy="2233252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3580774" y="1593537"/>
              <a:ext cx="2264410" cy="2265680"/>
            </a:xfrm>
            <a:custGeom>
              <a:avLst/>
              <a:gdLst/>
              <a:ahLst/>
              <a:cxnLst/>
              <a:rect l="l" t="t" r="r" b="b"/>
              <a:pathLst>
                <a:path w="2264410" h="2265679">
                  <a:moveTo>
                    <a:pt x="0" y="0"/>
                  </a:moveTo>
                  <a:lnTo>
                    <a:pt x="2264299" y="0"/>
                  </a:lnTo>
                  <a:lnTo>
                    <a:pt x="2264299" y="2265199"/>
                  </a:lnTo>
                  <a:lnTo>
                    <a:pt x="0" y="22651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237A94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4814834" y="5620260"/>
            <a:ext cx="2805007" cy="304421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867" spc="-73" dirty="0">
                <a:latin typeface="Lucida Sans Unicode"/>
                <a:cs typeface="Lucida Sans Unicode"/>
              </a:rPr>
              <a:t>Next</a:t>
            </a:r>
            <a:r>
              <a:rPr sz="1867" spc="-53" dirty="0">
                <a:latin typeface="Lucida Sans Unicode"/>
                <a:cs typeface="Lucida Sans Unicode"/>
              </a:rPr>
              <a:t> </a:t>
            </a:r>
            <a:r>
              <a:rPr sz="1867" dirty="0">
                <a:latin typeface="Lucida Sans Unicode"/>
                <a:cs typeface="Lucida Sans Unicode"/>
              </a:rPr>
              <a:t>token</a:t>
            </a:r>
            <a:r>
              <a:rPr sz="1867" spc="-47" dirty="0">
                <a:latin typeface="Lucida Sans Unicode"/>
                <a:cs typeface="Lucida Sans Unicode"/>
              </a:rPr>
              <a:t> </a:t>
            </a:r>
            <a:r>
              <a:rPr sz="1867" spc="-13" dirty="0">
                <a:latin typeface="Lucida Sans Unicode"/>
                <a:cs typeface="Lucida Sans Unicode"/>
              </a:rPr>
              <a:t>probabilities</a:t>
            </a:r>
            <a:endParaRPr sz="1867"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09316" y="670112"/>
            <a:ext cx="14020800" cy="512961"/>
          </a:xfrm>
          <a:prstGeom prst="rect">
            <a:avLst/>
          </a:prstGeom>
        </p:spPr>
        <p:txBody>
          <a:bodyPr vert="horz" wrap="square" lIns="0" tIns="20320" rIns="0" bIns="0" rtlCol="0" anchor="ctr">
            <a:spAutoFit/>
          </a:bodyPr>
          <a:lstStyle/>
          <a:p>
            <a:pPr marL="225208">
              <a:spcBef>
                <a:spcPts val="160"/>
              </a:spcBef>
            </a:pPr>
            <a:r>
              <a:rPr spc="113" dirty="0"/>
              <a:t>Step</a:t>
            </a:r>
            <a:r>
              <a:rPr spc="-140" dirty="0"/>
              <a:t> </a:t>
            </a:r>
            <a:r>
              <a:rPr spc="-240" dirty="0"/>
              <a:t>3:</a:t>
            </a:r>
            <a:r>
              <a:rPr spc="-140" dirty="0"/>
              <a:t> </a:t>
            </a:r>
            <a:r>
              <a:rPr spc="120" dirty="0"/>
              <a:t>Select</a:t>
            </a:r>
            <a:r>
              <a:rPr spc="-140" dirty="0"/>
              <a:t> </a:t>
            </a:r>
            <a:r>
              <a:rPr spc="-13" dirty="0"/>
              <a:t>Token</a:t>
            </a:r>
            <a:endParaRPr/>
          </a:p>
        </p:txBody>
      </p:sp>
      <p:sp>
        <p:nvSpPr>
          <p:cNvPr id="3" name="object 3"/>
          <p:cNvSpPr/>
          <p:nvPr/>
        </p:nvSpPr>
        <p:spPr>
          <a:xfrm>
            <a:off x="1335149" y="1821150"/>
            <a:ext cx="1065107" cy="546945"/>
          </a:xfrm>
          <a:custGeom>
            <a:avLst/>
            <a:gdLst/>
            <a:ahLst/>
            <a:cxnLst/>
            <a:rect l="l" t="t" r="r" b="b"/>
            <a:pathLst>
              <a:path w="798830" h="410209">
                <a:moveTo>
                  <a:pt x="0" y="68351"/>
                </a:moveTo>
                <a:lnTo>
                  <a:pt x="5371" y="41745"/>
                </a:lnTo>
                <a:lnTo>
                  <a:pt x="20019" y="20019"/>
                </a:lnTo>
                <a:lnTo>
                  <a:pt x="41745" y="5371"/>
                </a:lnTo>
                <a:lnTo>
                  <a:pt x="68351" y="0"/>
                </a:lnTo>
                <a:lnTo>
                  <a:pt x="730248" y="0"/>
                </a:lnTo>
                <a:lnTo>
                  <a:pt x="768169" y="11483"/>
                </a:lnTo>
                <a:lnTo>
                  <a:pt x="793397" y="42194"/>
                </a:lnTo>
                <a:lnTo>
                  <a:pt x="798599" y="68351"/>
                </a:lnTo>
                <a:lnTo>
                  <a:pt x="798599" y="341748"/>
                </a:lnTo>
                <a:lnTo>
                  <a:pt x="793228" y="368354"/>
                </a:lnTo>
                <a:lnTo>
                  <a:pt x="778580" y="390080"/>
                </a:lnTo>
                <a:lnTo>
                  <a:pt x="756854" y="404728"/>
                </a:lnTo>
                <a:lnTo>
                  <a:pt x="730248" y="410099"/>
                </a:lnTo>
                <a:lnTo>
                  <a:pt x="68351" y="410099"/>
                </a:lnTo>
                <a:lnTo>
                  <a:pt x="41745" y="404728"/>
                </a:lnTo>
                <a:lnTo>
                  <a:pt x="20019" y="390080"/>
                </a:lnTo>
                <a:lnTo>
                  <a:pt x="5371" y="368354"/>
                </a:lnTo>
                <a:lnTo>
                  <a:pt x="0" y="341748"/>
                </a:lnTo>
                <a:lnTo>
                  <a:pt x="0" y="68351"/>
                </a:lnTo>
                <a:close/>
              </a:path>
            </a:pathLst>
          </a:custGeom>
          <a:ln w="19049">
            <a:solidFill>
              <a:srgbClr val="257693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4" name="object 4"/>
          <p:cNvSpPr txBox="1"/>
          <p:nvPr/>
        </p:nvSpPr>
        <p:spPr>
          <a:xfrm>
            <a:off x="1497252" y="1828188"/>
            <a:ext cx="740833" cy="514457"/>
          </a:xfrm>
          <a:prstGeom prst="rect">
            <a:avLst/>
          </a:prstGeom>
        </p:spPr>
        <p:txBody>
          <a:bodyPr vert="horz" wrap="square" lIns="0" tIns="26247" rIns="0" bIns="0" rtlCol="0">
            <a:spAutoFit/>
          </a:bodyPr>
          <a:lstStyle/>
          <a:p>
            <a:pPr marL="16933" marR="6773" indent="11006">
              <a:lnSpc>
                <a:spcPts val="1907"/>
              </a:lnSpc>
              <a:spcBef>
                <a:spcPts val="207"/>
              </a:spcBef>
            </a:pPr>
            <a:r>
              <a:rPr sz="1600" spc="-339" dirty="0">
                <a:latin typeface="Lucida Sans Unicode"/>
                <a:cs typeface="Lucida Sans Unicode"/>
              </a:rPr>
              <a:t>1:</a:t>
            </a:r>
            <a:r>
              <a:rPr sz="1600" spc="-73" dirty="0">
                <a:latin typeface="Lucida Sans Unicode"/>
                <a:cs typeface="Lucida Sans Unicode"/>
              </a:rPr>
              <a:t> </a:t>
            </a:r>
            <a:r>
              <a:rPr sz="1600" spc="-13" dirty="0">
                <a:latin typeface="Lucida Sans Unicode"/>
                <a:cs typeface="Lucida Sans Unicode"/>
              </a:rPr>
              <a:t>Input </a:t>
            </a:r>
            <a:r>
              <a:rPr sz="1600" spc="-20" dirty="0">
                <a:latin typeface="Lucida Sans Unicode"/>
                <a:cs typeface="Lucida Sans Unicode"/>
              </a:rPr>
              <a:t>Tokens</a:t>
            </a:r>
            <a:endParaRPr sz="1600">
              <a:latin typeface="Lucida Sans Unicode"/>
              <a:cs typeface="Lucida Sans Unicode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296250" y="2870950"/>
            <a:ext cx="4068233" cy="3228340"/>
            <a:chOff x="222187" y="1593537"/>
            <a:chExt cx="3051175" cy="2421255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11700" y="1733115"/>
              <a:ext cx="2956500" cy="2124500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226950" y="1598300"/>
              <a:ext cx="3041650" cy="2411730"/>
            </a:xfrm>
            <a:custGeom>
              <a:avLst/>
              <a:gdLst/>
              <a:ahLst/>
              <a:cxnLst/>
              <a:rect l="l" t="t" r="r" b="b"/>
              <a:pathLst>
                <a:path w="3041650" h="2411729">
                  <a:moveTo>
                    <a:pt x="0" y="0"/>
                  </a:moveTo>
                  <a:lnTo>
                    <a:pt x="3041399" y="0"/>
                  </a:lnTo>
                  <a:lnTo>
                    <a:pt x="3041399" y="2411699"/>
                  </a:lnTo>
                  <a:lnTo>
                    <a:pt x="0" y="24116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126591" y="2612613"/>
            <a:ext cx="1728047" cy="256480"/>
          </a:xfrm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>
              <a:spcBef>
                <a:spcPts val="80"/>
              </a:spcBef>
            </a:pPr>
            <a:r>
              <a:rPr sz="1600" spc="-67" dirty="0">
                <a:solidFill>
                  <a:srgbClr val="237A94"/>
                </a:solidFill>
                <a:latin typeface="Arial Black"/>
                <a:cs typeface="Arial Black"/>
              </a:rPr>
              <a:t>Context</a:t>
            </a:r>
            <a:r>
              <a:rPr sz="1600" spc="-152" dirty="0">
                <a:solidFill>
                  <a:srgbClr val="237A94"/>
                </a:solidFill>
                <a:latin typeface="Arial Black"/>
                <a:cs typeface="Arial Black"/>
              </a:rPr>
              <a:t> </a:t>
            </a:r>
            <a:r>
              <a:rPr sz="1600" spc="-40" dirty="0">
                <a:solidFill>
                  <a:srgbClr val="237A94"/>
                </a:solidFill>
                <a:latin typeface="Arial Black"/>
                <a:cs typeface="Arial Black"/>
              </a:rPr>
              <a:t>Window</a:t>
            </a:r>
            <a:endParaRPr sz="1600">
              <a:latin typeface="Arial Black"/>
              <a:cs typeface="Arial Black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1" y="2492334"/>
            <a:ext cx="4542367" cy="3902287"/>
            <a:chOff x="0" y="1309575"/>
            <a:chExt cx="3406775" cy="2926715"/>
          </a:xfrm>
        </p:grpSpPr>
        <p:sp>
          <p:nvSpPr>
            <p:cNvPr id="10" name="object 10"/>
            <p:cNvSpPr/>
            <p:nvPr/>
          </p:nvSpPr>
          <p:spPr>
            <a:xfrm>
              <a:off x="304644" y="2914538"/>
              <a:ext cx="2956560" cy="1001394"/>
            </a:xfrm>
            <a:custGeom>
              <a:avLst/>
              <a:gdLst/>
              <a:ahLst/>
              <a:cxnLst/>
              <a:rect l="l" t="t" r="r" b="b"/>
              <a:pathLst>
                <a:path w="2956560" h="1001395">
                  <a:moveTo>
                    <a:pt x="2956500" y="1001400"/>
                  </a:moveTo>
                  <a:lnTo>
                    <a:pt x="0" y="1001400"/>
                  </a:lnTo>
                  <a:lnTo>
                    <a:pt x="0" y="0"/>
                  </a:lnTo>
                  <a:lnTo>
                    <a:pt x="2956500" y="0"/>
                  </a:lnTo>
                  <a:lnTo>
                    <a:pt x="2956500" y="10014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1" name="object 11"/>
            <p:cNvSpPr/>
            <p:nvPr/>
          </p:nvSpPr>
          <p:spPr>
            <a:xfrm>
              <a:off x="0" y="1309575"/>
              <a:ext cx="3406775" cy="2926715"/>
            </a:xfrm>
            <a:custGeom>
              <a:avLst/>
              <a:gdLst/>
              <a:ahLst/>
              <a:cxnLst/>
              <a:rect l="l" t="t" r="r" b="b"/>
              <a:pathLst>
                <a:path w="3406775" h="2926715">
                  <a:moveTo>
                    <a:pt x="3406499" y="2926199"/>
                  </a:moveTo>
                  <a:lnTo>
                    <a:pt x="0" y="2926199"/>
                  </a:lnTo>
                  <a:lnTo>
                    <a:pt x="0" y="0"/>
                  </a:lnTo>
                  <a:lnTo>
                    <a:pt x="3406499" y="0"/>
                  </a:lnTo>
                  <a:lnTo>
                    <a:pt x="3406499" y="2926199"/>
                  </a:lnTo>
                  <a:close/>
                </a:path>
              </a:pathLst>
            </a:custGeom>
            <a:solidFill>
              <a:srgbClr val="FFFFFF">
                <a:alpha val="60128"/>
              </a:srgbClr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sp>
        <p:nvSpPr>
          <p:cNvPr id="12" name="object 12"/>
          <p:cNvSpPr/>
          <p:nvPr/>
        </p:nvSpPr>
        <p:spPr>
          <a:xfrm>
            <a:off x="4780565" y="1821167"/>
            <a:ext cx="1674707" cy="546945"/>
          </a:xfrm>
          <a:custGeom>
            <a:avLst/>
            <a:gdLst/>
            <a:ahLst/>
            <a:cxnLst/>
            <a:rect l="l" t="t" r="r" b="b"/>
            <a:pathLst>
              <a:path w="1256029" h="410209">
                <a:moveTo>
                  <a:pt x="0" y="68351"/>
                </a:moveTo>
                <a:lnTo>
                  <a:pt x="5371" y="41745"/>
                </a:lnTo>
                <a:lnTo>
                  <a:pt x="20019" y="20019"/>
                </a:lnTo>
                <a:lnTo>
                  <a:pt x="41745" y="5371"/>
                </a:lnTo>
                <a:lnTo>
                  <a:pt x="68351" y="0"/>
                </a:lnTo>
                <a:lnTo>
                  <a:pt x="1187148" y="0"/>
                </a:lnTo>
                <a:lnTo>
                  <a:pt x="1225070" y="11483"/>
                </a:lnTo>
                <a:lnTo>
                  <a:pt x="1250297" y="42194"/>
                </a:lnTo>
                <a:lnTo>
                  <a:pt x="1255499" y="68351"/>
                </a:lnTo>
                <a:lnTo>
                  <a:pt x="1255499" y="341748"/>
                </a:lnTo>
                <a:lnTo>
                  <a:pt x="1250128" y="368354"/>
                </a:lnTo>
                <a:lnTo>
                  <a:pt x="1235480" y="390080"/>
                </a:lnTo>
                <a:lnTo>
                  <a:pt x="1213753" y="404728"/>
                </a:lnTo>
                <a:lnTo>
                  <a:pt x="1187148" y="410099"/>
                </a:lnTo>
                <a:lnTo>
                  <a:pt x="68351" y="410099"/>
                </a:lnTo>
                <a:lnTo>
                  <a:pt x="41745" y="404728"/>
                </a:lnTo>
                <a:lnTo>
                  <a:pt x="20019" y="390080"/>
                </a:lnTo>
                <a:lnTo>
                  <a:pt x="5371" y="368354"/>
                </a:lnTo>
                <a:lnTo>
                  <a:pt x="0" y="341748"/>
                </a:lnTo>
                <a:lnTo>
                  <a:pt x="0" y="68351"/>
                </a:lnTo>
                <a:close/>
              </a:path>
            </a:pathLst>
          </a:custGeom>
          <a:ln w="19049">
            <a:solidFill>
              <a:srgbClr val="257693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3" name="object 13"/>
          <p:cNvSpPr txBox="1"/>
          <p:nvPr/>
        </p:nvSpPr>
        <p:spPr>
          <a:xfrm>
            <a:off x="4979856" y="1828206"/>
            <a:ext cx="1275925" cy="514457"/>
          </a:xfrm>
          <a:prstGeom prst="rect">
            <a:avLst/>
          </a:prstGeom>
        </p:spPr>
        <p:txBody>
          <a:bodyPr vert="horz" wrap="square" lIns="0" tIns="26247" rIns="0" bIns="0" rtlCol="0">
            <a:spAutoFit/>
          </a:bodyPr>
          <a:lstStyle/>
          <a:p>
            <a:pPr marL="16933" marR="6773" indent="31326">
              <a:lnSpc>
                <a:spcPts val="1907"/>
              </a:lnSpc>
              <a:spcBef>
                <a:spcPts val="207"/>
              </a:spcBef>
            </a:pPr>
            <a:r>
              <a:rPr sz="1600" spc="-140" dirty="0">
                <a:latin typeface="Lucida Sans Unicode"/>
                <a:cs typeface="Lucida Sans Unicode"/>
              </a:rPr>
              <a:t>2:</a:t>
            </a:r>
            <a:r>
              <a:rPr sz="1600" spc="-60" dirty="0">
                <a:latin typeface="Lucida Sans Unicode"/>
                <a:cs typeface="Lucida Sans Unicode"/>
              </a:rPr>
              <a:t> </a:t>
            </a:r>
            <a:r>
              <a:rPr sz="1600" spc="53" dirty="0">
                <a:latin typeface="Lucida Sans Unicode"/>
                <a:cs typeface="Lucida Sans Unicode"/>
              </a:rPr>
              <a:t>Compute </a:t>
            </a:r>
            <a:r>
              <a:rPr sz="1600" spc="-13" dirty="0">
                <a:latin typeface="Lucida Sans Unicode"/>
                <a:cs typeface="Lucida Sans Unicode"/>
              </a:rPr>
              <a:t>Probabilities</a:t>
            </a:r>
            <a:endParaRPr sz="1600">
              <a:latin typeface="Lucida Sans Unicode"/>
              <a:cs typeface="Lucida Sans Unicode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2380899" y="1802116"/>
            <a:ext cx="6107007" cy="585045"/>
            <a:chOff x="1785674" y="791912"/>
            <a:chExt cx="4580255" cy="438784"/>
          </a:xfrm>
        </p:grpSpPr>
        <p:sp>
          <p:nvSpPr>
            <p:cNvPr id="15" name="object 15"/>
            <p:cNvSpPr/>
            <p:nvPr/>
          </p:nvSpPr>
          <p:spPr>
            <a:xfrm>
              <a:off x="1799962" y="1011237"/>
              <a:ext cx="1657350" cy="0"/>
            </a:xfrm>
            <a:custGeom>
              <a:avLst/>
              <a:gdLst/>
              <a:ahLst/>
              <a:cxnLst/>
              <a:rect l="l" t="t" r="r" b="b"/>
              <a:pathLst>
                <a:path w="1657350">
                  <a:moveTo>
                    <a:pt x="0" y="0"/>
                  </a:moveTo>
                  <a:lnTo>
                    <a:pt x="1657012" y="0"/>
                  </a:lnTo>
                </a:path>
              </a:pathLst>
            </a:custGeom>
            <a:ln w="28574">
              <a:solidFill>
                <a:srgbClr val="237A94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pic>
          <p:nvPicPr>
            <p:cNvPr id="16" name="object 1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442686" y="965352"/>
              <a:ext cx="115388" cy="91770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5248974" y="806200"/>
              <a:ext cx="1102995" cy="410209"/>
            </a:xfrm>
            <a:custGeom>
              <a:avLst/>
              <a:gdLst/>
              <a:ahLst/>
              <a:cxnLst/>
              <a:rect l="l" t="t" r="r" b="b"/>
              <a:pathLst>
                <a:path w="1102995" h="410209">
                  <a:moveTo>
                    <a:pt x="0" y="68351"/>
                  </a:moveTo>
                  <a:lnTo>
                    <a:pt x="5371" y="41745"/>
                  </a:lnTo>
                  <a:lnTo>
                    <a:pt x="20019" y="20019"/>
                  </a:lnTo>
                  <a:lnTo>
                    <a:pt x="41745" y="5371"/>
                  </a:lnTo>
                  <a:lnTo>
                    <a:pt x="68351" y="0"/>
                  </a:lnTo>
                  <a:lnTo>
                    <a:pt x="1034148" y="0"/>
                  </a:lnTo>
                  <a:lnTo>
                    <a:pt x="1072070" y="11483"/>
                  </a:lnTo>
                  <a:lnTo>
                    <a:pt x="1097297" y="42194"/>
                  </a:lnTo>
                  <a:lnTo>
                    <a:pt x="1102499" y="68351"/>
                  </a:lnTo>
                  <a:lnTo>
                    <a:pt x="1102499" y="341748"/>
                  </a:lnTo>
                  <a:lnTo>
                    <a:pt x="1097128" y="368354"/>
                  </a:lnTo>
                  <a:lnTo>
                    <a:pt x="1082480" y="390080"/>
                  </a:lnTo>
                  <a:lnTo>
                    <a:pt x="1060753" y="404728"/>
                  </a:lnTo>
                  <a:lnTo>
                    <a:pt x="1034148" y="410099"/>
                  </a:lnTo>
                  <a:lnTo>
                    <a:pt x="68351" y="410099"/>
                  </a:lnTo>
                  <a:lnTo>
                    <a:pt x="41745" y="404728"/>
                  </a:lnTo>
                  <a:lnTo>
                    <a:pt x="20019" y="390080"/>
                  </a:lnTo>
                  <a:lnTo>
                    <a:pt x="5371" y="368354"/>
                  </a:lnTo>
                  <a:lnTo>
                    <a:pt x="0" y="341748"/>
                  </a:lnTo>
                  <a:lnTo>
                    <a:pt x="0" y="68351"/>
                  </a:lnTo>
                  <a:close/>
                </a:path>
              </a:pathLst>
            </a:custGeom>
            <a:ln w="28574">
              <a:solidFill>
                <a:srgbClr val="F6737D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grpSp>
        <p:nvGrpSpPr>
          <p:cNvPr id="18" name="object 18"/>
          <p:cNvGrpSpPr/>
          <p:nvPr/>
        </p:nvGrpSpPr>
        <p:grpSpPr>
          <a:xfrm>
            <a:off x="4814834" y="2856114"/>
            <a:ext cx="3036993" cy="3033607"/>
            <a:chOff x="3575899" y="1588774"/>
            <a:chExt cx="2277745" cy="2275205"/>
          </a:xfrm>
        </p:grpSpPr>
        <p:pic>
          <p:nvPicPr>
            <p:cNvPr id="19" name="object 1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585537" y="1620722"/>
              <a:ext cx="2227824" cy="2233252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3580774" y="1593537"/>
              <a:ext cx="2264410" cy="2265680"/>
            </a:xfrm>
            <a:custGeom>
              <a:avLst/>
              <a:gdLst/>
              <a:ahLst/>
              <a:cxnLst/>
              <a:rect l="l" t="t" r="r" b="b"/>
              <a:pathLst>
                <a:path w="2264410" h="2265679">
                  <a:moveTo>
                    <a:pt x="0" y="0"/>
                  </a:moveTo>
                  <a:lnTo>
                    <a:pt x="2264299" y="0"/>
                  </a:lnTo>
                  <a:lnTo>
                    <a:pt x="2264299" y="2265199"/>
                  </a:lnTo>
                  <a:lnTo>
                    <a:pt x="0" y="22651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237A94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21" name="object 21"/>
            <p:cNvSpPr/>
            <p:nvPr/>
          </p:nvSpPr>
          <p:spPr>
            <a:xfrm>
              <a:off x="3606949" y="1850211"/>
              <a:ext cx="2198370" cy="1982470"/>
            </a:xfrm>
            <a:custGeom>
              <a:avLst/>
              <a:gdLst/>
              <a:ahLst/>
              <a:cxnLst/>
              <a:rect l="l" t="t" r="r" b="b"/>
              <a:pathLst>
                <a:path w="2198370" h="1982470">
                  <a:moveTo>
                    <a:pt x="2197799" y="1982099"/>
                  </a:moveTo>
                  <a:lnTo>
                    <a:pt x="0" y="1982099"/>
                  </a:lnTo>
                  <a:lnTo>
                    <a:pt x="0" y="0"/>
                  </a:lnTo>
                  <a:lnTo>
                    <a:pt x="2197799" y="0"/>
                  </a:lnTo>
                  <a:lnTo>
                    <a:pt x="2197799" y="1982099"/>
                  </a:lnTo>
                  <a:close/>
                </a:path>
              </a:pathLst>
            </a:custGeom>
            <a:solidFill>
              <a:srgbClr val="FFFFFF">
                <a:alpha val="74679"/>
              </a:srgbClr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22" name="object 22"/>
            <p:cNvSpPr/>
            <p:nvPr/>
          </p:nvSpPr>
          <p:spPr>
            <a:xfrm>
              <a:off x="3585424" y="1598300"/>
              <a:ext cx="2258695" cy="251460"/>
            </a:xfrm>
            <a:custGeom>
              <a:avLst/>
              <a:gdLst/>
              <a:ahLst/>
              <a:cxnLst/>
              <a:rect l="l" t="t" r="r" b="b"/>
              <a:pathLst>
                <a:path w="2258695" h="251460">
                  <a:moveTo>
                    <a:pt x="0" y="0"/>
                  </a:moveTo>
                  <a:lnTo>
                    <a:pt x="2258699" y="0"/>
                  </a:lnTo>
                  <a:lnTo>
                    <a:pt x="2258699" y="251099"/>
                  </a:lnTo>
                  <a:lnTo>
                    <a:pt x="0" y="251099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F6737D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4814834" y="5977618"/>
            <a:ext cx="2805007" cy="304421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867" spc="-73" dirty="0">
                <a:latin typeface="Lucida Sans Unicode"/>
                <a:cs typeface="Lucida Sans Unicode"/>
              </a:rPr>
              <a:t>Next</a:t>
            </a:r>
            <a:r>
              <a:rPr sz="1867" spc="-53" dirty="0">
                <a:latin typeface="Lucida Sans Unicode"/>
                <a:cs typeface="Lucida Sans Unicode"/>
              </a:rPr>
              <a:t> </a:t>
            </a:r>
            <a:r>
              <a:rPr sz="1867" dirty="0">
                <a:latin typeface="Lucida Sans Unicode"/>
                <a:cs typeface="Lucida Sans Unicode"/>
              </a:rPr>
              <a:t>token</a:t>
            </a:r>
            <a:r>
              <a:rPr sz="1867" spc="-47" dirty="0">
                <a:latin typeface="Lucida Sans Unicode"/>
                <a:cs typeface="Lucida Sans Unicode"/>
              </a:rPr>
              <a:t> </a:t>
            </a:r>
            <a:r>
              <a:rPr sz="1867" spc="-13" dirty="0">
                <a:latin typeface="Lucida Sans Unicode"/>
                <a:cs typeface="Lucida Sans Unicode"/>
              </a:rPr>
              <a:t>probabilities</a:t>
            </a:r>
            <a:endParaRPr sz="1867">
              <a:latin typeface="Lucida Sans Unicode"/>
              <a:cs typeface="Lucida Sans Unicode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7284494" y="1828206"/>
            <a:ext cx="898313" cy="513816"/>
          </a:xfrm>
          <a:prstGeom prst="rect">
            <a:avLst/>
          </a:prstGeom>
        </p:spPr>
        <p:txBody>
          <a:bodyPr vert="horz" wrap="square" lIns="0" tIns="26247" rIns="0" bIns="0" rtlCol="0">
            <a:spAutoFit/>
          </a:bodyPr>
          <a:lstStyle/>
          <a:p>
            <a:pPr marL="130383" marR="6773" indent="-114297">
              <a:lnSpc>
                <a:spcPts val="1907"/>
              </a:lnSpc>
              <a:spcBef>
                <a:spcPts val="207"/>
              </a:spcBef>
            </a:pPr>
            <a:r>
              <a:rPr sz="1600" spc="-107" dirty="0">
                <a:solidFill>
                  <a:srgbClr val="37879E"/>
                </a:solidFill>
                <a:latin typeface="Arial Black"/>
                <a:cs typeface="Arial Black"/>
              </a:rPr>
              <a:t>3:</a:t>
            </a:r>
            <a:r>
              <a:rPr sz="1600" spc="-180" dirty="0">
                <a:solidFill>
                  <a:srgbClr val="37879E"/>
                </a:solidFill>
                <a:latin typeface="Arial Black"/>
                <a:cs typeface="Arial Black"/>
              </a:rPr>
              <a:t> </a:t>
            </a:r>
            <a:r>
              <a:rPr sz="1600" spc="-107" dirty="0">
                <a:solidFill>
                  <a:srgbClr val="37879E"/>
                </a:solidFill>
                <a:latin typeface="Arial Black"/>
                <a:cs typeface="Arial Black"/>
              </a:rPr>
              <a:t>Select </a:t>
            </a:r>
            <a:r>
              <a:rPr sz="1600" spc="-13" dirty="0">
                <a:solidFill>
                  <a:srgbClr val="37879E"/>
                </a:solidFill>
                <a:latin typeface="Arial Black"/>
                <a:cs typeface="Arial Black"/>
              </a:rPr>
              <a:t>Token</a:t>
            </a:r>
            <a:endParaRPr sz="1600">
              <a:latin typeface="Arial Black"/>
              <a:cs typeface="Arial Black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6454567" y="2033386"/>
            <a:ext cx="508000" cy="122767"/>
            <a:chOff x="4840925" y="965364"/>
            <a:chExt cx="381000" cy="92075"/>
          </a:xfrm>
        </p:grpSpPr>
        <p:sp>
          <p:nvSpPr>
            <p:cNvPr id="26" name="object 26"/>
            <p:cNvSpPr/>
            <p:nvPr/>
          </p:nvSpPr>
          <p:spPr>
            <a:xfrm>
              <a:off x="4840925" y="1011249"/>
              <a:ext cx="280035" cy="0"/>
            </a:xfrm>
            <a:custGeom>
              <a:avLst/>
              <a:gdLst/>
              <a:ahLst/>
              <a:cxnLst/>
              <a:rect l="l" t="t" r="r" b="b"/>
              <a:pathLst>
                <a:path w="280035">
                  <a:moveTo>
                    <a:pt x="0" y="0"/>
                  </a:moveTo>
                  <a:lnTo>
                    <a:pt x="279412" y="0"/>
                  </a:lnTo>
                </a:path>
              </a:pathLst>
            </a:custGeom>
            <a:ln w="28574">
              <a:solidFill>
                <a:srgbClr val="237A94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pic>
          <p:nvPicPr>
            <p:cNvPr id="27" name="object 2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106050" y="965364"/>
              <a:ext cx="115388" cy="91770"/>
            </a:xfrm>
            <a:prstGeom prst="rect">
              <a:avLst/>
            </a:prstGeom>
          </p:spPr>
        </p:pic>
      </p:grpSp>
      <p:sp>
        <p:nvSpPr>
          <p:cNvPr id="28" name="object 28"/>
          <p:cNvSpPr txBox="1"/>
          <p:nvPr/>
        </p:nvSpPr>
        <p:spPr>
          <a:xfrm>
            <a:off x="7996161" y="2899001"/>
            <a:ext cx="1791547" cy="26332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600" spc="-60" dirty="0">
                <a:solidFill>
                  <a:srgbClr val="F65B66"/>
                </a:solidFill>
                <a:latin typeface="Arial Black"/>
                <a:cs typeface="Arial Black"/>
              </a:rPr>
              <a:t>Greedy</a:t>
            </a:r>
            <a:r>
              <a:rPr sz="1600" spc="-152" dirty="0">
                <a:solidFill>
                  <a:srgbClr val="F65B66"/>
                </a:solidFill>
                <a:latin typeface="Arial Black"/>
                <a:cs typeface="Arial Black"/>
              </a:rPr>
              <a:t> </a:t>
            </a:r>
            <a:r>
              <a:rPr sz="1600" spc="-60" dirty="0">
                <a:solidFill>
                  <a:srgbClr val="F65B66"/>
                </a:solidFill>
                <a:latin typeface="Arial Black"/>
                <a:cs typeface="Arial Black"/>
              </a:rPr>
              <a:t>selection</a:t>
            </a:r>
            <a:endParaRPr sz="1600">
              <a:latin typeface="Arial Black"/>
              <a:cs typeface="Arial Black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09316" y="670112"/>
            <a:ext cx="14020800" cy="512961"/>
          </a:xfrm>
          <a:prstGeom prst="rect">
            <a:avLst/>
          </a:prstGeom>
        </p:spPr>
        <p:txBody>
          <a:bodyPr vert="horz" wrap="square" lIns="0" tIns="20320" rIns="0" bIns="0" rtlCol="0" anchor="ctr">
            <a:spAutoFit/>
          </a:bodyPr>
          <a:lstStyle/>
          <a:p>
            <a:pPr marL="225208">
              <a:spcBef>
                <a:spcPts val="160"/>
              </a:spcBef>
            </a:pPr>
            <a:r>
              <a:rPr spc="113" dirty="0"/>
              <a:t>Step</a:t>
            </a:r>
            <a:r>
              <a:rPr spc="-140" dirty="0"/>
              <a:t> </a:t>
            </a:r>
            <a:r>
              <a:rPr spc="-240" dirty="0"/>
              <a:t>3:</a:t>
            </a:r>
            <a:r>
              <a:rPr spc="-140" dirty="0"/>
              <a:t> </a:t>
            </a:r>
            <a:r>
              <a:rPr spc="120" dirty="0"/>
              <a:t>Select</a:t>
            </a:r>
            <a:r>
              <a:rPr spc="-140" dirty="0"/>
              <a:t> </a:t>
            </a:r>
            <a:r>
              <a:rPr spc="-13" dirty="0"/>
              <a:t>Token</a:t>
            </a:r>
            <a:endParaRPr/>
          </a:p>
        </p:txBody>
      </p:sp>
      <p:sp>
        <p:nvSpPr>
          <p:cNvPr id="3" name="object 3"/>
          <p:cNvSpPr/>
          <p:nvPr/>
        </p:nvSpPr>
        <p:spPr>
          <a:xfrm>
            <a:off x="1534845" y="1610942"/>
            <a:ext cx="1065107" cy="546945"/>
          </a:xfrm>
          <a:custGeom>
            <a:avLst/>
            <a:gdLst/>
            <a:ahLst/>
            <a:cxnLst/>
            <a:rect l="l" t="t" r="r" b="b"/>
            <a:pathLst>
              <a:path w="798830" h="410209">
                <a:moveTo>
                  <a:pt x="0" y="68351"/>
                </a:moveTo>
                <a:lnTo>
                  <a:pt x="5371" y="41745"/>
                </a:lnTo>
                <a:lnTo>
                  <a:pt x="20019" y="20019"/>
                </a:lnTo>
                <a:lnTo>
                  <a:pt x="41745" y="5371"/>
                </a:lnTo>
                <a:lnTo>
                  <a:pt x="68351" y="0"/>
                </a:lnTo>
                <a:lnTo>
                  <a:pt x="730248" y="0"/>
                </a:lnTo>
                <a:lnTo>
                  <a:pt x="768169" y="11483"/>
                </a:lnTo>
                <a:lnTo>
                  <a:pt x="793397" y="42194"/>
                </a:lnTo>
                <a:lnTo>
                  <a:pt x="798599" y="68351"/>
                </a:lnTo>
                <a:lnTo>
                  <a:pt x="798599" y="341748"/>
                </a:lnTo>
                <a:lnTo>
                  <a:pt x="793228" y="368354"/>
                </a:lnTo>
                <a:lnTo>
                  <a:pt x="778580" y="390080"/>
                </a:lnTo>
                <a:lnTo>
                  <a:pt x="756854" y="404728"/>
                </a:lnTo>
                <a:lnTo>
                  <a:pt x="730248" y="410099"/>
                </a:lnTo>
                <a:lnTo>
                  <a:pt x="68351" y="410099"/>
                </a:lnTo>
                <a:lnTo>
                  <a:pt x="41745" y="404728"/>
                </a:lnTo>
                <a:lnTo>
                  <a:pt x="20019" y="390080"/>
                </a:lnTo>
                <a:lnTo>
                  <a:pt x="5371" y="368354"/>
                </a:lnTo>
                <a:lnTo>
                  <a:pt x="0" y="341748"/>
                </a:lnTo>
                <a:lnTo>
                  <a:pt x="0" y="68351"/>
                </a:lnTo>
                <a:close/>
              </a:path>
            </a:pathLst>
          </a:custGeom>
          <a:ln w="19049">
            <a:solidFill>
              <a:srgbClr val="257693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4" name="object 4"/>
          <p:cNvSpPr txBox="1"/>
          <p:nvPr/>
        </p:nvSpPr>
        <p:spPr>
          <a:xfrm>
            <a:off x="1696948" y="1617980"/>
            <a:ext cx="740833" cy="514457"/>
          </a:xfrm>
          <a:prstGeom prst="rect">
            <a:avLst/>
          </a:prstGeom>
        </p:spPr>
        <p:txBody>
          <a:bodyPr vert="horz" wrap="square" lIns="0" tIns="26247" rIns="0" bIns="0" rtlCol="0">
            <a:spAutoFit/>
          </a:bodyPr>
          <a:lstStyle/>
          <a:p>
            <a:pPr marL="16933" marR="6773" indent="11006">
              <a:lnSpc>
                <a:spcPts val="1907"/>
              </a:lnSpc>
              <a:spcBef>
                <a:spcPts val="207"/>
              </a:spcBef>
            </a:pPr>
            <a:r>
              <a:rPr sz="1600" spc="-339" dirty="0">
                <a:latin typeface="Lucida Sans Unicode"/>
                <a:cs typeface="Lucida Sans Unicode"/>
              </a:rPr>
              <a:t>1:</a:t>
            </a:r>
            <a:r>
              <a:rPr sz="1600" spc="-73" dirty="0">
                <a:latin typeface="Lucida Sans Unicode"/>
                <a:cs typeface="Lucida Sans Unicode"/>
              </a:rPr>
              <a:t> </a:t>
            </a:r>
            <a:r>
              <a:rPr sz="1600" spc="-13" dirty="0">
                <a:latin typeface="Lucida Sans Unicode"/>
                <a:cs typeface="Lucida Sans Unicode"/>
              </a:rPr>
              <a:t>Input </a:t>
            </a:r>
            <a:r>
              <a:rPr sz="1600" spc="-20" dirty="0">
                <a:latin typeface="Lucida Sans Unicode"/>
                <a:cs typeface="Lucida Sans Unicode"/>
              </a:rPr>
              <a:t>Tokens</a:t>
            </a:r>
            <a:endParaRPr sz="1600">
              <a:latin typeface="Lucida Sans Unicode"/>
              <a:cs typeface="Lucida Sans Unicode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495946" y="2660742"/>
            <a:ext cx="4068233" cy="3228340"/>
            <a:chOff x="222187" y="1593537"/>
            <a:chExt cx="3051175" cy="2421255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11700" y="1733115"/>
              <a:ext cx="2956500" cy="2124500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226950" y="1598300"/>
              <a:ext cx="3041650" cy="2411730"/>
            </a:xfrm>
            <a:custGeom>
              <a:avLst/>
              <a:gdLst/>
              <a:ahLst/>
              <a:cxnLst/>
              <a:rect l="l" t="t" r="r" b="b"/>
              <a:pathLst>
                <a:path w="3041650" h="2411729">
                  <a:moveTo>
                    <a:pt x="0" y="0"/>
                  </a:moveTo>
                  <a:lnTo>
                    <a:pt x="3041399" y="0"/>
                  </a:lnTo>
                  <a:lnTo>
                    <a:pt x="3041399" y="2411699"/>
                  </a:lnTo>
                  <a:lnTo>
                    <a:pt x="0" y="24116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326287" y="2402405"/>
            <a:ext cx="1728047" cy="256480"/>
          </a:xfrm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>
              <a:spcBef>
                <a:spcPts val="80"/>
              </a:spcBef>
            </a:pPr>
            <a:r>
              <a:rPr sz="1600" spc="-67" dirty="0">
                <a:solidFill>
                  <a:srgbClr val="237A94"/>
                </a:solidFill>
                <a:latin typeface="Arial Black"/>
                <a:cs typeface="Arial Black"/>
              </a:rPr>
              <a:t>Context</a:t>
            </a:r>
            <a:r>
              <a:rPr sz="1600" spc="-152" dirty="0">
                <a:solidFill>
                  <a:srgbClr val="237A94"/>
                </a:solidFill>
                <a:latin typeface="Arial Black"/>
                <a:cs typeface="Arial Black"/>
              </a:rPr>
              <a:t> </a:t>
            </a:r>
            <a:r>
              <a:rPr sz="1600" spc="-40" dirty="0">
                <a:solidFill>
                  <a:srgbClr val="237A94"/>
                </a:solidFill>
                <a:latin typeface="Arial Black"/>
                <a:cs typeface="Arial Black"/>
              </a:rPr>
              <a:t>Window</a:t>
            </a:r>
            <a:endParaRPr sz="1600">
              <a:latin typeface="Arial Black"/>
              <a:cs typeface="Arial Black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199697" y="2282126"/>
            <a:ext cx="4542367" cy="3902287"/>
            <a:chOff x="0" y="1309575"/>
            <a:chExt cx="3406775" cy="2926715"/>
          </a:xfrm>
        </p:grpSpPr>
        <p:sp>
          <p:nvSpPr>
            <p:cNvPr id="10" name="object 10"/>
            <p:cNvSpPr/>
            <p:nvPr/>
          </p:nvSpPr>
          <p:spPr>
            <a:xfrm>
              <a:off x="304644" y="2914538"/>
              <a:ext cx="2956560" cy="1001394"/>
            </a:xfrm>
            <a:custGeom>
              <a:avLst/>
              <a:gdLst/>
              <a:ahLst/>
              <a:cxnLst/>
              <a:rect l="l" t="t" r="r" b="b"/>
              <a:pathLst>
                <a:path w="2956560" h="1001395">
                  <a:moveTo>
                    <a:pt x="2956500" y="1001400"/>
                  </a:moveTo>
                  <a:lnTo>
                    <a:pt x="0" y="1001400"/>
                  </a:lnTo>
                  <a:lnTo>
                    <a:pt x="0" y="0"/>
                  </a:lnTo>
                  <a:lnTo>
                    <a:pt x="2956500" y="0"/>
                  </a:lnTo>
                  <a:lnTo>
                    <a:pt x="2956500" y="10014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1" name="object 11"/>
            <p:cNvSpPr/>
            <p:nvPr/>
          </p:nvSpPr>
          <p:spPr>
            <a:xfrm>
              <a:off x="0" y="1309575"/>
              <a:ext cx="3406775" cy="2926715"/>
            </a:xfrm>
            <a:custGeom>
              <a:avLst/>
              <a:gdLst/>
              <a:ahLst/>
              <a:cxnLst/>
              <a:rect l="l" t="t" r="r" b="b"/>
              <a:pathLst>
                <a:path w="3406775" h="2926715">
                  <a:moveTo>
                    <a:pt x="3406499" y="2926199"/>
                  </a:moveTo>
                  <a:lnTo>
                    <a:pt x="0" y="2926199"/>
                  </a:lnTo>
                  <a:lnTo>
                    <a:pt x="0" y="0"/>
                  </a:lnTo>
                  <a:lnTo>
                    <a:pt x="3406499" y="0"/>
                  </a:lnTo>
                  <a:lnTo>
                    <a:pt x="3406499" y="2926199"/>
                  </a:lnTo>
                  <a:close/>
                </a:path>
              </a:pathLst>
            </a:custGeom>
            <a:solidFill>
              <a:srgbClr val="FFFFFF">
                <a:alpha val="60128"/>
              </a:srgbClr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sp>
        <p:nvSpPr>
          <p:cNvPr id="12" name="object 12"/>
          <p:cNvSpPr/>
          <p:nvPr/>
        </p:nvSpPr>
        <p:spPr>
          <a:xfrm>
            <a:off x="4980261" y="1610959"/>
            <a:ext cx="1674707" cy="546945"/>
          </a:xfrm>
          <a:custGeom>
            <a:avLst/>
            <a:gdLst/>
            <a:ahLst/>
            <a:cxnLst/>
            <a:rect l="l" t="t" r="r" b="b"/>
            <a:pathLst>
              <a:path w="1256029" h="410209">
                <a:moveTo>
                  <a:pt x="0" y="68351"/>
                </a:moveTo>
                <a:lnTo>
                  <a:pt x="5371" y="41745"/>
                </a:lnTo>
                <a:lnTo>
                  <a:pt x="20019" y="20019"/>
                </a:lnTo>
                <a:lnTo>
                  <a:pt x="41745" y="5371"/>
                </a:lnTo>
                <a:lnTo>
                  <a:pt x="68351" y="0"/>
                </a:lnTo>
                <a:lnTo>
                  <a:pt x="1187148" y="0"/>
                </a:lnTo>
                <a:lnTo>
                  <a:pt x="1225070" y="11483"/>
                </a:lnTo>
                <a:lnTo>
                  <a:pt x="1250297" y="42194"/>
                </a:lnTo>
                <a:lnTo>
                  <a:pt x="1255499" y="68351"/>
                </a:lnTo>
                <a:lnTo>
                  <a:pt x="1255499" y="341748"/>
                </a:lnTo>
                <a:lnTo>
                  <a:pt x="1250128" y="368354"/>
                </a:lnTo>
                <a:lnTo>
                  <a:pt x="1235480" y="390080"/>
                </a:lnTo>
                <a:lnTo>
                  <a:pt x="1213753" y="404728"/>
                </a:lnTo>
                <a:lnTo>
                  <a:pt x="1187148" y="410099"/>
                </a:lnTo>
                <a:lnTo>
                  <a:pt x="68351" y="410099"/>
                </a:lnTo>
                <a:lnTo>
                  <a:pt x="41745" y="404728"/>
                </a:lnTo>
                <a:lnTo>
                  <a:pt x="20019" y="390080"/>
                </a:lnTo>
                <a:lnTo>
                  <a:pt x="5371" y="368354"/>
                </a:lnTo>
                <a:lnTo>
                  <a:pt x="0" y="341748"/>
                </a:lnTo>
                <a:lnTo>
                  <a:pt x="0" y="68351"/>
                </a:lnTo>
                <a:close/>
              </a:path>
            </a:pathLst>
          </a:custGeom>
          <a:ln w="19049">
            <a:solidFill>
              <a:srgbClr val="257693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3" name="object 13"/>
          <p:cNvSpPr txBox="1"/>
          <p:nvPr/>
        </p:nvSpPr>
        <p:spPr>
          <a:xfrm>
            <a:off x="5179552" y="1617998"/>
            <a:ext cx="1275925" cy="514457"/>
          </a:xfrm>
          <a:prstGeom prst="rect">
            <a:avLst/>
          </a:prstGeom>
        </p:spPr>
        <p:txBody>
          <a:bodyPr vert="horz" wrap="square" lIns="0" tIns="26247" rIns="0" bIns="0" rtlCol="0">
            <a:spAutoFit/>
          </a:bodyPr>
          <a:lstStyle/>
          <a:p>
            <a:pPr marL="16933" marR="6773" indent="31326">
              <a:lnSpc>
                <a:spcPts val="1907"/>
              </a:lnSpc>
              <a:spcBef>
                <a:spcPts val="207"/>
              </a:spcBef>
            </a:pPr>
            <a:r>
              <a:rPr sz="1600" spc="-140" dirty="0">
                <a:latin typeface="Lucida Sans Unicode"/>
                <a:cs typeface="Lucida Sans Unicode"/>
              </a:rPr>
              <a:t>2:</a:t>
            </a:r>
            <a:r>
              <a:rPr sz="1600" spc="-60" dirty="0">
                <a:latin typeface="Lucida Sans Unicode"/>
                <a:cs typeface="Lucida Sans Unicode"/>
              </a:rPr>
              <a:t> </a:t>
            </a:r>
            <a:r>
              <a:rPr sz="1600" spc="53" dirty="0">
                <a:latin typeface="Lucida Sans Unicode"/>
                <a:cs typeface="Lucida Sans Unicode"/>
              </a:rPr>
              <a:t>Compute </a:t>
            </a:r>
            <a:r>
              <a:rPr sz="1600" spc="-13" dirty="0">
                <a:latin typeface="Lucida Sans Unicode"/>
                <a:cs typeface="Lucida Sans Unicode"/>
              </a:rPr>
              <a:t>Probabilities</a:t>
            </a:r>
            <a:endParaRPr sz="1600">
              <a:latin typeface="Lucida Sans Unicode"/>
              <a:cs typeface="Lucida Sans Unicode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4967713" y="2654391"/>
            <a:ext cx="3031913" cy="3033607"/>
            <a:chOff x="3576012" y="1588774"/>
            <a:chExt cx="2273935" cy="2275205"/>
          </a:xfrm>
        </p:grpSpPr>
        <p:pic>
          <p:nvPicPr>
            <p:cNvPr id="15" name="object 1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585537" y="1620722"/>
              <a:ext cx="2227824" cy="2233252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3580774" y="1593537"/>
              <a:ext cx="2264410" cy="2265680"/>
            </a:xfrm>
            <a:custGeom>
              <a:avLst/>
              <a:gdLst/>
              <a:ahLst/>
              <a:cxnLst/>
              <a:rect l="l" t="t" r="r" b="b"/>
              <a:pathLst>
                <a:path w="2264410" h="2265679">
                  <a:moveTo>
                    <a:pt x="0" y="0"/>
                  </a:moveTo>
                  <a:lnTo>
                    <a:pt x="2264299" y="0"/>
                  </a:lnTo>
                  <a:lnTo>
                    <a:pt x="2264299" y="2265199"/>
                  </a:lnTo>
                  <a:lnTo>
                    <a:pt x="0" y="22651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237A94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5031463" y="5772490"/>
            <a:ext cx="2771140" cy="299292"/>
          </a:xfrm>
          <a:prstGeom prst="rect">
            <a:avLst/>
          </a:prstGeom>
        </p:spPr>
        <p:txBody>
          <a:bodyPr vert="horz" wrap="square" lIns="0" tIns="11853" rIns="0" bIns="0" rtlCol="0">
            <a:spAutoFit/>
          </a:bodyPr>
          <a:lstStyle/>
          <a:p>
            <a:pPr>
              <a:spcBef>
                <a:spcPts val="93"/>
              </a:spcBef>
            </a:pPr>
            <a:r>
              <a:rPr sz="1867" spc="-73" dirty="0">
                <a:latin typeface="Lucida Sans Unicode"/>
                <a:cs typeface="Lucida Sans Unicode"/>
              </a:rPr>
              <a:t>Next</a:t>
            </a:r>
            <a:r>
              <a:rPr sz="1867" spc="-53" dirty="0">
                <a:latin typeface="Lucida Sans Unicode"/>
                <a:cs typeface="Lucida Sans Unicode"/>
              </a:rPr>
              <a:t> </a:t>
            </a:r>
            <a:r>
              <a:rPr sz="1867" dirty="0">
                <a:latin typeface="Lucida Sans Unicode"/>
                <a:cs typeface="Lucida Sans Unicode"/>
              </a:rPr>
              <a:t>token</a:t>
            </a:r>
            <a:r>
              <a:rPr sz="1867" spc="-47" dirty="0">
                <a:latin typeface="Lucida Sans Unicode"/>
                <a:cs typeface="Lucida Sans Unicode"/>
              </a:rPr>
              <a:t> </a:t>
            </a:r>
            <a:r>
              <a:rPr sz="1867" spc="-13" dirty="0">
                <a:latin typeface="Lucida Sans Unicode"/>
                <a:cs typeface="Lucida Sans Unicode"/>
              </a:rPr>
              <a:t>probabilities</a:t>
            </a:r>
            <a:endParaRPr sz="1867">
              <a:latin typeface="Lucida Sans Unicode"/>
              <a:cs typeface="Lucida Sans Unicode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2599646" y="1591908"/>
            <a:ext cx="6088380" cy="585045"/>
            <a:chOff x="1799962" y="791912"/>
            <a:chExt cx="4566285" cy="438784"/>
          </a:xfrm>
        </p:grpSpPr>
        <p:sp>
          <p:nvSpPr>
            <p:cNvPr id="19" name="object 19"/>
            <p:cNvSpPr/>
            <p:nvPr/>
          </p:nvSpPr>
          <p:spPr>
            <a:xfrm>
              <a:off x="1799962" y="1011237"/>
              <a:ext cx="1657350" cy="0"/>
            </a:xfrm>
            <a:custGeom>
              <a:avLst/>
              <a:gdLst/>
              <a:ahLst/>
              <a:cxnLst/>
              <a:rect l="l" t="t" r="r" b="b"/>
              <a:pathLst>
                <a:path w="1657350">
                  <a:moveTo>
                    <a:pt x="0" y="0"/>
                  </a:moveTo>
                  <a:lnTo>
                    <a:pt x="1657012" y="0"/>
                  </a:lnTo>
                </a:path>
              </a:pathLst>
            </a:custGeom>
            <a:ln w="28574">
              <a:solidFill>
                <a:srgbClr val="237A94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pic>
          <p:nvPicPr>
            <p:cNvPr id="20" name="object 2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442686" y="965352"/>
              <a:ext cx="115388" cy="91770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5248974" y="806200"/>
              <a:ext cx="1102995" cy="410209"/>
            </a:xfrm>
            <a:custGeom>
              <a:avLst/>
              <a:gdLst/>
              <a:ahLst/>
              <a:cxnLst/>
              <a:rect l="l" t="t" r="r" b="b"/>
              <a:pathLst>
                <a:path w="1102995" h="410209">
                  <a:moveTo>
                    <a:pt x="0" y="68351"/>
                  </a:moveTo>
                  <a:lnTo>
                    <a:pt x="5371" y="41745"/>
                  </a:lnTo>
                  <a:lnTo>
                    <a:pt x="20019" y="20019"/>
                  </a:lnTo>
                  <a:lnTo>
                    <a:pt x="41745" y="5371"/>
                  </a:lnTo>
                  <a:lnTo>
                    <a:pt x="68351" y="0"/>
                  </a:lnTo>
                  <a:lnTo>
                    <a:pt x="1034148" y="0"/>
                  </a:lnTo>
                  <a:lnTo>
                    <a:pt x="1072070" y="11483"/>
                  </a:lnTo>
                  <a:lnTo>
                    <a:pt x="1097297" y="42194"/>
                  </a:lnTo>
                  <a:lnTo>
                    <a:pt x="1102499" y="68351"/>
                  </a:lnTo>
                  <a:lnTo>
                    <a:pt x="1102499" y="341748"/>
                  </a:lnTo>
                  <a:lnTo>
                    <a:pt x="1097128" y="368354"/>
                  </a:lnTo>
                  <a:lnTo>
                    <a:pt x="1082480" y="390080"/>
                  </a:lnTo>
                  <a:lnTo>
                    <a:pt x="1060753" y="404728"/>
                  </a:lnTo>
                  <a:lnTo>
                    <a:pt x="1034148" y="410099"/>
                  </a:lnTo>
                  <a:lnTo>
                    <a:pt x="68351" y="410099"/>
                  </a:lnTo>
                  <a:lnTo>
                    <a:pt x="41745" y="404728"/>
                  </a:lnTo>
                  <a:lnTo>
                    <a:pt x="20019" y="390080"/>
                  </a:lnTo>
                  <a:lnTo>
                    <a:pt x="5371" y="368354"/>
                  </a:lnTo>
                  <a:lnTo>
                    <a:pt x="0" y="341748"/>
                  </a:lnTo>
                  <a:lnTo>
                    <a:pt x="0" y="68351"/>
                  </a:lnTo>
                  <a:close/>
                </a:path>
              </a:pathLst>
            </a:custGeom>
            <a:ln w="28574">
              <a:solidFill>
                <a:srgbClr val="F6737D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22" name="object 22"/>
            <p:cNvSpPr/>
            <p:nvPr/>
          </p:nvSpPr>
          <p:spPr>
            <a:xfrm>
              <a:off x="4840925" y="1011250"/>
              <a:ext cx="280035" cy="0"/>
            </a:xfrm>
            <a:custGeom>
              <a:avLst/>
              <a:gdLst/>
              <a:ahLst/>
              <a:cxnLst/>
              <a:rect l="l" t="t" r="r" b="b"/>
              <a:pathLst>
                <a:path w="280035">
                  <a:moveTo>
                    <a:pt x="0" y="0"/>
                  </a:moveTo>
                  <a:lnTo>
                    <a:pt x="279412" y="0"/>
                  </a:lnTo>
                </a:path>
              </a:pathLst>
            </a:custGeom>
            <a:ln w="28574">
              <a:solidFill>
                <a:srgbClr val="237A94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pic>
          <p:nvPicPr>
            <p:cNvPr id="23" name="object 2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106049" y="965364"/>
              <a:ext cx="115388" cy="91770"/>
            </a:xfrm>
            <a:prstGeom prst="rect">
              <a:avLst/>
            </a:prstGeom>
          </p:spPr>
        </p:pic>
      </p:grpSp>
      <p:grpSp>
        <p:nvGrpSpPr>
          <p:cNvPr id="24" name="object 24"/>
          <p:cNvGrpSpPr/>
          <p:nvPr/>
        </p:nvGrpSpPr>
        <p:grpSpPr>
          <a:xfrm>
            <a:off x="4802563" y="2489326"/>
            <a:ext cx="3967480" cy="3902287"/>
            <a:chOff x="3452150" y="1464975"/>
            <a:chExt cx="2975610" cy="2926715"/>
          </a:xfrm>
        </p:grpSpPr>
        <p:sp>
          <p:nvSpPr>
            <p:cNvPr id="25" name="object 25"/>
            <p:cNvSpPr/>
            <p:nvPr/>
          </p:nvSpPr>
          <p:spPr>
            <a:xfrm>
              <a:off x="3452150" y="1464975"/>
              <a:ext cx="2580640" cy="2926715"/>
            </a:xfrm>
            <a:custGeom>
              <a:avLst/>
              <a:gdLst/>
              <a:ahLst/>
              <a:cxnLst/>
              <a:rect l="l" t="t" r="r" b="b"/>
              <a:pathLst>
                <a:path w="2580640" h="2926715">
                  <a:moveTo>
                    <a:pt x="2580299" y="2926199"/>
                  </a:moveTo>
                  <a:lnTo>
                    <a:pt x="0" y="2926199"/>
                  </a:lnTo>
                  <a:lnTo>
                    <a:pt x="0" y="0"/>
                  </a:lnTo>
                  <a:lnTo>
                    <a:pt x="2580299" y="0"/>
                  </a:lnTo>
                  <a:lnTo>
                    <a:pt x="2580299" y="2926199"/>
                  </a:lnTo>
                  <a:close/>
                </a:path>
              </a:pathLst>
            </a:custGeom>
            <a:solidFill>
              <a:srgbClr val="FFFFFF">
                <a:alpha val="60128"/>
              </a:srgbClr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pic>
          <p:nvPicPr>
            <p:cNvPr id="26" name="object 2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001897" y="1598306"/>
              <a:ext cx="425300" cy="269750"/>
            </a:xfrm>
            <a:prstGeom prst="rect">
              <a:avLst/>
            </a:prstGeom>
          </p:spPr>
        </p:pic>
      </p:grpSp>
      <p:sp>
        <p:nvSpPr>
          <p:cNvPr id="27" name="object 27"/>
          <p:cNvSpPr txBox="1"/>
          <p:nvPr/>
        </p:nvSpPr>
        <p:spPr>
          <a:xfrm>
            <a:off x="7484190" y="1617998"/>
            <a:ext cx="2175933" cy="990870"/>
          </a:xfrm>
          <a:prstGeom prst="rect">
            <a:avLst/>
          </a:prstGeom>
        </p:spPr>
        <p:txBody>
          <a:bodyPr vert="horz" wrap="square" lIns="0" tIns="26247" rIns="0" bIns="0" rtlCol="0">
            <a:spAutoFit/>
          </a:bodyPr>
          <a:lstStyle/>
          <a:p>
            <a:pPr marL="130383" marR="1283515" indent="-114297">
              <a:lnSpc>
                <a:spcPts val="1907"/>
              </a:lnSpc>
              <a:spcBef>
                <a:spcPts val="207"/>
              </a:spcBef>
            </a:pPr>
            <a:r>
              <a:rPr sz="1600" spc="-107" dirty="0">
                <a:solidFill>
                  <a:srgbClr val="37879E"/>
                </a:solidFill>
                <a:latin typeface="Arial Black"/>
                <a:cs typeface="Arial Black"/>
              </a:rPr>
              <a:t>3:</a:t>
            </a:r>
            <a:r>
              <a:rPr sz="1600" spc="-180" dirty="0">
                <a:solidFill>
                  <a:srgbClr val="37879E"/>
                </a:solidFill>
                <a:latin typeface="Arial Black"/>
                <a:cs typeface="Arial Black"/>
              </a:rPr>
              <a:t> </a:t>
            </a:r>
            <a:r>
              <a:rPr sz="1600" spc="-107" dirty="0">
                <a:solidFill>
                  <a:srgbClr val="37879E"/>
                </a:solidFill>
                <a:latin typeface="Arial Black"/>
                <a:cs typeface="Arial Black"/>
              </a:rPr>
              <a:t>Select </a:t>
            </a:r>
            <a:r>
              <a:rPr sz="1600" spc="-13" dirty="0">
                <a:solidFill>
                  <a:srgbClr val="37879E"/>
                </a:solidFill>
                <a:latin typeface="Arial Black"/>
                <a:cs typeface="Arial Black"/>
              </a:rPr>
              <a:t>Token</a:t>
            </a:r>
            <a:endParaRPr sz="1600">
              <a:latin typeface="Arial Black"/>
              <a:cs typeface="Arial Black"/>
            </a:endParaRPr>
          </a:p>
          <a:p>
            <a:pPr marL="656996">
              <a:spcBef>
                <a:spcPts val="1807"/>
              </a:spcBef>
            </a:pPr>
            <a:r>
              <a:rPr sz="1600" spc="13" dirty="0">
                <a:latin typeface="Lucida Sans Unicode"/>
                <a:cs typeface="Lucida Sans Unicode"/>
              </a:rPr>
              <a:t>Selected</a:t>
            </a:r>
            <a:r>
              <a:rPr sz="1600" spc="320" dirty="0">
                <a:latin typeface="Lucida Sans Unicode"/>
                <a:cs typeface="Lucida Sans Unicode"/>
              </a:rPr>
              <a:t> </a:t>
            </a:r>
            <a:r>
              <a:rPr sz="1600" spc="-13" dirty="0">
                <a:latin typeface="Lucida Sans Unicode"/>
                <a:cs typeface="Lucida Sans Unicode"/>
              </a:rPr>
              <a:t>token</a:t>
            </a:r>
            <a:endParaRPr sz="1600"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09316" y="670112"/>
            <a:ext cx="14020800" cy="512961"/>
          </a:xfrm>
          <a:prstGeom prst="rect">
            <a:avLst/>
          </a:prstGeom>
        </p:spPr>
        <p:txBody>
          <a:bodyPr vert="horz" wrap="square" lIns="0" tIns="20320" rIns="0" bIns="0" rtlCol="0" anchor="ctr">
            <a:spAutoFit/>
          </a:bodyPr>
          <a:lstStyle/>
          <a:p>
            <a:pPr marL="225208">
              <a:spcBef>
                <a:spcPts val="160"/>
              </a:spcBef>
            </a:pPr>
            <a:r>
              <a:rPr spc="113" dirty="0"/>
              <a:t>Step</a:t>
            </a:r>
            <a:r>
              <a:rPr spc="-140" dirty="0"/>
              <a:t> </a:t>
            </a:r>
            <a:r>
              <a:rPr spc="-240" dirty="0"/>
              <a:t>3:</a:t>
            </a:r>
            <a:r>
              <a:rPr spc="-140" dirty="0"/>
              <a:t> </a:t>
            </a:r>
            <a:r>
              <a:rPr spc="120" dirty="0"/>
              <a:t>Select</a:t>
            </a:r>
            <a:r>
              <a:rPr spc="-140" dirty="0"/>
              <a:t> </a:t>
            </a:r>
            <a:r>
              <a:rPr spc="-13" dirty="0"/>
              <a:t>Token</a:t>
            </a:r>
            <a:endParaRPr/>
          </a:p>
        </p:txBody>
      </p:sp>
      <p:sp>
        <p:nvSpPr>
          <p:cNvPr id="3" name="object 3"/>
          <p:cNvSpPr/>
          <p:nvPr/>
        </p:nvSpPr>
        <p:spPr>
          <a:xfrm>
            <a:off x="1734540" y="1968294"/>
            <a:ext cx="1065107" cy="546945"/>
          </a:xfrm>
          <a:custGeom>
            <a:avLst/>
            <a:gdLst/>
            <a:ahLst/>
            <a:cxnLst/>
            <a:rect l="l" t="t" r="r" b="b"/>
            <a:pathLst>
              <a:path w="798830" h="410209">
                <a:moveTo>
                  <a:pt x="0" y="68351"/>
                </a:moveTo>
                <a:lnTo>
                  <a:pt x="5371" y="41745"/>
                </a:lnTo>
                <a:lnTo>
                  <a:pt x="20019" y="20019"/>
                </a:lnTo>
                <a:lnTo>
                  <a:pt x="41745" y="5371"/>
                </a:lnTo>
                <a:lnTo>
                  <a:pt x="68351" y="0"/>
                </a:lnTo>
                <a:lnTo>
                  <a:pt x="730248" y="0"/>
                </a:lnTo>
                <a:lnTo>
                  <a:pt x="768169" y="11483"/>
                </a:lnTo>
                <a:lnTo>
                  <a:pt x="793397" y="42194"/>
                </a:lnTo>
                <a:lnTo>
                  <a:pt x="798599" y="68351"/>
                </a:lnTo>
                <a:lnTo>
                  <a:pt x="798599" y="341748"/>
                </a:lnTo>
                <a:lnTo>
                  <a:pt x="793228" y="368354"/>
                </a:lnTo>
                <a:lnTo>
                  <a:pt x="778580" y="390080"/>
                </a:lnTo>
                <a:lnTo>
                  <a:pt x="756854" y="404728"/>
                </a:lnTo>
                <a:lnTo>
                  <a:pt x="730248" y="410099"/>
                </a:lnTo>
                <a:lnTo>
                  <a:pt x="68351" y="410099"/>
                </a:lnTo>
                <a:lnTo>
                  <a:pt x="41745" y="404728"/>
                </a:lnTo>
                <a:lnTo>
                  <a:pt x="20019" y="390080"/>
                </a:lnTo>
                <a:lnTo>
                  <a:pt x="5371" y="368354"/>
                </a:lnTo>
                <a:lnTo>
                  <a:pt x="0" y="341748"/>
                </a:lnTo>
                <a:lnTo>
                  <a:pt x="0" y="68351"/>
                </a:lnTo>
                <a:close/>
              </a:path>
            </a:pathLst>
          </a:custGeom>
          <a:ln w="19049">
            <a:solidFill>
              <a:srgbClr val="257693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4" name="object 4"/>
          <p:cNvSpPr txBox="1"/>
          <p:nvPr/>
        </p:nvSpPr>
        <p:spPr>
          <a:xfrm>
            <a:off x="1896643" y="1975332"/>
            <a:ext cx="740833" cy="514457"/>
          </a:xfrm>
          <a:prstGeom prst="rect">
            <a:avLst/>
          </a:prstGeom>
        </p:spPr>
        <p:txBody>
          <a:bodyPr vert="horz" wrap="square" lIns="0" tIns="26247" rIns="0" bIns="0" rtlCol="0">
            <a:spAutoFit/>
          </a:bodyPr>
          <a:lstStyle/>
          <a:p>
            <a:pPr marL="16933" marR="6773" indent="11006">
              <a:lnSpc>
                <a:spcPts val="1907"/>
              </a:lnSpc>
              <a:spcBef>
                <a:spcPts val="207"/>
              </a:spcBef>
            </a:pPr>
            <a:r>
              <a:rPr sz="1600" spc="-339" dirty="0">
                <a:latin typeface="Lucida Sans Unicode"/>
                <a:cs typeface="Lucida Sans Unicode"/>
              </a:rPr>
              <a:t>1:</a:t>
            </a:r>
            <a:r>
              <a:rPr sz="1600" spc="-73" dirty="0">
                <a:latin typeface="Lucida Sans Unicode"/>
                <a:cs typeface="Lucida Sans Unicode"/>
              </a:rPr>
              <a:t> </a:t>
            </a:r>
            <a:r>
              <a:rPr sz="1600" spc="-13" dirty="0">
                <a:latin typeface="Lucida Sans Unicode"/>
                <a:cs typeface="Lucida Sans Unicode"/>
              </a:rPr>
              <a:t>Input </a:t>
            </a:r>
            <a:r>
              <a:rPr sz="1600" spc="-20" dirty="0">
                <a:latin typeface="Lucida Sans Unicode"/>
                <a:cs typeface="Lucida Sans Unicode"/>
              </a:rPr>
              <a:t>Tokens</a:t>
            </a:r>
            <a:endParaRPr sz="1600">
              <a:latin typeface="Lucida Sans Unicode"/>
              <a:cs typeface="Lucida Sans Unicode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695641" y="3018094"/>
            <a:ext cx="4068233" cy="3228340"/>
            <a:chOff x="222187" y="1593537"/>
            <a:chExt cx="3051175" cy="2421255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11700" y="1733115"/>
              <a:ext cx="2956500" cy="2124500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226950" y="1598300"/>
              <a:ext cx="3041650" cy="2411730"/>
            </a:xfrm>
            <a:custGeom>
              <a:avLst/>
              <a:gdLst/>
              <a:ahLst/>
              <a:cxnLst/>
              <a:rect l="l" t="t" r="r" b="b"/>
              <a:pathLst>
                <a:path w="3041650" h="2411729">
                  <a:moveTo>
                    <a:pt x="0" y="0"/>
                  </a:moveTo>
                  <a:lnTo>
                    <a:pt x="3041399" y="0"/>
                  </a:lnTo>
                  <a:lnTo>
                    <a:pt x="3041399" y="2411699"/>
                  </a:lnTo>
                  <a:lnTo>
                    <a:pt x="0" y="24116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525982" y="2759757"/>
            <a:ext cx="1728047" cy="256480"/>
          </a:xfrm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>
              <a:spcBef>
                <a:spcPts val="80"/>
              </a:spcBef>
            </a:pPr>
            <a:r>
              <a:rPr sz="1600" spc="-67" dirty="0">
                <a:solidFill>
                  <a:srgbClr val="237A94"/>
                </a:solidFill>
                <a:latin typeface="Arial Black"/>
                <a:cs typeface="Arial Black"/>
              </a:rPr>
              <a:t>Context</a:t>
            </a:r>
            <a:r>
              <a:rPr sz="1600" spc="-152" dirty="0">
                <a:solidFill>
                  <a:srgbClr val="237A94"/>
                </a:solidFill>
                <a:latin typeface="Arial Black"/>
                <a:cs typeface="Arial Black"/>
              </a:rPr>
              <a:t> </a:t>
            </a:r>
            <a:r>
              <a:rPr sz="1600" spc="-40" dirty="0">
                <a:solidFill>
                  <a:srgbClr val="237A94"/>
                </a:solidFill>
                <a:latin typeface="Arial Black"/>
                <a:cs typeface="Arial Black"/>
              </a:rPr>
              <a:t>Window</a:t>
            </a:r>
            <a:endParaRPr sz="1600">
              <a:latin typeface="Arial Black"/>
              <a:cs typeface="Arial Black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5179956" y="1968311"/>
            <a:ext cx="1674707" cy="546945"/>
          </a:xfrm>
          <a:custGeom>
            <a:avLst/>
            <a:gdLst/>
            <a:ahLst/>
            <a:cxnLst/>
            <a:rect l="l" t="t" r="r" b="b"/>
            <a:pathLst>
              <a:path w="1256029" h="410209">
                <a:moveTo>
                  <a:pt x="0" y="68351"/>
                </a:moveTo>
                <a:lnTo>
                  <a:pt x="5371" y="41745"/>
                </a:lnTo>
                <a:lnTo>
                  <a:pt x="20019" y="20019"/>
                </a:lnTo>
                <a:lnTo>
                  <a:pt x="41745" y="5371"/>
                </a:lnTo>
                <a:lnTo>
                  <a:pt x="68351" y="0"/>
                </a:lnTo>
                <a:lnTo>
                  <a:pt x="1187148" y="0"/>
                </a:lnTo>
                <a:lnTo>
                  <a:pt x="1225070" y="11483"/>
                </a:lnTo>
                <a:lnTo>
                  <a:pt x="1250297" y="42194"/>
                </a:lnTo>
                <a:lnTo>
                  <a:pt x="1255499" y="68351"/>
                </a:lnTo>
                <a:lnTo>
                  <a:pt x="1255499" y="341748"/>
                </a:lnTo>
                <a:lnTo>
                  <a:pt x="1250128" y="368354"/>
                </a:lnTo>
                <a:lnTo>
                  <a:pt x="1235480" y="390080"/>
                </a:lnTo>
                <a:lnTo>
                  <a:pt x="1213753" y="404728"/>
                </a:lnTo>
                <a:lnTo>
                  <a:pt x="1187148" y="410099"/>
                </a:lnTo>
                <a:lnTo>
                  <a:pt x="68351" y="410099"/>
                </a:lnTo>
                <a:lnTo>
                  <a:pt x="41745" y="404728"/>
                </a:lnTo>
                <a:lnTo>
                  <a:pt x="20019" y="390080"/>
                </a:lnTo>
                <a:lnTo>
                  <a:pt x="5371" y="368354"/>
                </a:lnTo>
                <a:lnTo>
                  <a:pt x="0" y="341748"/>
                </a:lnTo>
                <a:lnTo>
                  <a:pt x="0" y="68351"/>
                </a:lnTo>
                <a:close/>
              </a:path>
            </a:pathLst>
          </a:custGeom>
          <a:ln w="19049">
            <a:solidFill>
              <a:srgbClr val="257693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grpSp>
        <p:nvGrpSpPr>
          <p:cNvPr id="10" name="object 10"/>
          <p:cNvGrpSpPr/>
          <p:nvPr/>
        </p:nvGrpSpPr>
        <p:grpSpPr>
          <a:xfrm>
            <a:off x="399392" y="2639478"/>
            <a:ext cx="7800340" cy="3902287"/>
            <a:chOff x="0" y="1309575"/>
            <a:chExt cx="5850255" cy="2926715"/>
          </a:xfrm>
        </p:grpSpPr>
        <p:sp>
          <p:nvSpPr>
            <p:cNvPr id="11" name="object 11"/>
            <p:cNvSpPr/>
            <p:nvPr/>
          </p:nvSpPr>
          <p:spPr>
            <a:xfrm>
              <a:off x="304644" y="2914538"/>
              <a:ext cx="2956560" cy="1001394"/>
            </a:xfrm>
            <a:custGeom>
              <a:avLst/>
              <a:gdLst/>
              <a:ahLst/>
              <a:cxnLst/>
              <a:rect l="l" t="t" r="r" b="b"/>
              <a:pathLst>
                <a:path w="2956560" h="1001395">
                  <a:moveTo>
                    <a:pt x="2956500" y="1001400"/>
                  </a:moveTo>
                  <a:lnTo>
                    <a:pt x="0" y="1001400"/>
                  </a:lnTo>
                  <a:lnTo>
                    <a:pt x="0" y="0"/>
                  </a:lnTo>
                  <a:lnTo>
                    <a:pt x="2956500" y="0"/>
                  </a:lnTo>
                  <a:lnTo>
                    <a:pt x="2956500" y="10014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2" name="object 12"/>
            <p:cNvSpPr/>
            <p:nvPr/>
          </p:nvSpPr>
          <p:spPr>
            <a:xfrm>
              <a:off x="0" y="1309575"/>
              <a:ext cx="3406775" cy="2926715"/>
            </a:xfrm>
            <a:custGeom>
              <a:avLst/>
              <a:gdLst/>
              <a:ahLst/>
              <a:cxnLst/>
              <a:rect l="l" t="t" r="r" b="b"/>
              <a:pathLst>
                <a:path w="3406775" h="2926715">
                  <a:moveTo>
                    <a:pt x="3406499" y="2926199"/>
                  </a:moveTo>
                  <a:lnTo>
                    <a:pt x="0" y="2926199"/>
                  </a:lnTo>
                  <a:lnTo>
                    <a:pt x="0" y="0"/>
                  </a:lnTo>
                  <a:lnTo>
                    <a:pt x="3406499" y="0"/>
                  </a:lnTo>
                  <a:lnTo>
                    <a:pt x="3406499" y="2926199"/>
                  </a:lnTo>
                  <a:close/>
                </a:path>
              </a:pathLst>
            </a:custGeom>
            <a:solidFill>
              <a:srgbClr val="FFFFFF">
                <a:alpha val="60128"/>
              </a:srgbClr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pic>
          <p:nvPicPr>
            <p:cNvPr id="13" name="object 1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585537" y="1620722"/>
              <a:ext cx="2227824" cy="2233252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3580774" y="1593537"/>
              <a:ext cx="2264410" cy="2265680"/>
            </a:xfrm>
            <a:custGeom>
              <a:avLst/>
              <a:gdLst/>
              <a:ahLst/>
              <a:cxnLst/>
              <a:rect l="l" t="t" r="r" b="b"/>
              <a:pathLst>
                <a:path w="2264410" h="2265679">
                  <a:moveTo>
                    <a:pt x="0" y="0"/>
                  </a:moveTo>
                  <a:lnTo>
                    <a:pt x="2264299" y="0"/>
                  </a:lnTo>
                  <a:lnTo>
                    <a:pt x="2264299" y="2265199"/>
                  </a:lnTo>
                  <a:lnTo>
                    <a:pt x="0" y="22651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237A94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5379247" y="1975350"/>
            <a:ext cx="1275925" cy="514457"/>
          </a:xfrm>
          <a:prstGeom prst="rect">
            <a:avLst/>
          </a:prstGeom>
        </p:spPr>
        <p:txBody>
          <a:bodyPr vert="horz" wrap="square" lIns="0" tIns="26247" rIns="0" bIns="0" rtlCol="0">
            <a:spAutoFit/>
          </a:bodyPr>
          <a:lstStyle/>
          <a:p>
            <a:pPr marL="16933" marR="6773" indent="31326">
              <a:lnSpc>
                <a:spcPts val="1907"/>
              </a:lnSpc>
              <a:spcBef>
                <a:spcPts val="207"/>
              </a:spcBef>
            </a:pPr>
            <a:r>
              <a:rPr sz="1600" spc="-140" dirty="0">
                <a:latin typeface="Lucida Sans Unicode"/>
                <a:cs typeface="Lucida Sans Unicode"/>
              </a:rPr>
              <a:t>2:</a:t>
            </a:r>
            <a:r>
              <a:rPr sz="1600" spc="-60" dirty="0">
                <a:latin typeface="Lucida Sans Unicode"/>
                <a:cs typeface="Lucida Sans Unicode"/>
              </a:rPr>
              <a:t> </a:t>
            </a:r>
            <a:r>
              <a:rPr sz="1600" spc="53" dirty="0">
                <a:latin typeface="Lucida Sans Unicode"/>
                <a:cs typeface="Lucida Sans Unicode"/>
              </a:rPr>
              <a:t>Compute </a:t>
            </a:r>
            <a:r>
              <a:rPr sz="1600" spc="-13" dirty="0">
                <a:latin typeface="Lucida Sans Unicode"/>
                <a:cs typeface="Lucida Sans Unicode"/>
              </a:rPr>
              <a:t>Probabilities</a:t>
            </a:r>
            <a:endParaRPr sz="1600">
              <a:latin typeface="Lucida Sans Unicode"/>
              <a:cs typeface="Lucida Sans Unicode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5231158" y="6129842"/>
            <a:ext cx="2771140" cy="299292"/>
          </a:xfrm>
          <a:prstGeom prst="rect">
            <a:avLst/>
          </a:prstGeom>
        </p:spPr>
        <p:txBody>
          <a:bodyPr vert="horz" wrap="square" lIns="0" tIns="11853" rIns="0" bIns="0" rtlCol="0">
            <a:spAutoFit/>
          </a:bodyPr>
          <a:lstStyle/>
          <a:p>
            <a:pPr>
              <a:spcBef>
                <a:spcPts val="93"/>
              </a:spcBef>
            </a:pPr>
            <a:r>
              <a:rPr sz="1867" spc="-73" dirty="0">
                <a:latin typeface="Lucida Sans Unicode"/>
                <a:cs typeface="Lucida Sans Unicode"/>
              </a:rPr>
              <a:t>Next</a:t>
            </a:r>
            <a:r>
              <a:rPr sz="1867" spc="-53" dirty="0">
                <a:latin typeface="Lucida Sans Unicode"/>
                <a:cs typeface="Lucida Sans Unicode"/>
              </a:rPr>
              <a:t> </a:t>
            </a:r>
            <a:r>
              <a:rPr sz="1867" dirty="0">
                <a:latin typeface="Lucida Sans Unicode"/>
                <a:cs typeface="Lucida Sans Unicode"/>
              </a:rPr>
              <a:t>token</a:t>
            </a:r>
            <a:r>
              <a:rPr sz="1867" spc="-47" dirty="0">
                <a:latin typeface="Lucida Sans Unicode"/>
                <a:cs typeface="Lucida Sans Unicode"/>
              </a:rPr>
              <a:t> </a:t>
            </a:r>
            <a:r>
              <a:rPr sz="1867" spc="-13" dirty="0">
                <a:latin typeface="Lucida Sans Unicode"/>
                <a:cs typeface="Lucida Sans Unicode"/>
              </a:rPr>
              <a:t>probabilities</a:t>
            </a:r>
            <a:endParaRPr sz="1867">
              <a:latin typeface="Lucida Sans Unicode"/>
              <a:cs typeface="Lucida Sans Unicode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2799341" y="1949260"/>
            <a:ext cx="6088380" cy="585045"/>
            <a:chOff x="1799962" y="791912"/>
            <a:chExt cx="4566285" cy="438784"/>
          </a:xfrm>
        </p:grpSpPr>
        <p:sp>
          <p:nvSpPr>
            <p:cNvPr id="18" name="object 18"/>
            <p:cNvSpPr/>
            <p:nvPr/>
          </p:nvSpPr>
          <p:spPr>
            <a:xfrm>
              <a:off x="1799962" y="1011237"/>
              <a:ext cx="1657350" cy="0"/>
            </a:xfrm>
            <a:custGeom>
              <a:avLst/>
              <a:gdLst/>
              <a:ahLst/>
              <a:cxnLst/>
              <a:rect l="l" t="t" r="r" b="b"/>
              <a:pathLst>
                <a:path w="1657350">
                  <a:moveTo>
                    <a:pt x="0" y="0"/>
                  </a:moveTo>
                  <a:lnTo>
                    <a:pt x="1657012" y="0"/>
                  </a:lnTo>
                </a:path>
              </a:pathLst>
            </a:custGeom>
            <a:ln w="28574">
              <a:solidFill>
                <a:srgbClr val="237A94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pic>
          <p:nvPicPr>
            <p:cNvPr id="19" name="object 1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442686" y="965352"/>
              <a:ext cx="115388" cy="91770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5248974" y="806200"/>
              <a:ext cx="1102995" cy="410209"/>
            </a:xfrm>
            <a:custGeom>
              <a:avLst/>
              <a:gdLst/>
              <a:ahLst/>
              <a:cxnLst/>
              <a:rect l="l" t="t" r="r" b="b"/>
              <a:pathLst>
                <a:path w="1102995" h="410209">
                  <a:moveTo>
                    <a:pt x="0" y="68351"/>
                  </a:moveTo>
                  <a:lnTo>
                    <a:pt x="5371" y="41745"/>
                  </a:lnTo>
                  <a:lnTo>
                    <a:pt x="20019" y="20019"/>
                  </a:lnTo>
                  <a:lnTo>
                    <a:pt x="41745" y="5371"/>
                  </a:lnTo>
                  <a:lnTo>
                    <a:pt x="68351" y="0"/>
                  </a:lnTo>
                  <a:lnTo>
                    <a:pt x="1034148" y="0"/>
                  </a:lnTo>
                  <a:lnTo>
                    <a:pt x="1072070" y="11483"/>
                  </a:lnTo>
                  <a:lnTo>
                    <a:pt x="1097297" y="42194"/>
                  </a:lnTo>
                  <a:lnTo>
                    <a:pt x="1102499" y="68351"/>
                  </a:lnTo>
                  <a:lnTo>
                    <a:pt x="1102499" y="341748"/>
                  </a:lnTo>
                  <a:lnTo>
                    <a:pt x="1097128" y="368354"/>
                  </a:lnTo>
                  <a:lnTo>
                    <a:pt x="1082480" y="390080"/>
                  </a:lnTo>
                  <a:lnTo>
                    <a:pt x="1060753" y="404728"/>
                  </a:lnTo>
                  <a:lnTo>
                    <a:pt x="1034148" y="410099"/>
                  </a:lnTo>
                  <a:lnTo>
                    <a:pt x="68351" y="410099"/>
                  </a:lnTo>
                  <a:lnTo>
                    <a:pt x="41745" y="404728"/>
                  </a:lnTo>
                  <a:lnTo>
                    <a:pt x="20019" y="390080"/>
                  </a:lnTo>
                  <a:lnTo>
                    <a:pt x="5371" y="368354"/>
                  </a:lnTo>
                  <a:lnTo>
                    <a:pt x="0" y="341748"/>
                  </a:lnTo>
                  <a:lnTo>
                    <a:pt x="0" y="68351"/>
                  </a:lnTo>
                  <a:close/>
                </a:path>
              </a:pathLst>
            </a:custGeom>
            <a:ln w="28574">
              <a:solidFill>
                <a:srgbClr val="F6737D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21" name="object 21"/>
            <p:cNvSpPr/>
            <p:nvPr/>
          </p:nvSpPr>
          <p:spPr>
            <a:xfrm>
              <a:off x="4840925" y="1011250"/>
              <a:ext cx="280035" cy="0"/>
            </a:xfrm>
            <a:custGeom>
              <a:avLst/>
              <a:gdLst/>
              <a:ahLst/>
              <a:cxnLst/>
              <a:rect l="l" t="t" r="r" b="b"/>
              <a:pathLst>
                <a:path w="280035">
                  <a:moveTo>
                    <a:pt x="0" y="0"/>
                  </a:moveTo>
                  <a:lnTo>
                    <a:pt x="279412" y="0"/>
                  </a:lnTo>
                </a:path>
              </a:pathLst>
            </a:custGeom>
            <a:ln w="28574">
              <a:solidFill>
                <a:srgbClr val="237A94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pic>
          <p:nvPicPr>
            <p:cNvPr id="22" name="object 2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106049" y="965364"/>
              <a:ext cx="115388" cy="91770"/>
            </a:xfrm>
            <a:prstGeom prst="rect">
              <a:avLst/>
            </a:prstGeom>
          </p:spPr>
        </p:pic>
      </p:grpSp>
      <p:grpSp>
        <p:nvGrpSpPr>
          <p:cNvPr id="23" name="object 23"/>
          <p:cNvGrpSpPr/>
          <p:nvPr/>
        </p:nvGrpSpPr>
        <p:grpSpPr>
          <a:xfrm>
            <a:off x="814986" y="2846678"/>
            <a:ext cx="7628467" cy="3902287"/>
            <a:chOff x="311696" y="1464975"/>
            <a:chExt cx="5721350" cy="2926715"/>
          </a:xfrm>
        </p:grpSpPr>
        <p:sp>
          <p:nvSpPr>
            <p:cNvPr id="24" name="object 24"/>
            <p:cNvSpPr/>
            <p:nvPr/>
          </p:nvSpPr>
          <p:spPr>
            <a:xfrm>
              <a:off x="3452150" y="1464975"/>
              <a:ext cx="2580640" cy="2926715"/>
            </a:xfrm>
            <a:custGeom>
              <a:avLst/>
              <a:gdLst/>
              <a:ahLst/>
              <a:cxnLst/>
              <a:rect l="l" t="t" r="r" b="b"/>
              <a:pathLst>
                <a:path w="2580640" h="2926715">
                  <a:moveTo>
                    <a:pt x="2580299" y="2926199"/>
                  </a:moveTo>
                  <a:lnTo>
                    <a:pt x="0" y="2926199"/>
                  </a:lnTo>
                  <a:lnTo>
                    <a:pt x="0" y="0"/>
                  </a:lnTo>
                  <a:lnTo>
                    <a:pt x="2580299" y="0"/>
                  </a:lnTo>
                  <a:lnTo>
                    <a:pt x="2580299" y="2926199"/>
                  </a:lnTo>
                  <a:close/>
                </a:path>
              </a:pathLst>
            </a:custGeom>
            <a:solidFill>
              <a:srgbClr val="FFFFFF">
                <a:alpha val="60128"/>
              </a:srgbClr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pic>
          <p:nvPicPr>
            <p:cNvPr id="25" name="object 25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11696" y="2914556"/>
              <a:ext cx="425300" cy="269750"/>
            </a:xfrm>
            <a:prstGeom prst="rect">
              <a:avLst/>
            </a:prstGeom>
          </p:spPr>
        </p:pic>
      </p:grpSp>
      <p:sp>
        <p:nvSpPr>
          <p:cNvPr id="26" name="object 26"/>
          <p:cNvSpPr txBox="1"/>
          <p:nvPr/>
        </p:nvSpPr>
        <p:spPr>
          <a:xfrm>
            <a:off x="7683885" y="1975350"/>
            <a:ext cx="2175933" cy="990870"/>
          </a:xfrm>
          <a:prstGeom prst="rect">
            <a:avLst/>
          </a:prstGeom>
        </p:spPr>
        <p:txBody>
          <a:bodyPr vert="horz" wrap="square" lIns="0" tIns="26247" rIns="0" bIns="0" rtlCol="0">
            <a:spAutoFit/>
          </a:bodyPr>
          <a:lstStyle/>
          <a:p>
            <a:pPr marL="130383" marR="1283515" indent="-114297">
              <a:lnSpc>
                <a:spcPts val="1907"/>
              </a:lnSpc>
              <a:spcBef>
                <a:spcPts val="207"/>
              </a:spcBef>
            </a:pPr>
            <a:r>
              <a:rPr sz="1600" spc="-107" dirty="0">
                <a:solidFill>
                  <a:srgbClr val="37879E"/>
                </a:solidFill>
                <a:latin typeface="Arial Black"/>
                <a:cs typeface="Arial Black"/>
              </a:rPr>
              <a:t>3:</a:t>
            </a:r>
            <a:r>
              <a:rPr sz="1600" spc="-180" dirty="0">
                <a:solidFill>
                  <a:srgbClr val="37879E"/>
                </a:solidFill>
                <a:latin typeface="Arial Black"/>
                <a:cs typeface="Arial Black"/>
              </a:rPr>
              <a:t> </a:t>
            </a:r>
            <a:r>
              <a:rPr sz="1600" spc="-107" dirty="0">
                <a:solidFill>
                  <a:srgbClr val="37879E"/>
                </a:solidFill>
                <a:latin typeface="Arial Black"/>
                <a:cs typeface="Arial Black"/>
              </a:rPr>
              <a:t>Select </a:t>
            </a:r>
            <a:r>
              <a:rPr sz="1600" spc="-13" dirty="0">
                <a:solidFill>
                  <a:srgbClr val="37879E"/>
                </a:solidFill>
                <a:latin typeface="Arial Black"/>
                <a:cs typeface="Arial Black"/>
              </a:rPr>
              <a:t>Token</a:t>
            </a:r>
            <a:endParaRPr sz="1600">
              <a:latin typeface="Arial Black"/>
              <a:cs typeface="Arial Black"/>
            </a:endParaRPr>
          </a:p>
          <a:p>
            <a:pPr marL="656996">
              <a:spcBef>
                <a:spcPts val="1807"/>
              </a:spcBef>
            </a:pPr>
            <a:r>
              <a:rPr sz="1600" spc="13" dirty="0">
                <a:latin typeface="Lucida Sans Unicode"/>
                <a:cs typeface="Lucida Sans Unicode"/>
              </a:rPr>
              <a:t>Selected</a:t>
            </a:r>
            <a:r>
              <a:rPr sz="1600" spc="320" dirty="0">
                <a:latin typeface="Lucida Sans Unicode"/>
                <a:cs typeface="Lucida Sans Unicode"/>
              </a:rPr>
              <a:t> </a:t>
            </a:r>
            <a:r>
              <a:rPr sz="1600" spc="-13" dirty="0">
                <a:latin typeface="Lucida Sans Unicode"/>
                <a:cs typeface="Lucida Sans Unicode"/>
              </a:rPr>
              <a:t>token</a:t>
            </a:r>
            <a:endParaRPr sz="1600">
              <a:latin typeface="Lucida Sans Unicode"/>
              <a:cs typeface="Lucida Sans Unicode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1405361" y="3163386"/>
            <a:ext cx="7065433" cy="1812713"/>
            <a:chOff x="754477" y="1702506"/>
            <a:chExt cx="5299075" cy="1359535"/>
          </a:xfrm>
        </p:grpSpPr>
        <p:sp>
          <p:nvSpPr>
            <p:cNvPr id="28" name="object 28"/>
            <p:cNvSpPr/>
            <p:nvPr/>
          </p:nvSpPr>
          <p:spPr>
            <a:xfrm>
              <a:off x="847831" y="1712031"/>
              <a:ext cx="5196205" cy="1310005"/>
            </a:xfrm>
            <a:custGeom>
              <a:avLst/>
              <a:gdLst/>
              <a:ahLst/>
              <a:cxnLst/>
              <a:rect l="l" t="t" r="r" b="b"/>
              <a:pathLst>
                <a:path w="5196205" h="1310005">
                  <a:moveTo>
                    <a:pt x="5195865" y="0"/>
                  </a:moveTo>
                  <a:lnTo>
                    <a:pt x="0" y="1309467"/>
                  </a:lnTo>
                </a:path>
              </a:pathLst>
            </a:custGeom>
            <a:ln w="19049">
              <a:solidFill>
                <a:srgbClr val="37879E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pic>
          <p:nvPicPr>
            <p:cNvPr id="29" name="object 2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54477" y="2981462"/>
              <a:ext cx="110569" cy="80072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09316" y="670112"/>
            <a:ext cx="14020800" cy="512961"/>
          </a:xfrm>
          <a:prstGeom prst="rect">
            <a:avLst/>
          </a:prstGeom>
        </p:spPr>
        <p:txBody>
          <a:bodyPr vert="horz" wrap="square" lIns="0" tIns="20320" rIns="0" bIns="0" rtlCol="0" anchor="ctr">
            <a:spAutoFit/>
          </a:bodyPr>
          <a:lstStyle/>
          <a:p>
            <a:pPr marL="225208">
              <a:spcBef>
                <a:spcPts val="160"/>
              </a:spcBef>
            </a:pPr>
            <a:r>
              <a:rPr spc="127" dirty="0"/>
              <a:t>Repeat</a:t>
            </a:r>
            <a:endParaRPr/>
          </a:p>
        </p:txBody>
      </p:sp>
      <p:sp>
        <p:nvSpPr>
          <p:cNvPr id="3" name="object 3"/>
          <p:cNvSpPr/>
          <p:nvPr/>
        </p:nvSpPr>
        <p:spPr>
          <a:xfrm>
            <a:off x="1335150" y="1894722"/>
            <a:ext cx="5119793" cy="546945"/>
          </a:xfrm>
          <a:custGeom>
            <a:avLst/>
            <a:gdLst/>
            <a:ahLst/>
            <a:cxnLst/>
            <a:rect l="l" t="t" r="r" b="b"/>
            <a:pathLst>
              <a:path w="3839845" h="410209">
                <a:moveTo>
                  <a:pt x="0" y="68351"/>
                </a:moveTo>
                <a:lnTo>
                  <a:pt x="5371" y="41745"/>
                </a:lnTo>
                <a:lnTo>
                  <a:pt x="20019" y="20019"/>
                </a:lnTo>
                <a:lnTo>
                  <a:pt x="41745" y="5371"/>
                </a:lnTo>
                <a:lnTo>
                  <a:pt x="68351" y="0"/>
                </a:lnTo>
                <a:lnTo>
                  <a:pt x="730248" y="0"/>
                </a:lnTo>
                <a:lnTo>
                  <a:pt x="768169" y="11483"/>
                </a:lnTo>
                <a:lnTo>
                  <a:pt x="793397" y="42194"/>
                </a:lnTo>
                <a:lnTo>
                  <a:pt x="798599" y="68351"/>
                </a:lnTo>
                <a:lnTo>
                  <a:pt x="798599" y="341748"/>
                </a:lnTo>
                <a:lnTo>
                  <a:pt x="793228" y="368354"/>
                </a:lnTo>
                <a:lnTo>
                  <a:pt x="778580" y="390080"/>
                </a:lnTo>
                <a:lnTo>
                  <a:pt x="756854" y="404728"/>
                </a:lnTo>
                <a:lnTo>
                  <a:pt x="730248" y="410099"/>
                </a:lnTo>
                <a:lnTo>
                  <a:pt x="68351" y="410099"/>
                </a:lnTo>
                <a:lnTo>
                  <a:pt x="41745" y="404728"/>
                </a:lnTo>
                <a:lnTo>
                  <a:pt x="20019" y="390080"/>
                </a:lnTo>
                <a:lnTo>
                  <a:pt x="5371" y="368354"/>
                </a:lnTo>
                <a:lnTo>
                  <a:pt x="0" y="341748"/>
                </a:lnTo>
                <a:lnTo>
                  <a:pt x="0" y="68351"/>
                </a:lnTo>
                <a:close/>
              </a:path>
              <a:path w="3839845" h="410209">
                <a:moveTo>
                  <a:pt x="2584062" y="68363"/>
                </a:moveTo>
                <a:lnTo>
                  <a:pt x="2589434" y="41758"/>
                </a:lnTo>
                <a:lnTo>
                  <a:pt x="2604082" y="20032"/>
                </a:lnTo>
                <a:lnTo>
                  <a:pt x="2625808" y="5383"/>
                </a:lnTo>
                <a:lnTo>
                  <a:pt x="2652413" y="12"/>
                </a:lnTo>
                <a:lnTo>
                  <a:pt x="3771211" y="12"/>
                </a:lnTo>
                <a:lnTo>
                  <a:pt x="3809132" y="11496"/>
                </a:lnTo>
                <a:lnTo>
                  <a:pt x="3834359" y="42206"/>
                </a:lnTo>
                <a:lnTo>
                  <a:pt x="3839562" y="68363"/>
                </a:lnTo>
                <a:lnTo>
                  <a:pt x="3839562" y="341761"/>
                </a:lnTo>
                <a:lnTo>
                  <a:pt x="3834191" y="368366"/>
                </a:lnTo>
                <a:lnTo>
                  <a:pt x="3819543" y="390092"/>
                </a:lnTo>
                <a:lnTo>
                  <a:pt x="3797816" y="404741"/>
                </a:lnTo>
                <a:lnTo>
                  <a:pt x="3771211" y="410112"/>
                </a:lnTo>
                <a:lnTo>
                  <a:pt x="2652413" y="410112"/>
                </a:lnTo>
                <a:lnTo>
                  <a:pt x="2625808" y="404741"/>
                </a:lnTo>
                <a:lnTo>
                  <a:pt x="2604082" y="390092"/>
                </a:lnTo>
                <a:lnTo>
                  <a:pt x="2589434" y="368366"/>
                </a:lnTo>
                <a:lnTo>
                  <a:pt x="2584062" y="341761"/>
                </a:lnTo>
                <a:lnTo>
                  <a:pt x="2584062" y="68363"/>
                </a:lnTo>
                <a:close/>
              </a:path>
            </a:pathLst>
          </a:custGeom>
          <a:ln w="19049">
            <a:solidFill>
              <a:srgbClr val="257693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grpSp>
        <p:nvGrpSpPr>
          <p:cNvPr id="4" name="object 4"/>
          <p:cNvGrpSpPr/>
          <p:nvPr/>
        </p:nvGrpSpPr>
        <p:grpSpPr>
          <a:xfrm>
            <a:off x="296250" y="2944522"/>
            <a:ext cx="4068233" cy="3228340"/>
            <a:chOff x="222187" y="1593537"/>
            <a:chExt cx="3051175" cy="242125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11700" y="1733115"/>
              <a:ext cx="2956500" cy="212450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226950" y="1598300"/>
              <a:ext cx="3041650" cy="2411730"/>
            </a:xfrm>
            <a:custGeom>
              <a:avLst/>
              <a:gdLst/>
              <a:ahLst/>
              <a:cxnLst/>
              <a:rect l="l" t="t" r="r" b="b"/>
              <a:pathLst>
                <a:path w="3041650" h="2411729">
                  <a:moveTo>
                    <a:pt x="0" y="0"/>
                  </a:moveTo>
                  <a:lnTo>
                    <a:pt x="3041399" y="0"/>
                  </a:lnTo>
                  <a:lnTo>
                    <a:pt x="3041399" y="2411699"/>
                  </a:lnTo>
                  <a:lnTo>
                    <a:pt x="0" y="24116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109658" y="2679411"/>
            <a:ext cx="1761913" cy="26332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600" spc="-67" dirty="0">
                <a:solidFill>
                  <a:srgbClr val="237A94"/>
                </a:solidFill>
                <a:latin typeface="Arial Black"/>
                <a:cs typeface="Arial Black"/>
              </a:rPr>
              <a:t>Context</a:t>
            </a:r>
            <a:r>
              <a:rPr sz="1600" spc="-152" dirty="0">
                <a:solidFill>
                  <a:srgbClr val="237A94"/>
                </a:solidFill>
                <a:latin typeface="Arial Black"/>
                <a:cs typeface="Arial Black"/>
              </a:rPr>
              <a:t> </a:t>
            </a:r>
            <a:r>
              <a:rPr sz="1600" spc="-13" dirty="0">
                <a:solidFill>
                  <a:srgbClr val="237A94"/>
                </a:solidFill>
                <a:latin typeface="Arial Black"/>
                <a:cs typeface="Arial Black"/>
              </a:rPr>
              <a:t>Window</a:t>
            </a:r>
            <a:endParaRPr sz="1600">
              <a:latin typeface="Arial Black"/>
              <a:cs typeface="Arial Black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406192" y="4705856"/>
            <a:ext cx="3942080" cy="1335192"/>
            <a:chOff x="304644" y="2914538"/>
            <a:chExt cx="2956560" cy="1001394"/>
          </a:xfrm>
        </p:grpSpPr>
        <p:sp>
          <p:nvSpPr>
            <p:cNvPr id="9" name="object 9"/>
            <p:cNvSpPr/>
            <p:nvPr/>
          </p:nvSpPr>
          <p:spPr>
            <a:xfrm>
              <a:off x="304644" y="2914538"/>
              <a:ext cx="2956560" cy="1001394"/>
            </a:xfrm>
            <a:custGeom>
              <a:avLst/>
              <a:gdLst/>
              <a:ahLst/>
              <a:cxnLst/>
              <a:rect l="l" t="t" r="r" b="b"/>
              <a:pathLst>
                <a:path w="2956560" h="1001395">
                  <a:moveTo>
                    <a:pt x="2956500" y="1001400"/>
                  </a:moveTo>
                  <a:lnTo>
                    <a:pt x="0" y="1001400"/>
                  </a:lnTo>
                  <a:lnTo>
                    <a:pt x="0" y="0"/>
                  </a:lnTo>
                  <a:lnTo>
                    <a:pt x="2956500" y="0"/>
                  </a:lnTo>
                  <a:lnTo>
                    <a:pt x="2956500" y="10014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11696" y="2914556"/>
              <a:ext cx="425300" cy="269750"/>
            </a:xfrm>
            <a:prstGeom prst="rect">
              <a:avLst/>
            </a:prstGeom>
          </p:spPr>
        </p:pic>
      </p:grpSp>
      <p:sp>
        <p:nvSpPr>
          <p:cNvPr id="11" name="object 11"/>
          <p:cNvSpPr txBox="1"/>
          <p:nvPr/>
        </p:nvSpPr>
        <p:spPr>
          <a:xfrm>
            <a:off x="4979856" y="1901778"/>
            <a:ext cx="1275925" cy="514457"/>
          </a:xfrm>
          <a:prstGeom prst="rect">
            <a:avLst/>
          </a:prstGeom>
        </p:spPr>
        <p:txBody>
          <a:bodyPr vert="horz" wrap="square" lIns="0" tIns="26247" rIns="0" bIns="0" rtlCol="0">
            <a:spAutoFit/>
          </a:bodyPr>
          <a:lstStyle/>
          <a:p>
            <a:pPr marL="16933" marR="6773" indent="31326">
              <a:lnSpc>
                <a:spcPts val="1907"/>
              </a:lnSpc>
              <a:spcBef>
                <a:spcPts val="207"/>
              </a:spcBef>
            </a:pPr>
            <a:r>
              <a:rPr sz="1600" spc="-140" dirty="0">
                <a:latin typeface="Lucida Sans Unicode"/>
                <a:cs typeface="Lucida Sans Unicode"/>
              </a:rPr>
              <a:t>2:</a:t>
            </a:r>
            <a:r>
              <a:rPr sz="1600" spc="-60" dirty="0">
                <a:latin typeface="Lucida Sans Unicode"/>
                <a:cs typeface="Lucida Sans Unicode"/>
              </a:rPr>
              <a:t> </a:t>
            </a:r>
            <a:r>
              <a:rPr sz="1600" spc="53" dirty="0">
                <a:latin typeface="Lucida Sans Unicode"/>
                <a:cs typeface="Lucida Sans Unicode"/>
              </a:rPr>
              <a:t>Compute </a:t>
            </a:r>
            <a:r>
              <a:rPr sz="1600" spc="-13" dirty="0">
                <a:latin typeface="Lucida Sans Unicode"/>
                <a:cs typeface="Lucida Sans Unicode"/>
              </a:rPr>
              <a:t>Probabilities</a:t>
            </a:r>
            <a:endParaRPr sz="1600">
              <a:latin typeface="Lucida Sans Unicode"/>
              <a:cs typeface="Lucida Sans Unicode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2380899" y="1882039"/>
            <a:ext cx="6101080" cy="572345"/>
            <a:chOff x="1785674" y="796675"/>
            <a:chExt cx="4575810" cy="429259"/>
          </a:xfrm>
        </p:grpSpPr>
        <p:sp>
          <p:nvSpPr>
            <p:cNvPr id="13" name="object 13"/>
            <p:cNvSpPr/>
            <p:nvPr/>
          </p:nvSpPr>
          <p:spPr>
            <a:xfrm>
              <a:off x="1799962" y="1011237"/>
              <a:ext cx="1657350" cy="0"/>
            </a:xfrm>
            <a:custGeom>
              <a:avLst/>
              <a:gdLst/>
              <a:ahLst/>
              <a:cxnLst/>
              <a:rect l="l" t="t" r="r" b="b"/>
              <a:pathLst>
                <a:path w="1657350">
                  <a:moveTo>
                    <a:pt x="0" y="0"/>
                  </a:moveTo>
                  <a:lnTo>
                    <a:pt x="1657012" y="0"/>
                  </a:lnTo>
                </a:path>
              </a:pathLst>
            </a:custGeom>
            <a:ln w="28574">
              <a:solidFill>
                <a:srgbClr val="237A94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pic>
          <p:nvPicPr>
            <p:cNvPr id="14" name="object 1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442686" y="965352"/>
              <a:ext cx="115388" cy="91770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5248974" y="806200"/>
              <a:ext cx="1102995" cy="410209"/>
            </a:xfrm>
            <a:custGeom>
              <a:avLst/>
              <a:gdLst/>
              <a:ahLst/>
              <a:cxnLst/>
              <a:rect l="l" t="t" r="r" b="b"/>
              <a:pathLst>
                <a:path w="1102995" h="410209">
                  <a:moveTo>
                    <a:pt x="0" y="68351"/>
                  </a:moveTo>
                  <a:lnTo>
                    <a:pt x="5371" y="41745"/>
                  </a:lnTo>
                  <a:lnTo>
                    <a:pt x="20019" y="20019"/>
                  </a:lnTo>
                  <a:lnTo>
                    <a:pt x="41745" y="5371"/>
                  </a:lnTo>
                  <a:lnTo>
                    <a:pt x="68351" y="0"/>
                  </a:lnTo>
                  <a:lnTo>
                    <a:pt x="1034148" y="0"/>
                  </a:lnTo>
                  <a:lnTo>
                    <a:pt x="1072070" y="11483"/>
                  </a:lnTo>
                  <a:lnTo>
                    <a:pt x="1097297" y="42194"/>
                  </a:lnTo>
                  <a:lnTo>
                    <a:pt x="1102499" y="68351"/>
                  </a:lnTo>
                  <a:lnTo>
                    <a:pt x="1102499" y="341748"/>
                  </a:lnTo>
                  <a:lnTo>
                    <a:pt x="1097128" y="368354"/>
                  </a:lnTo>
                  <a:lnTo>
                    <a:pt x="1082480" y="390080"/>
                  </a:lnTo>
                  <a:lnTo>
                    <a:pt x="1060753" y="404728"/>
                  </a:lnTo>
                  <a:lnTo>
                    <a:pt x="1034148" y="410099"/>
                  </a:lnTo>
                  <a:lnTo>
                    <a:pt x="68351" y="410099"/>
                  </a:lnTo>
                  <a:lnTo>
                    <a:pt x="41745" y="404728"/>
                  </a:lnTo>
                  <a:lnTo>
                    <a:pt x="20019" y="390080"/>
                  </a:lnTo>
                  <a:lnTo>
                    <a:pt x="5371" y="368354"/>
                  </a:lnTo>
                  <a:lnTo>
                    <a:pt x="0" y="341748"/>
                  </a:lnTo>
                  <a:lnTo>
                    <a:pt x="0" y="68351"/>
                  </a:lnTo>
                  <a:close/>
                </a:path>
              </a:pathLst>
            </a:custGeom>
            <a:ln w="19049">
              <a:solidFill>
                <a:srgbClr val="257693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7298819" y="1901778"/>
            <a:ext cx="870373" cy="514457"/>
          </a:xfrm>
          <a:prstGeom prst="rect">
            <a:avLst/>
          </a:prstGeom>
        </p:spPr>
        <p:txBody>
          <a:bodyPr vert="horz" wrap="square" lIns="0" tIns="26247" rIns="0" bIns="0" rtlCol="0">
            <a:spAutoFit/>
          </a:bodyPr>
          <a:lstStyle/>
          <a:p>
            <a:pPr marL="133770" marR="6773" indent="-117684">
              <a:lnSpc>
                <a:spcPts val="1907"/>
              </a:lnSpc>
              <a:spcBef>
                <a:spcPts val="207"/>
              </a:spcBef>
            </a:pPr>
            <a:r>
              <a:rPr sz="1600" spc="-133" dirty="0">
                <a:latin typeface="Lucida Sans Unicode"/>
                <a:cs typeface="Lucida Sans Unicode"/>
              </a:rPr>
              <a:t>3:</a:t>
            </a:r>
            <a:r>
              <a:rPr sz="1600" spc="-60" dirty="0">
                <a:latin typeface="Lucida Sans Unicode"/>
                <a:cs typeface="Lucida Sans Unicode"/>
              </a:rPr>
              <a:t> </a:t>
            </a:r>
            <a:r>
              <a:rPr sz="1600" spc="-13" dirty="0">
                <a:latin typeface="Lucida Sans Unicode"/>
                <a:cs typeface="Lucida Sans Unicode"/>
              </a:rPr>
              <a:t>Select Token</a:t>
            </a:r>
            <a:endParaRPr sz="1600">
              <a:latin typeface="Lucida Sans Unicode"/>
              <a:cs typeface="Lucida Sans Unicode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1316099" y="1875672"/>
            <a:ext cx="5646420" cy="585045"/>
            <a:chOff x="987074" y="791900"/>
            <a:chExt cx="4234815" cy="438784"/>
          </a:xfrm>
        </p:grpSpPr>
        <p:sp>
          <p:nvSpPr>
            <p:cNvPr id="18" name="object 18"/>
            <p:cNvSpPr/>
            <p:nvPr/>
          </p:nvSpPr>
          <p:spPr>
            <a:xfrm>
              <a:off x="4840925" y="1011250"/>
              <a:ext cx="280035" cy="0"/>
            </a:xfrm>
            <a:custGeom>
              <a:avLst/>
              <a:gdLst/>
              <a:ahLst/>
              <a:cxnLst/>
              <a:rect l="l" t="t" r="r" b="b"/>
              <a:pathLst>
                <a:path w="280035">
                  <a:moveTo>
                    <a:pt x="0" y="0"/>
                  </a:moveTo>
                  <a:lnTo>
                    <a:pt x="279412" y="0"/>
                  </a:lnTo>
                </a:path>
              </a:pathLst>
            </a:custGeom>
            <a:ln w="28574">
              <a:solidFill>
                <a:srgbClr val="237A94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pic>
          <p:nvPicPr>
            <p:cNvPr id="19" name="object 1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106050" y="965364"/>
              <a:ext cx="115388" cy="91770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1001362" y="806187"/>
              <a:ext cx="798830" cy="410209"/>
            </a:xfrm>
            <a:custGeom>
              <a:avLst/>
              <a:gdLst/>
              <a:ahLst/>
              <a:cxnLst/>
              <a:rect l="l" t="t" r="r" b="b"/>
              <a:pathLst>
                <a:path w="798830" h="410209">
                  <a:moveTo>
                    <a:pt x="730248" y="410099"/>
                  </a:moveTo>
                  <a:lnTo>
                    <a:pt x="68351" y="410099"/>
                  </a:lnTo>
                  <a:lnTo>
                    <a:pt x="41745" y="404728"/>
                  </a:lnTo>
                  <a:lnTo>
                    <a:pt x="20019" y="390080"/>
                  </a:lnTo>
                  <a:lnTo>
                    <a:pt x="5371" y="368354"/>
                  </a:lnTo>
                  <a:lnTo>
                    <a:pt x="0" y="341748"/>
                  </a:lnTo>
                  <a:lnTo>
                    <a:pt x="0" y="68351"/>
                  </a:lnTo>
                  <a:lnTo>
                    <a:pt x="5371" y="41745"/>
                  </a:lnTo>
                  <a:lnTo>
                    <a:pt x="20019" y="20019"/>
                  </a:lnTo>
                  <a:lnTo>
                    <a:pt x="41745" y="5371"/>
                  </a:lnTo>
                  <a:lnTo>
                    <a:pt x="68351" y="0"/>
                  </a:lnTo>
                  <a:lnTo>
                    <a:pt x="730248" y="0"/>
                  </a:lnTo>
                  <a:lnTo>
                    <a:pt x="768169" y="11483"/>
                  </a:lnTo>
                  <a:lnTo>
                    <a:pt x="793397" y="42194"/>
                  </a:lnTo>
                  <a:lnTo>
                    <a:pt x="798599" y="68351"/>
                  </a:lnTo>
                  <a:lnTo>
                    <a:pt x="798599" y="341748"/>
                  </a:lnTo>
                  <a:lnTo>
                    <a:pt x="793228" y="368354"/>
                  </a:lnTo>
                  <a:lnTo>
                    <a:pt x="778580" y="390080"/>
                  </a:lnTo>
                  <a:lnTo>
                    <a:pt x="756854" y="404728"/>
                  </a:lnTo>
                  <a:lnTo>
                    <a:pt x="730248" y="4100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21" name="object 21"/>
            <p:cNvSpPr/>
            <p:nvPr/>
          </p:nvSpPr>
          <p:spPr>
            <a:xfrm>
              <a:off x="1001362" y="806187"/>
              <a:ext cx="798830" cy="410209"/>
            </a:xfrm>
            <a:custGeom>
              <a:avLst/>
              <a:gdLst/>
              <a:ahLst/>
              <a:cxnLst/>
              <a:rect l="l" t="t" r="r" b="b"/>
              <a:pathLst>
                <a:path w="798830" h="410209">
                  <a:moveTo>
                    <a:pt x="0" y="68351"/>
                  </a:moveTo>
                  <a:lnTo>
                    <a:pt x="5371" y="41745"/>
                  </a:lnTo>
                  <a:lnTo>
                    <a:pt x="20019" y="20019"/>
                  </a:lnTo>
                  <a:lnTo>
                    <a:pt x="41745" y="5371"/>
                  </a:lnTo>
                  <a:lnTo>
                    <a:pt x="68351" y="0"/>
                  </a:lnTo>
                  <a:lnTo>
                    <a:pt x="730248" y="0"/>
                  </a:lnTo>
                  <a:lnTo>
                    <a:pt x="768169" y="11483"/>
                  </a:lnTo>
                  <a:lnTo>
                    <a:pt x="793397" y="42194"/>
                  </a:lnTo>
                  <a:lnTo>
                    <a:pt x="798599" y="68351"/>
                  </a:lnTo>
                  <a:lnTo>
                    <a:pt x="798599" y="341748"/>
                  </a:lnTo>
                  <a:lnTo>
                    <a:pt x="793228" y="368354"/>
                  </a:lnTo>
                  <a:lnTo>
                    <a:pt x="778580" y="390080"/>
                  </a:lnTo>
                  <a:lnTo>
                    <a:pt x="756854" y="404728"/>
                  </a:lnTo>
                  <a:lnTo>
                    <a:pt x="730248" y="410099"/>
                  </a:lnTo>
                  <a:lnTo>
                    <a:pt x="68351" y="410099"/>
                  </a:lnTo>
                  <a:lnTo>
                    <a:pt x="41745" y="404728"/>
                  </a:lnTo>
                  <a:lnTo>
                    <a:pt x="20019" y="390080"/>
                  </a:lnTo>
                  <a:lnTo>
                    <a:pt x="5371" y="368354"/>
                  </a:lnTo>
                  <a:lnTo>
                    <a:pt x="0" y="341748"/>
                  </a:lnTo>
                  <a:lnTo>
                    <a:pt x="0" y="68351"/>
                  </a:lnTo>
                  <a:close/>
                </a:path>
              </a:pathLst>
            </a:custGeom>
            <a:ln w="28574">
              <a:solidFill>
                <a:srgbClr val="F6737D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1475305" y="1901760"/>
            <a:ext cx="784860" cy="514457"/>
          </a:xfrm>
          <a:prstGeom prst="rect">
            <a:avLst/>
          </a:prstGeom>
        </p:spPr>
        <p:txBody>
          <a:bodyPr vert="horz" wrap="square" lIns="0" tIns="26247" rIns="0" bIns="0" rtlCol="0">
            <a:spAutoFit/>
          </a:bodyPr>
          <a:lstStyle/>
          <a:p>
            <a:pPr marL="16933" marR="6773" indent="9313">
              <a:lnSpc>
                <a:spcPts val="1907"/>
              </a:lnSpc>
              <a:spcBef>
                <a:spcPts val="207"/>
              </a:spcBef>
            </a:pPr>
            <a:r>
              <a:rPr sz="1600" spc="-960" dirty="0">
                <a:solidFill>
                  <a:srgbClr val="37879E"/>
                </a:solidFill>
                <a:latin typeface="Arial Black"/>
                <a:cs typeface="Arial Black"/>
              </a:rPr>
              <a:t>1</a:t>
            </a:r>
            <a:r>
              <a:rPr sz="1600" spc="-407" dirty="0">
                <a:latin typeface="Lucida Sans Unicode"/>
                <a:cs typeface="Lucida Sans Unicode"/>
              </a:rPr>
              <a:t>1</a:t>
            </a:r>
            <a:r>
              <a:rPr sz="1600" spc="-633" dirty="0">
                <a:solidFill>
                  <a:srgbClr val="37879E"/>
                </a:solidFill>
                <a:latin typeface="Arial Black"/>
                <a:cs typeface="Arial Black"/>
              </a:rPr>
              <a:t>:</a:t>
            </a:r>
            <a:r>
              <a:rPr sz="1600" spc="-207" dirty="0">
                <a:latin typeface="Lucida Sans Unicode"/>
                <a:cs typeface="Lucida Sans Unicode"/>
              </a:rPr>
              <a:t>:</a:t>
            </a:r>
            <a:r>
              <a:rPr sz="1600" spc="-147" dirty="0">
                <a:latin typeface="Lucida Sans Unicode"/>
                <a:cs typeface="Lucida Sans Unicode"/>
              </a:rPr>
              <a:t> </a:t>
            </a:r>
            <a:r>
              <a:rPr sz="1600" spc="-553" dirty="0">
                <a:solidFill>
                  <a:srgbClr val="37879E"/>
                </a:solidFill>
                <a:latin typeface="Arial Black"/>
                <a:cs typeface="Arial Black"/>
              </a:rPr>
              <a:t>I</a:t>
            </a:r>
            <a:r>
              <a:rPr sz="1600" spc="-27" dirty="0">
                <a:latin typeface="Lucida Sans Unicode"/>
                <a:cs typeface="Lucida Sans Unicode"/>
              </a:rPr>
              <a:t>I</a:t>
            </a:r>
            <a:r>
              <a:rPr sz="1600" spc="-1027" dirty="0">
                <a:latin typeface="Lucida Sans Unicode"/>
                <a:cs typeface="Lucida Sans Unicode"/>
              </a:rPr>
              <a:t>n</a:t>
            </a:r>
            <a:r>
              <a:rPr sz="1600" spc="-93" dirty="0">
                <a:solidFill>
                  <a:srgbClr val="37879E"/>
                </a:solidFill>
                <a:latin typeface="Arial Black"/>
                <a:cs typeface="Arial Black"/>
              </a:rPr>
              <a:t>n</a:t>
            </a:r>
            <a:r>
              <a:rPr sz="1600" spc="-980" dirty="0">
                <a:latin typeface="Lucida Sans Unicode"/>
                <a:cs typeface="Lucida Sans Unicode"/>
              </a:rPr>
              <a:t>p</a:t>
            </a:r>
            <a:r>
              <a:rPr sz="1600" spc="-93" dirty="0">
                <a:solidFill>
                  <a:srgbClr val="37879E"/>
                </a:solidFill>
                <a:latin typeface="Arial Black"/>
                <a:cs typeface="Arial Black"/>
              </a:rPr>
              <a:t>p</a:t>
            </a:r>
            <a:r>
              <a:rPr sz="1600" spc="-973" dirty="0">
                <a:latin typeface="Lucida Sans Unicode"/>
                <a:cs typeface="Lucida Sans Unicode"/>
              </a:rPr>
              <a:t>u</a:t>
            </a:r>
            <a:r>
              <a:rPr sz="1600" spc="-147" dirty="0">
                <a:solidFill>
                  <a:srgbClr val="37879E"/>
                </a:solidFill>
                <a:latin typeface="Arial Black"/>
                <a:cs typeface="Arial Black"/>
              </a:rPr>
              <a:t>u</a:t>
            </a:r>
            <a:r>
              <a:rPr sz="1600" spc="-513" dirty="0">
                <a:latin typeface="Lucida Sans Unicode"/>
                <a:cs typeface="Lucida Sans Unicode"/>
              </a:rPr>
              <a:t>t</a:t>
            </a:r>
            <a:r>
              <a:rPr sz="1600" spc="-27" dirty="0">
                <a:solidFill>
                  <a:srgbClr val="37879E"/>
                </a:solidFill>
                <a:latin typeface="Arial Black"/>
                <a:cs typeface="Arial Black"/>
              </a:rPr>
              <a:t>t</a:t>
            </a:r>
            <a:r>
              <a:rPr sz="1600" spc="667" dirty="0">
                <a:solidFill>
                  <a:srgbClr val="37879E"/>
                </a:solidFill>
                <a:latin typeface="Arial Black"/>
                <a:cs typeface="Arial Black"/>
              </a:rPr>
              <a:t> </a:t>
            </a:r>
            <a:r>
              <a:rPr sz="1600" spc="-993" dirty="0">
                <a:solidFill>
                  <a:srgbClr val="37879E"/>
                </a:solidFill>
                <a:latin typeface="Arial Black"/>
                <a:cs typeface="Arial Black"/>
              </a:rPr>
              <a:t>T</a:t>
            </a:r>
            <a:r>
              <a:rPr sz="1600" spc="-160" dirty="0">
                <a:latin typeface="Lucida Sans Unicode"/>
                <a:cs typeface="Lucida Sans Unicode"/>
              </a:rPr>
              <a:t>T</a:t>
            </a:r>
            <a:r>
              <a:rPr sz="1600" spc="-1027" dirty="0">
                <a:solidFill>
                  <a:srgbClr val="37879E"/>
                </a:solidFill>
                <a:latin typeface="Arial Black"/>
                <a:cs typeface="Arial Black"/>
              </a:rPr>
              <a:t>o</a:t>
            </a:r>
            <a:r>
              <a:rPr sz="1600" spc="-147" dirty="0">
                <a:latin typeface="Lucida Sans Unicode"/>
                <a:cs typeface="Lucida Sans Unicode"/>
              </a:rPr>
              <a:t>o</a:t>
            </a:r>
            <a:r>
              <a:rPr sz="1600" spc="-1020" dirty="0">
                <a:solidFill>
                  <a:srgbClr val="37879E"/>
                </a:solidFill>
                <a:latin typeface="Arial Black"/>
                <a:cs typeface="Arial Black"/>
              </a:rPr>
              <a:t>k</a:t>
            </a:r>
            <a:r>
              <a:rPr sz="1600" spc="-47" dirty="0">
                <a:latin typeface="Lucida Sans Unicode"/>
                <a:cs typeface="Lucida Sans Unicode"/>
              </a:rPr>
              <a:t>k</a:t>
            </a:r>
            <a:r>
              <a:rPr sz="1600" spc="-880" dirty="0">
                <a:latin typeface="Lucida Sans Unicode"/>
                <a:cs typeface="Lucida Sans Unicode"/>
              </a:rPr>
              <a:t>e</a:t>
            </a:r>
            <a:r>
              <a:rPr sz="1600" spc="-120" dirty="0">
                <a:solidFill>
                  <a:srgbClr val="37879E"/>
                </a:solidFill>
                <a:latin typeface="Arial Black"/>
                <a:cs typeface="Arial Black"/>
              </a:rPr>
              <a:t>e</a:t>
            </a:r>
            <a:r>
              <a:rPr sz="1600" spc="-1000" dirty="0">
                <a:latin typeface="Lucida Sans Unicode"/>
                <a:cs typeface="Lucida Sans Unicode"/>
              </a:rPr>
              <a:t>n</a:t>
            </a:r>
            <a:r>
              <a:rPr sz="1600" spc="-167" dirty="0">
                <a:solidFill>
                  <a:srgbClr val="37879E"/>
                </a:solidFill>
                <a:latin typeface="Arial Black"/>
                <a:cs typeface="Arial Black"/>
              </a:rPr>
              <a:t>n</a:t>
            </a:r>
            <a:r>
              <a:rPr sz="1600" spc="-753" dirty="0">
                <a:latin typeface="Lucida Sans Unicode"/>
                <a:cs typeface="Lucida Sans Unicode"/>
              </a:rPr>
              <a:t>s</a:t>
            </a:r>
            <a:r>
              <a:rPr sz="1600" spc="-47" dirty="0">
                <a:solidFill>
                  <a:srgbClr val="37879E"/>
                </a:solidFill>
                <a:latin typeface="Arial Black"/>
                <a:cs typeface="Arial Black"/>
              </a:rPr>
              <a:t>s</a:t>
            </a:r>
            <a:endParaRPr sz="1600">
              <a:latin typeface="Arial Black"/>
              <a:cs typeface="Arial Black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09316" y="670112"/>
            <a:ext cx="14020800" cy="512961"/>
          </a:xfrm>
          <a:prstGeom prst="rect">
            <a:avLst/>
          </a:prstGeom>
        </p:spPr>
        <p:txBody>
          <a:bodyPr vert="horz" wrap="square" lIns="0" tIns="20320" rIns="0" bIns="0" rtlCol="0" anchor="ctr">
            <a:spAutoFit/>
          </a:bodyPr>
          <a:lstStyle/>
          <a:p>
            <a:pPr marL="225208">
              <a:spcBef>
                <a:spcPts val="160"/>
              </a:spcBef>
            </a:pPr>
            <a:r>
              <a:rPr spc="113" dirty="0"/>
              <a:t>Step</a:t>
            </a:r>
            <a:r>
              <a:rPr spc="-140" dirty="0"/>
              <a:t> </a:t>
            </a:r>
            <a:r>
              <a:rPr spc="-267" dirty="0"/>
              <a:t>2:</a:t>
            </a:r>
            <a:r>
              <a:rPr spc="-140" dirty="0"/>
              <a:t> </a:t>
            </a:r>
            <a:r>
              <a:rPr spc="160" dirty="0"/>
              <a:t>Compute</a:t>
            </a:r>
            <a:r>
              <a:rPr spc="-140" dirty="0"/>
              <a:t> </a:t>
            </a:r>
            <a:r>
              <a:rPr spc="-13" dirty="0"/>
              <a:t>Probabilities</a:t>
            </a:r>
            <a:endParaRPr/>
          </a:p>
        </p:txBody>
      </p:sp>
      <p:sp>
        <p:nvSpPr>
          <p:cNvPr id="3" name="object 3"/>
          <p:cNvSpPr/>
          <p:nvPr/>
        </p:nvSpPr>
        <p:spPr>
          <a:xfrm>
            <a:off x="1766072" y="1558391"/>
            <a:ext cx="1065107" cy="546945"/>
          </a:xfrm>
          <a:custGeom>
            <a:avLst/>
            <a:gdLst/>
            <a:ahLst/>
            <a:cxnLst/>
            <a:rect l="l" t="t" r="r" b="b"/>
            <a:pathLst>
              <a:path w="798830" h="410209">
                <a:moveTo>
                  <a:pt x="0" y="68351"/>
                </a:moveTo>
                <a:lnTo>
                  <a:pt x="5371" y="41745"/>
                </a:lnTo>
                <a:lnTo>
                  <a:pt x="20019" y="20019"/>
                </a:lnTo>
                <a:lnTo>
                  <a:pt x="41745" y="5371"/>
                </a:lnTo>
                <a:lnTo>
                  <a:pt x="68351" y="0"/>
                </a:lnTo>
                <a:lnTo>
                  <a:pt x="730248" y="0"/>
                </a:lnTo>
                <a:lnTo>
                  <a:pt x="768169" y="11483"/>
                </a:lnTo>
                <a:lnTo>
                  <a:pt x="793397" y="42194"/>
                </a:lnTo>
                <a:lnTo>
                  <a:pt x="798599" y="68351"/>
                </a:lnTo>
                <a:lnTo>
                  <a:pt x="798599" y="341748"/>
                </a:lnTo>
                <a:lnTo>
                  <a:pt x="793228" y="368354"/>
                </a:lnTo>
                <a:lnTo>
                  <a:pt x="778580" y="390080"/>
                </a:lnTo>
                <a:lnTo>
                  <a:pt x="756854" y="404728"/>
                </a:lnTo>
                <a:lnTo>
                  <a:pt x="730248" y="410099"/>
                </a:lnTo>
                <a:lnTo>
                  <a:pt x="68351" y="410099"/>
                </a:lnTo>
                <a:lnTo>
                  <a:pt x="41745" y="404728"/>
                </a:lnTo>
                <a:lnTo>
                  <a:pt x="20019" y="390080"/>
                </a:lnTo>
                <a:lnTo>
                  <a:pt x="5371" y="368354"/>
                </a:lnTo>
                <a:lnTo>
                  <a:pt x="0" y="341748"/>
                </a:lnTo>
                <a:lnTo>
                  <a:pt x="0" y="68351"/>
                </a:lnTo>
                <a:close/>
              </a:path>
            </a:pathLst>
          </a:custGeom>
          <a:ln w="19049">
            <a:solidFill>
              <a:srgbClr val="257693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4" name="object 4"/>
          <p:cNvSpPr txBox="1"/>
          <p:nvPr/>
        </p:nvSpPr>
        <p:spPr>
          <a:xfrm>
            <a:off x="1928175" y="1565429"/>
            <a:ext cx="740833" cy="514457"/>
          </a:xfrm>
          <a:prstGeom prst="rect">
            <a:avLst/>
          </a:prstGeom>
        </p:spPr>
        <p:txBody>
          <a:bodyPr vert="horz" wrap="square" lIns="0" tIns="26247" rIns="0" bIns="0" rtlCol="0">
            <a:spAutoFit/>
          </a:bodyPr>
          <a:lstStyle/>
          <a:p>
            <a:pPr marL="16933" marR="6773" indent="11006">
              <a:lnSpc>
                <a:spcPts val="1907"/>
              </a:lnSpc>
              <a:spcBef>
                <a:spcPts val="207"/>
              </a:spcBef>
            </a:pPr>
            <a:r>
              <a:rPr sz="1600" spc="-339" dirty="0">
                <a:latin typeface="Lucida Sans Unicode"/>
                <a:cs typeface="Lucida Sans Unicode"/>
              </a:rPr>
              <a:t>1:</a:t>
            </a:r>
            <a:r>
              <a:rPr sz="1600" spc="-73" dirty="0">
                <a:latin typeface="Lucida Sans Unicode"/>
                <a:cs typeface="Lucida Sans Unicode"/>
              </a:rPr>
              <a:t> </a:t>
            </a:r>
            <a:r>
              <a:rPr sz="1600" spc="-13" dirty="0">
                <a:latin typeface="Lucida Sans Unicode"/>
                <a:cs typeface="Lucida Sans Unicode"/>
              </a:rPr>
              <a:t>Input </a:t>
            </a:r>
            <a:r>
              <a:rPr sz="1600" spc="-20" dirty="0">
                <a:latin typeface="Lucida Sans Unicode"/>
                <a:cs typeface="Lucida Sans Unicode"/>
              </a:rPr>
              <a:t>Tokens</a:t>
            </a:r>
            <a:endParaRPr sz="1600">
              <a:latin typeface="Lucida Sans Unicode"/>
              <a:cs typeface="Lucida Sans Unicode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5211488" y="1558408"/>
            <a:ext cx="1674707" cy="546945"/>
          </a:xfrm>
          <a:custGeom>
            <a:avLst/>
            <a:gdLst/>
            <a:ahLst/>
            <a:cxnLst/>
            <a:rect l="l" t="t" r="r" b="b"/>
            <a:pathLst>
              <a:path w="1256029" h="410209">
                <a:moveTo>
                  <a:pt x="0" y="68351"/>
                </a:moveTo>
                <a:lnTo>
                  <a:pt x="5371" y="41745"/>
                </a:lnTo>
                <a:lnTo>
                  <a:pt x="20019" y="20019"/>
                </a:lnTo>
                <a:lnTo>
                  <a:pt x="41745" y="5371"/>
                </a:lnTo>
                <a:lnTo>
                  <a:pt x="68351" y="0"/>
                </a:lnTo>
                <a:lnTo>
                  <a:pt x="1187148" y="0"/>
                </a:lnTo>
                <a:lnTo>
                  <a:pt x="1225070" y="11483"/>
                </a:lnTo>
                <a:lnTo>
                  <a:pt x="1250297" y="42194"/>
                </a:lnTo>
                <a:lnTo>
                  <a:pt x="1255499" y="68351"/>
                </a:lnTo>
                <a:lnTo>
                  <a:pt x="1255499" y="341748"/>
                </a:lnTo>
                <a:lnTo>
                  <a:pt x="1250128" y="368354"/>
                </a:lnTo>
                <a:lnTo>
                  <a:pt x="1235480" y="390080"/>
                </a:lnTo>
                <a:lnTo>
                  <a:pt x="1213753" y="404728"/>
                </a:lnTo>
                <a:lnTo>
                  <a:pt x="1187148" y="410099"/>
                </a:lnTo>
                <a:lnTo>
                  <a:pt x="68351" y="410099"/>
                </a:lnTo>
                <a:lnTo>
                  <a:pt x="41745" y="404728"/>
                </a:lnTo>
                <a:lnTo>
                  <a:pt x="20019" y="390080"/>
                </a:lnTo>
                <a:lnTo>
                  <a:pt x="5371" y="368354"/>
                </a:lnTo>
                <a:lnTo>
                  <a:pt x="0" y="341748"/>
                </a:lnTo>
                <a:lnTo>
                  <a:pt x="0" y="68351"/>
                </a:lnTo>
                <a:close/>
              </a:path>
            </a:pathLst>
          </a:custGeom>
          <a:ln w="28574">
            <a:solidFill>
              <a:srgbClr val="F6737D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6" name="object 6"/>
          <p:cNvSpPr txBox="1"/>
          <p:nvPr/>
        </p:nvSpPr>
        <p:spPr>
          <a:xfrm>
            <a:off x="5372577" y="1565447"/>
            <a:ext cx="1352125" cy="513816"/>
          </a:xfrm>
          <a:prstGeom prst="rect">
            <a:avLst/>
          </a:prstGeom>
        </p:spPr>
        <p:txBody>
          <a:bodyPr vert="horz" wrap="square" lIns="0" tIns="26247" rIns="0" bIns="0" rtlCol="0">
            <a:spAutoFit/>
          </a:bodyPr>
          <a:lstStyle/>
          <a:p>
            <a:pPr marL="16933" marR="6773" indent="59265">
              <a:lnSpc>
                <a:spcPts val="1907"/>
              </a:lnSpc>
              <a:spcBef>
                <a:spcPts val="207"/>
              </a:spcBef>
            </a:pPr>
            <a:r>
              <a:rPr sz="1600" spc="-120" dirty="0">
                <a:solidFill>
                  <a:srgbClr val="37879E"/>
                </a:solidFill>
                <a:latin typeface="Arial Black"/>
                <a:cs typeface="Arial Black"/>
              </a:rPr>
              <a:t>2:</a:t>
            </a:r>
            <a:r>
              <a:rPr sz="1600" spc="-200" dirty="0">
                <a:solidFill>
                  <a:srgbClr val="37879E"/>
                </a:solidFill>
                <a:latin typeface="Arial Black"/>
                <a:cs typeface="Arial Black"/>
              </a:rPr>
              <a:t> </a:t>
            </a:r>
            <a:r>
              <a:rPr sz="1600" spc="-13" dirty="0">
                <a:solidFill>
                  <a:srgbClr val="37879E"/>
                </a:solidFill>
                <a:latin typeface="Arial Black"/>
                <a:cs typeface="Arial Black"/>
              </a:rPr>
              <a:t>Compute </a:t>
            </a:r>
            <a:r>
              <a:rPr sz="1600" spc="-67" dirty="0">
                <a:solidFill>
                  <a:srgbClr val="37879E"/>
                </a:solidFill>
                <a:latin typeface="Arial Black"/>
                <a:cs typeface="Arial Black"/>
              </a:rPr>
              <a:t>Probabilities</a:t>
            </a:r>
            <a:endParaRPr sz="1600">
              <a:latin typeface="Arial Black"/>
              <a:cs typeface="Arial Black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2811822" y="1545708"/>
            <a:ext cx="6101080" cy="572345"/>
            <a:chOff x="1785674" y="796675"/>
            <a:chExt cx="4575810" cy="429259"/>
          </a:xfrm>
        </p:grpSpPr>
        <p:sp>
          <p:nvSpPr>
            <p:cNvPr id="8" name="object 8"/>
            <p:cNvSpPr/>
            <p:nvPr/>
          </p:nvSpPr>
          <p:spPr>
            <a:xfrm>
              <a:off x="1799962" y="1011237"/>
              <a:ext cx="1657350" cy="0"/>
            </a:xfrm>
            <a:custGeom>
              <a:avLst/>
              <a:gdLst/>
              <a:ahLst/>
              <a:cxnLst/>
              <a:rect l="l" t="t" r="r" b="b"/>
              <a:pathLst>
                <a:path w="1657350">
                  <a:moveTo>
                    <a:pt x="0" y="0"/>
                  </a:moveTo>
                  <a:lnTo>
                    <a:pt x="1657012" y="0"/>
                  </a:lnTo>
                </a:path>
              </a:pathLst>
            </a:custGeom>
            <a:ln w="28574">
              <a:solidFill>
                <a:srgbClr val="237A94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442686" y="965352"/>
              <a:ext cx="115388" cy="91770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5248974" y="806200"/>
              <a:ext cx="1102995" cy="410209"/>
            </a:xfrm>
            <a:custGeom>
              <a:avLst/>
              <a:gdLst/>
              <a:ahLst/>
              <a:cxnLst/>
              <a:rect l="l" t="t" r="r" b="b"/>
              <a:pathLst>
                <a:path w="1102995" h="410209">
                  <a:moveTo>
                    <a:pt x="0" y="68351"/>
                  </a:moveTo>
                  <a:lnTo>
                    <a:pt x="5371" y="41745"/>
                  </a:lnTo>
                  <a:lnTo>
                    <a:pt x="20019" y="20019"/>
                  </a:lnTo>
                  <a:lnTo>
                    <a:pt x="41745" y="5371"/>
                  </a:lnTo>
                  <a:lnTo>
                    <a:pt x="68351" y="0"/>
                  </a:lnTo>
                  <a:lnTo>
                    <a:pt x="1034148" y="0"/>
                  </a:lnTo>
                  <a:lnTo>
                    <a:pt x="1072070" y="11483"/>
                  </a:lnTo>
                  <a:lnTo>
                    <a:pt x="1097297" y="42194"/>
                  </a:lnTo>
                  <a:lnTo>
                    <a:pt x="1102499" y="68351"/>
                  </a:lnTo>
                  <a:lnTo>
                    <a:pt x="1102499" y="341748"/>
                  </a:lnTo>
                  <a:lnTo>
                    <a:pt x="1097128" y="368354"/>
                  </a:lnTo>
                  <a:lnTo>
                    <a:pt x="1082480" y="390080"/>
                  </a:lnTo>
                  <a:lnTo>
                    <a:pt x="1060753" y="404728"/>
                  </a:lnTo>
                  <a:lnTo>
                    <a:pt x="1034148" y="410099"/>
                  </a:lnTo>
                  <a:lnTo>
                    <a:pt x="68351" y="410099"/>
                  </a:lnTo>
                  <a:lnTo>
                    <a:pt x="41745" y="404728"/>
                  </a:lnTo>
                  <a:lnTo>
                    <a:pt x="20019" y="390080"/>
                  </a:lnTo>
                  <a:lnTo>
                    <a:pt x="5371" y="368354"/>
                  </a:lnTo>
                  <a:lnTo>
                    <a:pt x="0" y="341748"/>
                  </a:lnTo>
                  <a:lnTo>
                    <a:pt x="0" y="68351"/>
                  </a:lnTo>
                  <a:close/>
                </a:path>
              </a:pathLst>
            </a:custGeom>
            <a:ln w="19049">
              <a:solidFill>
                <a:srgbClr val="257693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grpSp>
        <p:nvGrpSpPr>
          <p:cNvPr id="11" name="object 11"/>
          <p:cNvGrpSpPr/>
          <p:nvPr/>
        </p:nvGrpSpPr>
        <p:grpSpPr>
          <a:xfrm>
            <a:off x="727173" y="2608191"/>
            <a:ext cx="4068233" cy="3228340"/>
            <a:chOff x="222187" y="1593537"/>
            <a:chExt cx="3051175" cy="2421255"/>
          </a:xfrm>
        </p:grpSpPr>
        <p:pic>
          <p:nvPicPr>
            <p:cNvPr id="12" name="object 1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11700" y="1733115"/>
              <a:ext cx="2956500" cy="2124500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226950" y="1598300"/>
              <a:ext cx="3041650" cy="2411730"/>
            </a:xfrm>
            <a:custGeom>
              <a:avLst/>
              <a:gdLst/>
              <a:ahLst/>
              <a:cxnLst/>
              <a:rect l="l" t="t" r="r" b="b"/>
              <a:pathLst>
                <a:path w="3041650" h="2411729">
                  <a:moveTo>
                    <a:pt x="0" y="0"/>
                  </a:moveTo>
                  <a:lnTo>
                    <a:pt x="3041399" y="0"/>
                  </a:lnTo>
                  <a:lnTo>
                    <a:pt x="3041399" y="2411699"/>
                  </a:lnTo>
                  <a:lnTo>
                    <a:pt x="0" y="24116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5245757" y="5714859"/>
            <a:ext cx="2805007" cy="304421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867" spc="-73" dirty="0">
                <a:latin typeface="Lucida Sans Unicode"/>
                <a:cs typeface="Lucida Sans Unicode"/>
              </a:rPr>
              <a:t>Next</a:t>
            </a:r>
            <a:r>
              <a:rPr sz="1867" spc="-53" dirty="0">
                <a:latin typeface="Lucida Sans Unicode"/>
                <a:cs typeface="Lucida Sans Unicode"/>
              </a:rPr>
              <a:t> </a:t>
            </a:r>
            <a:r>
              <a:rPr sz="1867" dirty="0">
                <a:latin typeface="Lucida Sans Unicode"/>
                <a:cs typeface="Lucida Sans Unicode"/>
              </a:rPr>
              <a:t>token</a:t>
            </a:r>
            <a:r>
              <a:rPr sz="1867" spc="-47" dirty="0">
                <a:latin typeface="Lucida Sans Unicode"/>
                <a:cs typeface="Lucida Sans Unicode"/>
              </a:rPr>
              <a:t> </a:t>
            </a:r>
            <a:r>
              <a:rPr sz="1867" spc="-13" dirty="0">
                <a:latin typeface="Lucida Sans Unicode"/>
                <a:cs typeface="Lucida Sans Unicode"/>
              </a:rPr>
              <a:t>probabilities</a:t>
            </a:r>
            <a:endParaRPr sz="1867">
              <a:latin typeface="Lucida Sans Unicode"/>
              <a:cs typeface="Lucida Sans Unicode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57514" y="2349854"/>
            <a:ext cx="1728047" cy="256480"/>
          </a:xfrm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>
              <a:spcBef>
                <a:spcPts val="80"/>
              </a:spcBef>
            </a:pPr>
            <a:r>
              <a:rPr sz="1600" spc="-67" dirty="0">
                <a:solidFill>
                  <a:srgbClr val="237A94"/>
                </a:solidFill>
                <a:latin typeface="Arial Black"/>
                <a:cs typeface="Arial Black"/>
              </a:rPr>
              <a:t>Context</a:t>
            </a:r>
            <a:r>
              <a:rPr sz="1600" spc="-152" dirty="0">
                <a:solidFill>
                  <a:srgbClr val="237A94"/>
                </a:solidFill>
                <a:latin typeface="Arial Black"/>
                <a:cs typeface="Arial Black"/>
              </a:rPr>
              <a:t> </a:t>
            </a:r>
            <a:r>
              <a:rPr sz="1600" spc="-40" dirty="0">
                <a:solidFill>
                  <a:srgbClr val="237A94"/>
                </a:solidFill>
                <a:latin typeface="Arial Black"/>
                <a:cs typeface="Arial Black"/>
              </a:rPr>
              <a:t>Window</a:t>
            </a:r>
            <a:endParaRPr sz="1600">
              <a:latin typeface="Arial Black"/>
              <a:cs typeface="Arial Black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430924" y="2321007"/>
            <a:ext cx="4527972" cy="3902287"/>
            <a:chOff x="0" y="1378149"/>
            <a:chExt cx="3395979" cy="2926715"/>
          </a:xfrm>
        </p:grpSpPr>
        <p:sp>
          <p:nvSpPr>
            <p:cNvPr id="17" name="object 17"/>
            <p:cNvSpPr/>
            <p:nvPr/>
          </p:nvSpPr>
          <p:spPr>
            <a:xfrm>
              <a:off x="304644" y="2914538"/>
              <a:ext cx="2956560" cy="1001394"/>
            </a:xfrm>
            <a:custGeom>
              <a:avLst/>
              <a:gdLst/>
              <a:ahLst/>
              <a:cxnLst/>
              <a:rect l="l" t="t" r="r" b="b"/>
              <a:pathLst>
                <a:path w="2956560" h="1001395">
                  <a:moveTo>
                    <a:pt x="2956500" y="1001400"/>
                  </a:moveTo>
                  <a:lnTo>
                    <a:pt x="0" y="1001400"/>
                  </a:lnTo>
                  <a:lnTo>
                    <a:pt x="0" y="0"/>
                  </a:lnTo>
                  <a:lnTo>
                    <a:pt x="2956500" y="0"/>
                  </a:lnTo>
                  <a:lnTo>
                    <a:pt x="2956500" y="10014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pic>
          <p:nvPicPr>
            <p:cNvPr id="18" name="object 1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11696" y="2914556"/>
              <a:ext cx="425300" cy="269750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0" y="1378149"/>
              <a:ext cx="3395979" cy="2926715"/>
            </a:xfrm>
            <a:custGeom>
              <a:avLst/>
              <a:gdLst/>
              <a:ahLst/>
              <a:cxnLst/>
              <a:rect l="l" t="t" r="r" b="b"/>
              <a:pathLst>
                <a:path w="3395979" h="2926715">
                  <a:moveTo>
                    <a:pt x="3395524" y="2926199"/>
                  </a:moveTo>
                  <a:lnTo>
                    <a:pt x="0" y="2926199"/>
                  </a:lnTo>
                  <a:lnTo>
                    <a:pt x="0" y="0"/>
                  </a:lnTo>
                  <a:lnTo>
                    <a:pt x="3395524" y="0"/>
                  </a:lnTo>
                  <a:lnTo>
                    <a:pt x="3395524" y="2926199"/>
                  </a:lnTo>
                  <a:close/>
                </a:path>
              </a:pathLst>
            </a:custGeom>
            <a:solidFill>
              <a:srgbClr val="FFFFFF">
                <a:alpha val="60128"/>
              </a:srgbClr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grpSp>
        <p:nvGrpSpPr>
          <p:cNvPr id="20" name="object 20"/>
          <p:cNvGrpSpPr/>
          <p:nvPr/>
        </p:nvGrpSpPr>
        <p:grpSpPr>
          <a:xfrm>
            <a:off x="5198789" y="2601846"/>
            <a:ext cx="3099647" cy="3036993"/>
            <a:chOff x="3575899" y="1588778"/>
            <a:chExt cx="2324735" cy="2277745"/>
          </a:xfrm>
        </p:grpSpPr>
        <p:pic>
          <p:nvPicPr>
            <p:cNvPr id="21" name="object 2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585425" y="1636534"/>
              <a:ext cx="2279187" cy="2220335"/>
            </a:xfrm>
            <a:prstGeom prst="rect">
              <a:avLst/>
            </a:prstGeom>
          </p:spPr>
        </p:pic>
        <p:sp>
          <p:nvSpPr>
            <p:cNvPr id="22" name="object 22"/>
            <p:cNvSpPr/>
            <p:nvPr/>
          </p:nvSpPr>
          <p:spPr>
            <a:xfrm>
              <a:off x="3580662" y="1593541"/>
              <a:ext cx="2315210" cy="2268220"/>
            </a:xfrm>
            <a:custGeom>
              <a:avLst/>
              <a:gdLst/>
              <a:ahLst/>
              <a:cxnLst/>
              <a:rect l="l" t="t" r="r" b="b"/>
              <a:pathLst>
                <a:path w="2315210" h="2268220">
                  <a:moveTo>
                    <a:pt x="0" y="0"/>
                  </a:moveTo>
                  <a:lnTo>
                    <a:pt x="2315146" y="0"/>
                  </a:lnTo>
                  <a:lnTo>
                    <a:pt x="2315146" y="2268091"/>
                  </a:lnTo>
                  <a:lnTo>
                    <a:pt x="0" y="2268091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237A94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7729742" y="1565447"/>
            <a:ext cx="870373" cy="514457"/>
          </a:xfrm>
          <a:prstGeom prst="rect">
            <a:avLst/>
          </a:prstGeom>
        </p:spPr>
        <p:txBody>
          <a:bodyPr vert="horz" wrap="square" lIns="0" tIns="26247" rIns="0" bIns="0" rtlCol="0">
            <a:spAutoFit/>
          </a:bodyPr>
          <a:lstStyle/>
          <a:p>
            <a:pPr marL="133770" marR="6773" indent="-117684">
              <a:lnSpc>
                <a:spcPts val="1907"/>
              </a:lnSpc>
              <a:spcBef>
                <a:spcPts val="207"/>
              </a:spcBef>
            </a:pPr>
            <a:r>
              <a:rPr sz="1600" spc="-133" dirty="0">
                <a:latin typeface="Lucida Sans Unicode"/>
                <a:cs typeface="Lucida Sans Unicode"/>
              </a:rPr>
              <a:t>3:</a:t>
            </a:r>
            <a:r>
              <a:rPr sz="1600" spc="-60" dirty="0">
                <a:latin typeface="Lucida Sans Unicode"/>
                <a:cs typeface="Lucida Sans Unicode"/>
              </a:rPr>
              <a:t> </a:t>
            </a:r>
            <a:r>
              <a:rPr sz="1600" spc="-13" dirty="0">
                <a:latin typeface="Lucida Sans Unicode"/>
                <a:cs typeface="Lucida Sans Unicode"/>
              </a:rPr>
              <a:t>Select Token</a:t>
            </a:r>
            <a:endParaRPr sz="1600">
              <a:latin typeface="Lucida Sans Unicode"/>
              <a:cs typeface="Lucida Sans Unicode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6885556" y="1770627"/>
            <a:ext cx="508000" cy="122767"/>
            <a:chOff x="4840975" y="965364"/>
            <a:chExt cx="381000" cy="92075"/>
          </a:xfrm>
        </p:grpSpPr>
        <p:sp>
          <p:nvSpPr>
            <p:cNvPr id="25" name="object 25"/>
            <p:cNvSpPr/>
            <p:nvPr/>
          </p:nvSpPr>
          <p:spPr>
            <a:xfrm>
              <a:off x="4840975" y="1011249"/>
              <a:ext cx="280035" cy="0"/>
            </a:xfrm>
            <a:custGeom>
              <a:avLst/>
              <a:gdLst/>
              <a:ahLst/>
              <a:cxnLst/>
              <a:rect l="l" t="t" r="r" b="b"/>
              <a:pathLst>
                <a:path w="280035">
                  <a:moveTo>
                    <a:pt x="0" y="0"/>
                  </a:moveTo>
                  <a:lnTo>
                    <a:pt x="279412" y="0"/>
                  </a:lnTo>
                </a:path>
              </a:pathLst>
            </a:custGeom>
            <a:ln w="28574">
              <a:solidFill>
                <a:srgbClr val="237A94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pic>
          <p:nvPicPr>
            <p:cNvPr id="26" name="object 2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106100" y="965364"/>
              <a:ext cx="115388" cy="9177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09316" y="670112"/>
            <a:ext cx="14020800" cy="512961"/>
          </a:xfrm>
          <a:prstGeom prst="rect">
            <a:avLst/>
          </a:prstGeom>
        </p:spPr>
        <p:txBody>
          <a:bodyPr vert="horz" wrap="square" lIns="0" tIns="20320" rIns="0" bIns="0" rtlCol="0" anchor="ctr">
            <a:spAutoFit/>
          </a:bodyPr>
          <a:lstStyle/>
          <a:p>
            <a:pPr marL="225208">
              <a:spcBef>
                <a:spcPts val="160"/>
              </a:spcBef>
            </a:pPr>
            <a:r>
              <a:rPr spc="113" dirty="0"/>
              <a:t>Step</a:t>
            </a:r>
            <a:r>
              <a:rPr spc="-140" dirty="0"/>
              <a:t> </a:t>
            </a:r>
            <a:r>
              <a:rPr spc="-240" dirty="0"/>
              <a:t>3:</a:t>
            </a:r>
            <a:r>
              <a:rPr spc="-140" dirty="0"/>
              <a:t> </a:t>
            </a:r>
            <a:r>
              <a:rPr spc="120" dirty="0"/>
              <a:t>Select</a:t>
            </a:r>
            <a:r>
              <a:rPr spc="-140" dirty="0"/>
              <a:t> </a:t>
            </a:r>
            <a:r>
              <a:rPr spc="-13" dirty="0"/>
              <a:t>Token</a:t>
            </a:r>
            <a:endParaRPr/>
          </a:p>
        </p:txBody>
      </p:sp>
      <p:sp>
        <p:nvSpPr>
          <p:cNvPr id="3" name="object 3"/>
          <p:cNvSpPr/>
          <p:nvPr/>
        </p:nvSpPr>
        <p:spPr>
          <a:xfrm>
            <a:off x="1755563" y="1474308"/>
            <a:ext cx="1065107" cy="546945"/>
          </a:xfrm>
          <a:custGeom>
            <a:avLst/>
            <a:gdLst/>
            <a:ahLst/>
            <a:cxnLst/>
            <a:rect l="l" t="t" r="r" b="b"/>
            <a:pathLst>
              <a:path w="798830" h="410209">
                <a:moveTo>
                  <a:pt x="0" y="68351"/>
                </a:moveTo>
                <a:lnTo>
                  <a:pt x="5371" y="41745"/>
                </a:lnTo>
                <a:lnTo>
                  <a:pt x="20019" y="20019"/>
                </a:lnTo>
                <a:lnTo>
                  <a:pt x="41745" y="5371"/>
                </a:lnTo>
                <a:lnTo>
                  <a:pt x="68351" y="0"/>
                </a:lnTo>
                <a:lnTo>
                  <a:pt x="730248" y="0"/>
                </a:lnTo>
                <a:lnTo>
                  <a:pt x="768169" y="11483"/>
                </a:lnTo>
                <a:lnTo>
                  <a:pt x="793397" y="42194"/>
                </a:lnTo>
                <a:lnTo>
                  <a:pt x="798599" y="68351"/>
                </a:lnTo>
                <a:lnTo>
                  <a:pt x="798599" y="341748"/>
                </a:lnTo>
                <a:lnTo>
                  <a:pt x="793228" y="368354"/>
                </a:lnTo>
                <a:lnTo>
                  <a:pt x="778580" y="390080"/>
                </a:lnTo>
                <a:lnTo>
                  <a:pt x="756854" y="404728"/>
                </a:lnTo>
                <a:lnTo>
                  <a:pt x="730248" y="410099"/>
                </a:lnTo>
                <a:lnTo>
                  <a:pt x="68351" y="410099"/>
                </a:lnTo>
                <a:lnTo>
                  <a:pt x="41745" y="404728"/>
                </a:lnTo>
                <a:lnTo>
                  <a:pt x="20019" y="390080"/>
                </a:lnTo>
                <a:lnTo>
                  <a:pt x="5371" y="368354"/>
                </a:lnTo>
                <a:lnTo>
                  <a:pt x="0" y="341748"/>
                </a:lnTo>
                <a:lnTo>
                  <a:pt x="0" y="68351"/>
                </a:lnTo>
                <a:close/>
              </a:path>
            </a:pathLst>
          </a:custGeom>
          <a:ln w="19049">
            <a:solidFill>
              <a:srgbClr val="257693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4" name="object 4"/>
          <p:cNvSpPr txBox="1"/>
          <p:nvPr/>
        </p:nvSpPr>
        <p:spPr>
          <a:xfrm>
            <a:off x="1917666" y="1481346"/>
            <a:ext cx="740833" cy="514457"/>
          </a:xfrm>
          <a:prstGeom prst="rect">
            <a:avLst/>
          </a:prstGeom>
        </p:spPr>
        <p:txBody>
          <a:bodyPr vert="horz" wrap="square" lIns="0" tIns="26247" rIns="0" bIns="0" rtlCol="0">
            <a:spAutoFit/>
          </a:bodyPr>
          <a:lstStyle/>
          <a:p>
            <a:pPr marL="16933" marR="6773" indent="11006">
              <a:lnSpc>
                <a:spcPts val="1907"/>
              </a:lnSpc>
              <a:spcBef>
                <a:spcPts val="207"/>
              </a:spcBef>
            </a:pPr>
            <a:r>
              <a:rPr sz="1600" spc="-339" dirty="0">
                <a:latin typeface="Lucida Sans Unicode"/>
                <a:cs typeface="Lucida Sans Unicode"/>
              </a:rPr>
              <a:t>1:</a:t>
            </a:r>
            <a:r>
              <a:rPr sz="1600" spc="-73" dirty="0">
                <a:latin typeface="Lucida Sans Unicode"/>
                <a:cs typeface="Lucida Sans Unicode"/>
              </a:rPr>
              <a:t> </a:t>
            </a:r>
            <a:r>
              <a:rPr sz="1600" spc="-13" dirty="0">
                <a:latin typeface="Lucida Sans Unicode"/>
                <a:cs typeface="Lucida Sans Unicode"/>
              </a:rPr>
              <a:t>Input </a:t>
            </a:r>
            <a:r>
              <a:rPr sz="1600" spc="-20" dirty="0">
                <a:latin typeface="Lucida Sans Unicode"/>
                <a:cs typeface="Lucida Sans Unicode"/>
              </a:rPr>
              <a:t>Tokens</a:t>
            </a:r>
            <a:endParaRPr sz="1600">
              <a:latin typeface="Lucida Sans Unicode"/>
              <a:cs typeface="Lucida Sans Unicode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5200979" y="1474325"/>
            <a:ext cx="1674707" cy="546945"/>
          </a:xfrm>
          <a:custGeom>
            <a:avLst/>
            <a:gdLst/>
            <a:ahLst/>
            <a:cxnLst/>
            <a:rect l="l" t="t" r="r" b="b"/>
            <a:pathLst>
              <a:path w="1256029" h="410209">
                <a:moveTo>
                  <a:pt x="0" y="68351"/>
                </a:moveTo>
                <a:lnTo>
                  <a:pt x="5371" y="41745"/>
                </a:lnTo>
                <a:lnTo>
                  <a:pt x="20019" y="20019"/>
                </a:lnTo>
                <a:lnTo>
                  <a:pt x="41745" y="5371"/>
                </a:lnTo>
                <a:lnTo>
                  <a:pt x="68351" y="0"/>
                </a:lnTo>
                <a:lnTo>
                  <a:pt x="1187148" y="0"/>
                </a:lnTo>
                <a:lnTo>
                  <a:pt x="1225070" y="11483"/>
                </a:lnTo>
                <a:lnTo>
                  <a:pt x="1250297" y="42194"/>
                </a:lnTo>
                <a:lnTo>
                  <a:pt x="1255499" y="68351"/>
                </a:lnTo>
                <a:lnTo>
                  <a:pt x="1255499" y="341748"/>
                </a:lnTo>
                <a:lnTo>
                  <a:pt x="1250128" y="368354"/>
                </a:lnTo>
                <a:lnTo>
                  <a:pt x="1235480" y="390080"/>
                </a:lnTo>
                <a:lnTo>
                  <a:pt x="1213753" y="404728"/>
                </a:lnTo>
                <a:lnTo>
                  <a:pt x="1187148" y="410099"/>
                </a:lnTo>
                <a:lnTo>
                  <a:pt x="68351" y="410099"/>
                </a:lnTo>
                <a:lnTo>
                  <a:pt x="41745" y="404728"/>
                </a:lnTo>
                <a:lnTo>
                  <a:pt x="20019" y="390080"/>
                </a:lnTo>
                <a:lnTo>
                  <a:pt x="5371" y="368354"/>
                </a:lnTo>
                <a:lnTo>
                  <a:pt x="0" y="341748"/>
                </a:lnTo>
                <a:lnTo>
                  <a:pt x="0" y="68351"/>
                </a:lnTo>
                <a:close/>
              </a:path>
            </a:pathLst>
          </a:custGeom>
          <a:ln w="19049">
            <a:solidFill>
              <a:srgbClr val="257693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6" name="object 6"/>
          <p:cNvSpPr txBox="1"/>
          <p:nvPr/>
        </p:nvSpPr>
        <p:spPr>
          <a:xfrm>
            <a:off x="5400270" y="1481364"/>
            <a:ext cx="1275925" cy="514457"/>
          </a:xfrm>
          <a:prstGeom prst="rect">
            <a:avLst/>
          </a:prstGeom>
        </p:spPr>
        <p:txBody>
          <a:bodyPr vert="horz" wrap="square" lIns="0" tIns="26247" rIns="0" bIns="0" rtlCol="0">
            <a:spAutoFit/>
          </a:bodyPr>
          <a:lstStyle/>
          <a:p>
            <a:pPr marL="16933" marR="6773" indent="31326">
              <a:lnSpc>
                <a:spcPts val="1907"/>
              </a:lnSpc>
              <a:spcBef>
                <a:spcPts val="207"/>
              </a:spcBef>
            </a:pPr>
            <a:r>
              <a:rPr sz="1600" spc="-140" dirty="0">
                <a:latin typeface="Lucida Sans Unicode"/>
                <a:cs typeface="Lucida Sans Unicode"/>
              </a:rPr>
              <a:t>2:</a:t>
            </a:r>
            <a:r>
              <a:rPr sz="1600" spc="-60" dirty="0">
                <a:latin typeface="Lucida Sans Unicode"/>
                <a:cs typeface="Lucida Sans Unicode"/>
              </a:rPr>
              <a:t> </a:t>
            </a:r>
            <a:r>
              <a:rPr sz="1600" spc="53" dirty="0">
                <a:latin typeface="Lucida Sans Unicode"/>
                <a:cs typeface="Lucida Sans Unicode"/>
              </a:rPr>
              <a:t>Compute </a:t>
            </a:r>
            <a:r>
              <a:rPr sz="1600" spc="-13" dirty="0">
                <a:latin typeface="Lucida Sans Unicode"/>
                <a:cs typeface="Lucida Sans Unicode"/>
              </a:rPr>
              <a:t>Probabilities</a:t>
            </a:r>
            <a:endParaRPr sz="1600">
              <a:latin typeface="Lucida Sans Unicode"/>
              <a:cs typeface="Lucida Sans Unicode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2801313" y="1455274"/>
            <a:ext cx="6107007" cy="585045"/>
            <a:chOff x="1785674" y="791912"/>
            <a:chExt cx="4580255" cy="438784"/>
          </a:xfrm>
        </p:grpSpPr>
        <p:sp>
          <p:nvSpPr>
            <p:cNvPr id="8" name="object 8"/>
            <p:cNvSpPr/>
            <p:nvPr/>
          </p:nvSpPr>
          <p:spPr>
            <a:xfrm>
              <a:off x="1799962" y="1011237"/>
              <a:ext cx="1657350" cy="0"/>
            </a:xfrm>
            <a:custGeom>
              <a:avLst/>
              <a:gdLst/>
              <a:ahLst/>
              <a:cxnLst/>
              <a:rect l="l" t="t" r="r" b="b"/>
              <a:pathLst>
                <a:path w="1657350">
                  <a:moveTo>
                    <a:pt x="0" y="0"/>
                  </a:moveTo>
                  <a:lnTo>
                    <a:pt x="1657012" y="0"/>
                  </a:lnTo>
                </a:path>
              </a:pathLst>
            </a:custGeom>
            <a:ln w="28574">
              <a:solidFill>
                <a:srgbClr val="237A94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442686" y="965352"/>
              <a:ext cx="115388" cy="91770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5248974" y="806200"/>
              <a:ext cx="1102995" cy="410209"/>
            </a:xfrm>
            <a:custGeom>
              <a:avLst/>
              <a:gdLst/>
              <a:ahLst/>
              <a:cxnLst/>
              <a:rect l="l" t="t" r="r" b="b"/>
              <a:pathLst>
                <a:path w="1102995" h="410209">
                  <a:moveTo>
                    <a:pt x="0" y="68351"/>
                  </a:moveTo>
                  <a:lnTo>
                    <a:pt x="5371" y="41745"/>
                  </a:lnTo>
                  <a:lnTo>
                    <a:pt x="20019" y="20019"/>
                  </a:lnTo>
                  <a:lnTo>
                    <a:pt x="41745" y="5371"/>
                  </a:lnTo>
                  <a:lnTo>
                    <a:pt x="68351" y="0"/>
                  </a:lnTo>
                  <a:lnTo>
                    <a:pt x="1034148" y="0"/>
                  </a:lnTo>
                  <a:lnTo>
                    <a:pt x="1072070" y="11483"/>
                  </a:lnTo>
                  <a:lnTo>
                    <a:pt x="1097297" y="42194"/>
                  </a:lnTo>
                  <a:lnTo>
                    <a:pt x="1102499" y="68351"/>
                  </a:lnTo>
                  <a:lnTo>
                    <a:pt x="1102499" y="341748"/>
                  </a:lnTo>
                  <a:lnTo>
                    <a:pt x="1097128" y="368354"/>
                  </a:lnTo>
                  <a:lnTo>
                    <a:pt x="1082480" y="390080"/>
                  </a:lnTo>
                  <a:lnTo>
                    <a:pt x="1060753" y="404728"/>
                  </a:lnTo>
                  <a:lnTo>
                    <a:pt x="1034148" y="410099"/>
                  </a:lnTo>
                  <a:lnTo>
                    <a:pt x="68351" y="410099"/>
                  </a:lnTo>
                  <a:lnTo>
                    <a:pt x="41745" y="404728"/>
                  </a:lnTo>
                  <a:lnTo>
                    <a:pt x="20019" y="390080"/>
                  </a:lnTo>
                  <a:lnTo>
                    <a:pt x="5371" y="368354"/>
                  </a:lnTo>
                  <a:lnTo>
                    <a:pt x="0" y="341748"/>
                  </a:lnTo>
                  <a:lnTo>
                    <a:pt x="0" y="68351"/>
                  </a:lnTo>
                  <a:close/>
                </a:path>
              </a:pathLst>
            </a:custGeom>
            <a:ln w="28574">
              <a:solidFill>
                <a:srgbClr val="F6737D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7704908" y="1481364"/>
            <a:ext cx="898313" cy="513816"/>
          </a:xfrm>
          <a:prstGeom prst="rect">
            <a:avLst/>
          </a:prstGeom>
        </p:spPr>
        <p:txBody>
          <a:bodyPr vert="horz" wrap="square" lIns="0" tIns="26247" rIns="0" bIns="0" rtlCol="0">
            <a:spAutoFit/>
          </a:bodyPr>
          <a:lstStyle/>
          <a:p>
            <a:pPr marL="130383" marR="6773" indent="-114297">
              <a:lnSpc>
                <a:spcPts val="1907"/>
              </a:lnSpc>
              <a:spcBef>
                <a:spcPts val="207"/>
              </a:spcBef>
            </a:pPr>
            <a:r>
              <a:rPr sz="1600" spc="-107" dirty="0">
                <a:solidFill>
                  <a:srgbClr val="37879E"/>
                </a:solidFill>
                <a:latin typeface="Arial Black"/>
                <a:cs typeface="Arial Black"/>
              </a:rPr>
              <a:t>3:</a:t>
            </a:r>
            <a:r>
              <a:rPr sz="1600" spc="-180" dirty="0">
                <a:solidFill>
                  <a:srgbClr val="37879E"/>
                </a:solidFill>
                <a:latin typeface="Arial Black"/>
                <a:cs typeface="Arial Black"/>
              </a:rPr>
              <a:t> </a:t>
            </a:r>
            <a:r>
              <a:rPr sz="1600" spc="-107" dirty="0">
                <a:solidFill>
                  <a:srgbClr val="37879E"/>
                </a:solidFill>
                <a:latin typeface="Arial Black"/>
                <a:cs typeface="Arial Black"/>
              </a:rPr>
              <a:t>Select </a:t>
            </a:r>
            <a:r>
              <a:rPr sz="1600" spc="-13" dirty="0">
                <a:solidFill>
                  <a:srgbClr val="37879E"/>
                </a:solidFill>
                <a:latin typeface="Arial Black"/>
                <a:cs typeface="Arial Black"/>
              </a:rPr>
              <a:t>Token</a:t>
            </a:r>
            <a:endParaRPr sz="1600">
              <a:latin typeface="Arial Black"/>
              <a:cs typeface="Arial Black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6874981" y="1686544"/>
            <a:ext cx="508000" cy="122767"/>
            <a:chOff x="4840925" y="965364"/>
            <a:chExt cx="381000" cy="92075"/>
          </a:xfrm>
        </p:grpSpPr>
        <p:sp>
          <p:nvSpPr>
            <p:cNvPr id="13" name="object 13"/>
            <p:cNvSpPr/>
            <p:nvPr/>
          </p:nvSpPr>
          <p:spPr>
            <a:xfrm>
              <a:off x="4840925" y="1011249"/>
              <a:ext cx="280035" cy="0"/>
            </a:xfrm>
            <a:custGeom>
              <a:avLst/>
              <a:gdLst/>
              <a:ahLst/>
              <a:cxnLst/>
              <a:rect l="l" t="t" r="r" b="b"/>
              <a:pathLst>
                <a:path w="280035">
                  <a:moveTo>
                    <a:pt x="0" y="0"/>
                  </a:moveTo>
                  <a:lnTo>
                    <a:pt x="279412" y="0"/>
                  </a:lnTo>
                </a:path>
              </a:pathLst>
            </a:custGeom>
            <a:ln w="28574">
              <a:solidFill>
                <a:srgbClr val="237A94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pic>
          <p:nvPicPr>
            <p:cNvPr id="14" name="object 1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106050" y="965364"/>
              <a:ext cx="115388" cy="91770"/>
            </a:xfrm>
            <a:prstGeom prst="rect">
              <a:avLst/>
            </a:prstGeom>
          </p:spPr>
        </p:pic>
      </p:grpSp>
      <p:sp>
        <p:nvSpPr>
          <p:cNvPr id="15" name="object 15"/>
          <p:cNvSpPr txBox="1"/>
          <p:nvPr/>
        </p:nvSpPr>
        <p:spPr>
          <a:xfrm>
            <a:off x="8345524" y="2204368"/>
            <a:ext cx="1535007" cy="26332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600" spc="13" dirty="0">
                <a:latin typeface="Lucida Sans Unicode"/>
                <a:cs typeface="Lucida Sans Unicode"/>
              </a:rPr>
              <a:t>Selected</a:t>
            </a:r>
            <a:r>
              <a:rPr sz="1600" spc="320" dirty="0">
                <a:latin typeface="Lucida Sans Unicode"/>
                <a:cs typeface="Lucida Sans Unicode"/>
              </a:rPr>
              <a:t> </a:t>
            </a:r>
            <a:r>
              <a:rPr sz="1600" spc="-13" dirty="0">
                <a:latin typeface="Lucida Sans Unicode"/>
                <a:cs typeface="Lucida Sans Unicode"/>
              </a:rPr>
              <a:t>token</a:t>
            </a:r>
            <a:endParaRPr sz="1600">
              <a:latin typeface="Lucida Sans Unicode"/>
              <a:cs typeface="Lucida Sans Unicode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716664" y="2524108"/>
            <a:ext cx="4068233" cy="3228340"/>
            <a:chOff x="222187" y="1593537"/>
            <a:chExt cx="3051175" cy="2421255"/>
          </a:xfrm>
        </p:grpSpPr>
        <p:pic>
          <p:nvPicPr>
            <p:cNvPr id="17" name="object 1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11700" y="1733115"/>
              <a:ext cx="2956500" cy="2124500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226950" y="1598300"/>
              <a:ext cx="3041650" cy="2411730"/>
            </a:xfrm>
            <a:custGeom>
              <a:avLst/>
              <a:gdLst/>
              <a:ahLst/>
              <a:cxnLst/>
              <a:rect l="l" t="t" r="r" b="b"/>
              <a:pathLst>
                <a:path w="3041650" h="2411729">
                  <a:moveTo>
                    <a:pt x="0" y="0"/>
                  </a:moveTo>
                  <a:lnTo>
                    <a:pt x="3041399" y="0"/>
                  </a:lnTo>
                  <a:lnTo>
                    <a:pt x="3041399" y="2411699"/>
                  </a:lnTo>
                  <a:lnTo>
                    <a:pt x="0" y="24116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5235248" y="5630776"/>
            <a:ext cx="2805007" cy="304421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867" spc="-73" dirty="0">
                <a:latin typeface="Lucida Sans Unicode"/>
                <a:cs typeface="Lucida Sans Unicode"/>
              </a:rPr>
              <a:t>Next</a:t>
            </a:r>
            <a:r>
              <a:rPr sz="1867" spc="-53" dirty="0">
                <a:latin typeface="Lucida Sans Unicode"/>
                <a:cs typeface="Lucida Sans Unicode"/>
              </a:rPr>
              <a:t> </a:t>
            </a:r>
            <a:r>
              <a:rPr sz="1867" dirty="0">
                <a:latin typeface="Lucida Sans Unicode"/>
                <a:cs typeface="Lucida Sans Unicode"/>
              </a:rPr>
              <a:t>token</a:t>
            </a:r>
            <a:r>
              <a:rPr sz="1867" spc="-47" dirty="0">
                <a:latin typeface="Lucida Sans Unicode"/>
                <a:cs typeface="Lucida Sans Unicode"/>
              </a:rPr>
              <a:t> </a:t>
            </a:r>
            <a:r>
              <a:rPr sz="1867" spc="-13" dirty="0">
                <a:latin typeface="Lucida Sans Unicode"/>
                <a:cs typeface="Lucida Sans Unicode"/>
              </a:rPr>
              <a:t>probabilities</a:t>
            </a:r>
            <a:endParaRPr sz="1867">
              <a:latin typeface="Lucida Sans Unicode"/>
              <a:cs typeface="Lucida Sans Unicode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530072" y="2258997"/>
            <a:ext cx="1761913" cy="26332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600" spc="-67" dirty="0">
                <a:solidFill>
                  <a:srgbClr val="237A94"/>
                </a:solidFill>
                <a:latin typeface="Arial Black"/>
                <a:cs typeface="Arial Black"/>
              </a:rPr>
              <a:t>Context</a:t>
            </a:r>
            <a:r>
              <a:rPr sz="1600" spc="-152" dirty="0">
                <a:solidFill>
                  <a:srgbClr val="237A94"/>
                </a:solidFill>
                <a:latin typeface="Arial Black"/>
                <a:cs typeface="Arial Black"/>
              </a:rPr>
              <a:t> </a:t>
            </a:r>
            <a:r>
              <a:rPr sz="1600" spc="-13" dirty="0">
                <a:solidFill>
                  <a:srgbClr val="237A94"/>
                </a:solidFill>
                <a:latin typeface="Arial Black"/>
                <a:cs typeface="Arial Black"/>
              </a:rPr>
              <a:t>Window</a:t>
            </a:r>
            <a:endParaRPr sz="1600">
              <a:latin typeface="Arial Black"/>
              <a:cs typeface="Arial Black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826606" y="4285442"/>
            <a:ext cx="3942080" cy="1335192"/>
          </a:xfrm>
          <a:custGeom>
            <a:avLst/>
            <a:gdLst/>
            <a:ahLst/>
            <a:cxnLst/>
            <a:rect l="l" t="t" r="r" b="b"/>
            <a:pathLst>
              <a:path w="2956560" h="1001395">
                <a:moveTo>
                  <a:pt x="2956500" y="1001400"/>
                </a:moveTo>
                <a:lnTo>
                  <a:pt x="0" y="1001400"/>
                </a:lnTo>
                <a:lnTo>
                  <a:pt x="0" y="0"/>
                </a:lnTo>
                <a:lnTo>
                  <a:pt x="2956500" y="0"/>
                </a:lnTo>
                <a:lnTo>
                  <a:pt x="2956500" y="10014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grpSp>
        <p:nvGrpSpPr>
          <p:cNvPr id="22" name="object 22"/>
          <p:cNvGrpSpPr/>
          <p:nvPr/>
        </p:nvGrpSpPr>
        <p:grpSpPr>
          <a:xfrm>
            <a:off x="420415" y="2236924"/>
            <a:ext cx="4527972" cy="3902287"/>
            <a:chOff x="0" y="1378149"/>
            <a:chExt cx="3395979" cy="2926715"/>
          </a:xfrm>
        </p:grpSpPr>
        <p:pic>
          <p:nvPicPr>
            <p:cNvPr id="23" name="object 2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11696" y="2914556"/>
              <a:ext cx="425300" cy="269750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0" y="1378149"/>
              <a:ext cx="3395979" cy="2926715"/>
            </a:xfrm>
            <a:custGeom>
              <a:avLst/>
              <a:gdLst/>
              <a:ahLst/>
              <a:cxnLst/>
              <a:rect l="l" t="t" r="r" b="b"/>
              <a:pathLst>
                <a:path w="3395979" h="2926715">
                  <a:moveTo>
                    <a:pt x="3395524" y="2926199"/>
                  </a:moveTo>
                  <a:lnTo>
                    <a:pt x="0" y="2926199"/>
                  </a:lnTo>
                  <a:lnTo>
                    <a:pt x="0" y="0"/>
                  </a:lnTo>
                  <a:lnTo>
                    <a:pt x="3395524" y="0"/>
                  </a:lnTo>
                  <a:lnTo>
                    <a:pt x="3395524" y="2926199"/>
                  </a:lnTo>
                  <a:close/>
                </a:path>
              </a:pathLst>
            </a:custGeom>
            <a:solidFill>
              <a:srgbClr val="FFFFFF">
                <a:alpha val="60128"/>
              </a:srgbClr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grpSp>
        <p:nvGrpSpPr>
          <p:cNvPr id="25" name="object 25"/>
          <p:cNvGrpSpPr/>
          <p:nvPr/>
        </p:nvGrpSpPr>
        <p:grpSpPr>
          <a:xfrm>
            <a:off x="5017880" y="2349990"/>
            <a:ext cx="3328247" cy="3733800"/>
            <a:chOff x="3448099" y="1462949"/>
            <a:chExt cx="2496185" cy="2800350"/>
          </a:xfrm>
        </p:grpSpPr>
        <p:pic>
          <p:nvPicPr>
            <p:cNvPr id="26" name="object 2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585425" y="1636534"/>
              <a:ext cx="2279187" cy="2220335"/>
            </a:xfrm>
            <a:prstGeom prst="rect">
              <a:avLst/>
            </a:prstGeom>
          </p:spPr>
        </p:pic>
        <p:sp>
          <p:nvSpPr>
            <p:cNvPr id="27" name="object 27"/>
            <p:cNvSpPr/>
            <p:nvPr/>
          </p:nvSpPr>
          <p:spPr>
            <a:xfrm>
              <a:off x="3580662" y="1593541"/>
              <a:ext cx="2315210" cy="2268220"/>
            </a:xfrm>
            <a:custGeom>
              <a:avLst/>
              <a:gdLst/>
              <a:ahLst/>
              <a:cxnLst/>
              <a:rect l="l" t="t" r="r" b="b"/>
              <a:pathLst>
                <a:path w="2315210" h="2268220">
                  <a:moveTo>
                    <a:pt x="0" y="0"/>
                  </a:moveTo>
                  <a:lnTo>
                    <a:pt x="2315146" y="0"/>
                  </a:lnTo>
                  <a:lnTo>
                    <a:pt x="2315146" y="2268091"/>
                  </a:lnTo>
                  <a:lnTo>
                    <a:pt x="0" y="2268091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237A94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28" name="object 28"/>
            <p:cNvSpPr/>
            <p:nvPr/>
          </p:nvSpPr>
          <p:spPr>
            <a:xfrm>
              <a:off x="3448088" y="1462950"/>
              <a:ext cx="2496185" cy="2800350"/>
            </a:xfrm>
            <a:custGeom>
              <a:avLst/>
              <a:gdLst/>
              <a:ahLst/>
              <a:cxnLst/>
              <a:rect l="l" t="t" r="r" b="b"/>
              <a:pathLst>
                <a:path w="2496185" h="2800350">
                  <a:moveTo>
                    <a:pt x="286727" y="184886"/>
                  </a:moveTo>
                  <a:lnTo>
                    <a:pt x="5334" y="184886"/>
                  </a:lnTo>
                  <a:lnTo>
                    <a:pt x="5334" y="387985"/>
                  </a:lnTo>
                  <a:lnTo>
                    <a:pt x="286727" y="387985"/>
                  </a:lnTo>
                  <a:lnTo>
                    <a:pt x="286727" y="184886"/>
                  </a:lnTo>
                  <a:close/>
                </a:path>
                <a:path w="2496185" h="2800350">
                  <a:moveTo>
                    <a:pt x="2481478" y="184886"/>
                  </a:moveTo>
                  <a:lnTo>
                    <a:pt x="2402281" y="184886"/>
                  </a:lnTo>
                  <a:lnTo>
                    <a:pt x="2402281" y="387985"/>
                  </a:lnTo>
                  <a:lnTo>
                    <a:pt x="2481478" y="387985"/>
                  </a:lnTo>
                  <a:lnTo>
                    <a:pt x="2481478" y="184886"/>
                  </a:lnTo>
                  <a:close/>
                </a:path>
                <a:path w="2496185" h="2800350">
                  <a:moveTo>
                    <a:pt x="2490609" y="0"/>
                  </a:moveTo>
                  <a:lnTo>
                    <a:pt x="0" y="0"/>
                  </a:lnTo>
                  <a:lnTo>
                    <a:pt x="0" y="184810"/>
                  </a:lnTo>
                  <a:lnTo>
                    <a:pt x="2490609" y="184810"/>
                  </a:lnTo>
                  <a:lnTo>
                    <a:pt x="2490609" y="0"/>
                  </a:lnTo>
                  <a:close/>
                </a:path>
                <a:path w="2496185" h="2800350">
                  <a:moveTo>
                    <a:pt x="2495931" y="388086"/>
                  </a:moveTo>
                  <a:lnTo>
                    <a:pt x="5334" y="388086"/>
                  </a:lnTo>
                  <a:lnTo>
                    <a:pt x="5334" y="2799778"/>
                  </a:lnTo>
                  <a:lnTo>
                    <a:pt x="2495931" y="2799778"/>
                  </a:lnTo>
                  <a:lnTo>
                    <a:pt x="2495931" y="388086"/>
                  </a:lnTo>
                  <a:close/>
                </a:path>
              </a:pathLst>
            </a:custGeom>
            <a:solidFill>
              <a:srgbClr val="FFFFFF">
                <a:alpha val="60128"/>
              </a:srgbClr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pic>
        <p:nvPicPr>
          <p:cNvPr id="29" name="object 29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8455704" y="2500458"/>
            <a:ext cx="633465" cy="359667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5090141" y="2762490"/>
            <a:ext cx="3070013" cy="3085253"/>
            <a:chOff x="3573241" y="1591016"/>
            <a:chExt cx="2302510" cy="231394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582766" y="1664447"/>
              <a:ext cx="2257121" cy="2210544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3578004" y="1595779"/>
              <a:ext cx="2292985" cy="2304415"/>
            </a:xfrm>
            <a:custGeom>
              <a:avLst/>
              <a:gdLst/>
              <a:ahLst/>
              <a:cxnLst/>
              <a:rect l="l" t="t" r="r" b="b"/>
              <a:pathLst>
                <a:path w="2292985" h="2304415">
                  <a:moveTo>
                    <a:pt x="0" y="0"/>
                  </a:moveTo>
                  <a:lnTo>
                    <a:pt x="2292824" y="0"/>
                  </a:lnTo>
                  <a:lnTo>
                    <a:pt x="2292824" y="2304308"/>
                  </a:lnTo>
                  <a:lnTo>
                    <a:pt x="0" y="2304308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237A94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xfrm>
            <a:off x="309316" y="670112"/>
            <a:ext cx="14020800" cy="512961"/>
          </a:xfrm>
          <a:prstGeom prst="rect">
            <a:avLst/>
          </a:prstGeom>
        </p:spPr>
        <p:txBody>
          <a:bodyPr vert="horz" wrap="square" lIns="0" tIns="20320" rIns="0" bIns="0" rtlCol="0" anchor="ctr">
            <a:spAutoFit/>
          </a:bodyPr>
          <a:lstStyle/>
          <a:p>
            <a:pPr marL="225208">
              <a:spcBef>
                <a:spcPts val="160"/>
              </a:spcBef>
            </a:pPr>
            <a:r>
              <a:rPr spc="113" dirty="0"/>
              <a:t>Step</a:t>
            </a:r>
            <a:r>
              <a:rPr spc="-140" dirty="0"/>
              <a:t> </a:t>
            </a:r>
            <a:r>
              <a:rPr spc="-240" dirty="0"/>
              <a:t>3:</a:t>
            </a:r>
            <a:r>
              <a:rPr spc="-140" dirty="0"/>
              <a:t> </a:t>
            </a:r>
            <a:r>
              <a:rPr spc="120" dirty="0"/>
              <a:t>Select</a:t>
            </a:r>
            <a:r>
              <a:rPr spc="-140" dirty="0"/>
              <a:t> </a:t>
            </a:r>
            <a:r>
              <a:rPr spc="-13" dirty="0"/>
              <a:t>Token</a:t>
            </a:r>
            <a:endParaRPr/>
          </a:p>
        </p:txBody>
      </p:sp>
      <p:sp>
        <p:nvSpPr>
          <p:cNvPr id="6" name="object 6"/>
          <p:cNvSpPr/>
          <p:nvPr/>
        </p:nvSpPr>
        <p:spPr>
          <a:xfrm>
            <a:off x="1660968" y="1716052"/>
            <a:ext cx="1065107" cy="546945"/>
          </a:xfrm>
          <a:custGeom>
            <a:avLst/>
            <a:gdLst/>
            <a:ahLst/>
            <a:cxnLst/>
            <a:rect l="l" t="t" r="r" b="b"/>
            <a:pathLst>
              <a:path w="798830" h="410209">
                <a:moveTo>
                  <a:pt x="0" y="68351"/>
                </a:moveTo>
                <a:lnTo>
                  <a:pt x="5371" y="41745"/>
                </a:lnTo>
                <a:lnTo>
                  <a:pt x="20019" y="20019"/>
                </a:lnTo>
                <a:lnTo>
                  <a:pt x="41745" y="5371"/>
                </a:lnTo>
                <a:lnTo>
                  <a:pt x="68351" y="0"/>
                </a:lnTo>
                <a:lnTo>
                  <a:pt x="730248" y="0"/>
                </a:lnTo>
                <a:lnTo>
                  <a:pt x="768169" y="11483"/>
                </a:lnTo>
                <a:lnTo>
                  <a:pt x="793397" y="42194"/>
                </a:lnTo>
                <a:lnTo>
                  <a:pt x="798599" y="68351"/>
                </a:lnTo>
                <a:lnTo>
                  <a:pt x="798599" y="341748"/>
                </a:lnTo>
                <a:lnTo>
                  <a:pt x="793228" y="368354"/>
                </a:lnTo>
                <a:lnTo>
                  <a:pt x="778580" y="390080"/>
                </a:lnTo>
                <a:lnTo>
                  <a:pt x="756854" y="404728"/>
                </a:lnTo>
                <a:lnTo>
                  <a:pt x="730248" y="410099"/>
                </a:lnTo>
                <a:lnTo>
                  <a:pt x="68351" y="410099"/>
                </a:lnTo>
                <a:lnTo>
                  <a:pt x="41745" y="404728"/>
                </a:lnTo>
                <a:lnTo>
                  <a:pt x="20019" y="390080"/>
                </a:lnTo>
                <a:lnTo>
                  <a:pt x="5371" y="368354"/>
                </a:lnTo>
                <a:lnTo>
                  <a:pt x="0" y="341748"/>
                </a:lnTo>
                <a:lnTo>
                  <a:pt x="0" y="68351"/>
                </a:lnTo>
                <a:close/>
              </a:path>
            </a:pathLst>
          </a:custGeom>
          <a:ln w="19049">
            <a:solidFill>
              <a:srgbClr val="257693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7" name="object 7"/>
          <p:cNvSpPr txBox="1"/>
          <p:nvPr/>
        </p:nvSpPr>
        <p:spPr>
          <a:xfrm>
            <a:off x="1823071" y="1723090"/>
            <a:ext cx="740833" cy="514457"/>
          </a:xfrm>
          <a:prstGeom prst="rect">
            <a:avLst/>
          </a:prstGeom>
        </p:spPr>
        <p:txBody>
          <a:bodyPr vert="horz" wrap="square" lIns="0" tIns="26247" rIns="0" bIns="0" rtlCol="0">
            <a:spAutoFit/>
          </a:bodyPr>
          <a:lstStyle/>
          <a:p>
            <a:pPr marL="16933" marR="6773" indent="11006">
              <a:lnSpc>
                <a:spcPts val="1907"/>
              </a:lnSpc>
              <a:spcBef>
                <a:spcPts val="207"/>
              </a:spcBef>
            </a:pPr>
            <a:r>
              <a:rPr sz="1600" spc="-339" dirty="0">
                <a:latin typeface="Lucida Sans Unicode"/>
                <a:cs typeface="Lucida Sans Unicode"/>
              </a:rPr>
              <a:t>1:</a:t>
            </a:r>
            <a:r>
              <a:rPr sz="1600" spc="-73" dirty="0">
                <a:latin typeface="Lucida Sans Unicode"/>
                <a:cs typeface="Lucida Sans Unicode"/>
              </a:rPr>
              <a:t> </a:t>
            </a:r>
            <a:r>
              <a:rPr sz="1600" spc="-13" dirty="0">
                <a:latin typeface="Lucida Sans Unicode"/>
                <a:cs typeface="Lucida Sans Unicode"/>
              </a:rPr>
              <a:t>Input </a:t>
            </a:r>
            <a:r>
              <a:rPr sz="1600" spc="-20" dirty="0">
                <a:latin typeface="Lucida Sans Unicode"/>
                <a:cs typeface="Lucida Sans Unicode"/>
              </a:rPr>
              <a:t>Tokens</a:t>
            </a:r>
            <a:endParaRPr sz="1600">
              <a:latin typeface="Lucida Sans Unicode"/>
              <a:cs typeface="Lucida Sans Unicode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5106384" y="1716069"/>
            <a:ext cx="1674707" cy="546945"/>
          </a:xfrm>
          <a:custGeom>
            <a:avLst/>
            <a:gdLst/>
            <a:ahLst/>
            <a:cxnLst/>
            <a:rect l="l" t="t" r="r" b="b"/>
            <a:pathLst>
              <a:path w="1256029" h="410209">
                <a:moveTo>
                  <a:pt x="0" y="68351"/>
                </a:moveTo>
                <a:lnTo>
                  <a:pt x="5371" y="41745"/>
                </a:lnTo>
                <a:lnTo>
                  <a:pt x="20019" y="20019"/>
                </a:lnTo>
                <a:lnTo>
                  <a:pt x="41745" y="5371"/>
                </a:lnTo>
                <a:lnTo>
                  <a:pt x="68351" y="0"/>
                </a:lnTo>
                <a:lnTo>
                  <a:pt x="1187148" y="0"/>
                </a:lnTo>
                <a:lnTo>
                  <a:pt x="1225070" y="11483"/>
                </a:lnTo>
                <a:lnTo>
                  <a:pt x="1250297" y="42194"/>
                </a:lnTo>
                <a:lnTo>
                  <a:pt x="1255499" y="68351"/>
                </a:lnTo>
                <a:lnTo>
                  <a:pt x="1255499" y="341748"/>
                </a:lnTo>
                <a:lnTo>
                  <a:pt x="1250128" y="368354"/>
                </a:lnTo>
                <a:lnTo>
                  <a:pt x="1235480" y="390080"/>
                </a:lnTo>
                <a:lnTo>
                  <a:pt x="1213753" y="404728"/>
                </a:lnTo>
                <a:lnTo>
                  <a:pt x="1187148" y="410099"/>
                </a:lnTo>
                <a:lnTo>
                  <a:pt x="68351" y="410099"/>
                </a:lnTo>
                <a:lnTo>
                  <a:pt x="41745" y="404728"/>
                </a:lnTo>
                <a:lnTo>
                  <a:pt x="20019" y="390080"/>
                </a:lnTo>
                <a:lnTo>
                  <a:pt x="5371" y="368354"/>
                </a:lnTo>
                <a:lnTo>
                  <a:pt x="0" y="341748"/>
                </a:lnTo>
                <a:lnTo>
                  <a:pt x="0" y="68351"/>
                </a:lnTo>
                <a:close/>
              </a:path>
            </a:pathLst>
          </a:custGeom>
          <a:ln w="19049">
            <a:solidFill>
              <a:srgbClr val="257693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9" name="object 9"/>
          <p:cNvSpPr txBox="1"/>
          <p:nvPr/>
        </p:nvSpPr>
        <p:spPr>
          <a:xfrm>
            <a:off x="5305675" y="1723108"/>
            <a:ext cx="1275925" cy="514457"/>
          </a:xfrm>
          <a:prstGeom prst="rect">
            <a:avLst/>
          </a:prstGeom>
        </p:spPr>
        <p:txBody>
          <a:bodyPr vert="horz" wrap="square" lIns="0" tIns="26247" rIns="0" bIns="0" rtlCol="0">
            <a:spAutoFit/>
          </a:bodyPr>
          <a:lstStyle/>
          <a:p>
            <a:pPr marL="16933" marR="6773" indent="31326">
              <a:lnSpc>
                <a:spcPts val="1907"/>
              </a:lnSpc>
              <a:spcBef>
                <a:spcPts val="207"/>
              </a:spcBef>
            </a:pPr>
            <a:r>
              <a:rPr sz="1600" spc="-140" dirty="0">
                <a:latin typeface="Lucida Sans Unicode"/>
                <a:cs typeface="Lucida Sans Unicode"/>
              </a:rPr>
              <a:t>2:</a:t>
            </a:r>
            <a:r>
              <a:rPr sz="1600" spc="-60" dirty="0">
                <a:latin typeface="Lucida Sans Unicode"/>
                <a:cs typeface="Lucida Sans Unicode"/>
              </a:rPr>
              <a:t> </a:t>
            </a:r>
            <a:r>
              <a:rPr sz="1600" spc="53" dirty="0">
                <a:latin typeface="Lucida Sans Unicode"/>
                <a:cs typeface="Lucida Sans Unicode"/>
              </a:rPr>
              <a:t>Compute </a:t>
            </a:r>
            <a:r>
              <a:rPr sz="1600" spc="-13" dirty="0">
                <a:latin typeface="Lucida Sans Unicode"/>
                <a:cs typeface="Lucida Sans Unicode"/>
              </a:rPr>
              <a:t>Probabilities</a:t>
            </a:r>
            <a:endParaRPr sz="1600">
              <a:latin typeface="Lucida Sans Unicode"/>
              <a:cs typeface="Lucida Sans Unicode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2706718" y="1703369"/>
            <a:ext cx="6101080" cy="572345"/>
            <a:chOff x="1785674" y="796675"/>
            <a:chExt cx="4575810" cy="429259"/>
          </a:xfrm>
        </p:grpSpPr>
        <p:sp>
          <p:nvSpPr>
            <p:cNvPr id="11" name="object 11"/>
            <p:cNvSpPr/>
            <p:nvPr/>
          </p:nvSpPr>
          <p:spPr>
            <a:xfrm>
              <a:off x="1799962" y="1011237"/>
              <a:ext cx="1657350" cy="0"/>
            </a:xfrm>
            <a:custGeom>
              <a:avLst/>
              <a:gdLst/>
              <a:ahLst/>
              <a:cxnLst/>
              <a:rect l="l" t="t" r="r" b="b"/>
              <a:pathLst>
                <a:path w="1657350">
                  <a:moveTo>
                    <a:pt x="0" y="0"/>
                  </a:moveTo>
                  <a:lnTo>
                    <a:pt x="1657012" y="0"/>
                  </a:lnTo>
                </a:path>
              </a:pathLst>
            </a:custGeom>
            <a:ln w="28574">
              <a:solidFill>
                <a:srgbClr val="237A94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pic>
          <p:nvPicPr>
            <p:cNvPr id="12" name="object 1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442686" y="965352"/>
              <a:ext cx="115388" cy="91770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5248974" y="806200"/>
              <a:ext cx="1102995" cy="410209"/>
            </a:xfrm>
            <a:custGeom>
              <a:avLst/>
              <a:gdLst/>
              <a:ahLst/>
              <a:cxnLst/>
              <a:rect l="l" t="t" r="r" b="b"/>
              <a:pathLst>
                <a:path w="1102995" h="410209">
                  <a:moveTo>
                    <a:pt x="0" y="68351"/>
                  </a:moveTo>
                  <a:lnTo>
                    <a:pt x="5371" y="41745"/>
                  </a:lnTo>
                  <a:lnTo>
                    <a:pt x="20019" y="20019"/>
                  </a:lnTo>
                  <a:lnTo>
                    <a:pt x="41745" y="5371"/>
                  </a:lnTo>
                  <a:lnTo>
                    <a:pt x="68351" y="0"/>
                  </a:lnTo>
                  <a:lnTo>
                    <a:pt x="1034148" y="0"/>
                  </a:lnTo>
                  <a:lnTo>
                    <a:pt x="1072070" y="11483"/>
                  </a:lnTo>
                  <a:lnTo>
                    <a:pt x="1097297" y="42194"/>
                  </a:lnTo>
                  <a:lnTo>
                    <a:pt x="1102499" y="68351"/>
                  </a:lnTo>
                  <a:lnTo>
                    <a:pt x="1102499" y="341748"/>
                  </a:lnTo>
                  <a:lnTo>
                    <a:pt x="1097128" y="368354"/>
                  </a:lnTo>
                  <a:lnTo>
                    <a:pt x="1082480" y="390080"/>
                  </a:lnTo>
                  <a:lnTo>
                    <a:pt x="1060753" y="404728"/>
                  </a:lnTo>
                  <a:lnTo>
                    <a:pt x="1034148" y="410099"/>
                  </a:lnTo>
                  <a:lnTo>
                    <a:pt x="68351" y="410099"/>
                  </a:lnTo>
                  <a:lnTo>
                    <a:pt x="41745" y="404728"/>
                  </a:lnTo>
                  <a:lnTo>
                    <a:pt x="20019" y="390080"/>
                  </a:lnTo>
                  <a:lnTo>
                    <a:pt x="5371" y="368354"/>
                  </a:lnTo>
                  <a:lnTo>
                    <a:pt x="0" y="341748"/>
                  </a:lnTo>
                  <a:lnTo>
                    <a:pt x="0" y="68351"/>
                  </a:lnTo>
                  <a:close/>
                </a:path>
              </a:pathLst>
            </a:custGeom>
            <a:ln w="19049">
              <a:solidFill>
                <a:srgbClr val="257693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7624638" y="1723108"/>
            <a:ext cx="870373" cy="514457"/>
          </a:xfrm>
          <a:prstGeom prst="rect">
            <a:avLst/>
          </a:prstGeom>
        </p:spPr>
        <p:txBody>
          <a:bodyPr vert="horz" wrap="square" lIns="0" tIns="26247" rIns="0" bIns="0" rtlCol="0">
            <a:spAutoFit/>
          </a:bodyPr>
          <a:lstStyle/>
          <a:p>
            <a:pPr marL="133770" marR="6773" indent="-117684">
              <a:lnSpc>
                <a:spcPts val="1907"/>
              </a:lnSpc>
              <a:spcBef>
                <a:spcPts val="207"/>
              </a:spcBef>
            </a:pPr>
            <a:r>
              <a:rPr sz="1600" spc="-133" dirty="0">
                <a:solidFill>
                  <a:srgbClr val="0A0A0A"/>
                </a:solidFill>
                <a:latin typeface="Lucida Sans Unicode"/>
                <a:cs typeface="Lucida Sans Unicode"/>
              </a:rPr>
              <a:t>3:</a:t>
            </a:r>
            <a:r>
              <a:rPr sz="1600" spc="-60" dirty="0">
                <a:solidFill>
                  <a:srgbClr val="0A0A0A"/>
                </a:solidFill>
                <a:latin typeface="Lucida Sans Unicode"/>
                <a:cs typeface="Lucida Sans Unicode"/>
              </a:rPr>
              <a:t> </a:t>
            </a:r>
            <a:r>
              <a:rPr sz="1600" spc="-13" dirty="0">
                <a:solidFill>
                  <a:srgbClr val="0A0A0A"/>
                </a:solidFill>
                <a:latin typeface="Lucida Sans Unicode"/>
                <a:cs typeface="Lucida Sans Unicode"/>
              </a:rPr>
              <a:t>Select Token</a:t>
            </a:r>
            <a:endParaRPr sz="1600">
              <a:latin typeface="Lucida Sans Unicode"/>
              <a:cs typeface="Lucida Sans Unicode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6780386" y="1928288"/>
            <a:ext cx="508000" cy="122767"/>
            <a:chOff x="4840925" y="965364"/>
            <a:chExt cx="381000" cy="92075"/>
          </a:xfrm>
        </p:grpSpPr>
        <p:sp>
          <p:nvSpPr>
            <p:cNvPr id="16" name="object 16"/>
            <p:cNvSpPr/>
            <p:nvPr/>
          </p:nvSpPr>
          <p:spPr>
            <a:xfrm>
              <a:off x="4840925" y="1011249"/>
              <a:ext cx="280035" cy="0"/>
            </a:xfrm>
            <a:custGeom>
              <a:avLst/>
              <a:gdLst/>
              <a:ahLst/>
              <a:cxnLst/>
              <a:rect l="l" t="t" r="r" b="b"/>
              <a:pathLst>
                <a:path w="280035">
                  <a:moveTo>
                    <a:pt x="0" y="0"/>
                  </a:moveTo>
                  <a:lnTo>
                    <a:pt x="279412" y="0"/>
                  </a:lnTo>
                </a:path>
              </a:pathLst>
            </a:custGeom>
            <a:ln w="28574">
              <a:solidFill>
                <a:srgbClr val="237A94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pic>
          <p:nvPicPr>
            <p:cNvPr id="17" name="object 1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106050" y="965364"/>
              <a:ext cx="115388" cy="91770"/>
            </a:xfrm>
            <a:prstGeom prst="rect">
              <a:avLst/>
            </a:prstGeom>
          </p:spPr>
        </p:pic>
      </p:grpSp>
      <p:sp>
        <p:nvSpPr>
          <p:cNvPr id="18" name="object 18"/>
          <p:cNvSpPr txBox="1"/>
          <p:nvPr/>
        </p:nvSpPr>
        <p:spPr>
          <a:xfrm>
            <a:off x="8250929" y="2446112"/>
            <a:ext cx="1535007" cy="26332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600" spc="13" dirty="0">
                <a:latin typeface="Lucida Sans Unicode"/>
                <a:cs typeface="Lucida Sans Unicode"/>
              </a:rPr>
              <a:t>Selected</a:t>
            </a:r>
            <a:r>
              <a:rPr sz="1600" spc="320" dirty="0">
                <a:latin typeface="Lucida Sans Unicode"/>
                <a:cs typeface="Lucida Sans Unicode"/>
              </a:rPr>
              <a:t> </a:t>
            </a:r>
            <a:r>
              <a:rPr sz="1600" spc="-13" dirty="0">
                <a:latin typeface="Lucida Sans Unicode"/>
                <a:cs typeface="Lucida Sans Unicode"/>
              </a:rPr>
              <a:t>token</a:t>
            </a:r>
            <a:endParaRPr sz="1600">
              <a:latin typeface="Lucida Sans Unicode"/>
              <a:cs typeface="Lucida Sans Unicode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622069" y="2765852"/>
            <a:ext cx="4068233" cy="3228340"/>
            <a:chOff x="222187" y="1593537"/>
            <a:chExt cx="3051175" cy="2421255"/>
          </a:xfrm>
        </p:grpSpPr>
        <p:pic>
          <p:nvPicPr>
            <p:cNvPr id="20" name="object 2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11700" y="1733115"/>
              <a:ext cx="2956500" cy="2124500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226950" y="1598300"/>
              <a:ext cx="3041650" cy="2411730"/>
            </a:xfrm>
            <a:custGeom>
              <a:avLst/>
              <a:gdLst/>
              <a:ahLst/>
              <a:cxnLst/>
              <a:rect l="l" t="t" r="r" b="b"/>
              <a:pathLst>
                <a:path w="3041650" h="2411729">
                  <a:moveTo>
                    <a:pt x="0" y="0"/>
                  </a:moveTo>
                  <a:lnTo>
                    <a:pt x="3041399" y="0"/>
                  </a:lnTo>
                  <a:lnTo>
                    <a:pt x="3041399" y="2411699"/>
                  </a:lnTo>
                  <a:lnTo>
                    <a:pt x="0" y="24116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5140653" y="5872520"/>
            <a:ext cx="2805007" cy="304421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867" spc="-73" dirty="0">
                <a:latin typeface="Lucida Sans Unicode"/>
                <a:cs typeface="Lucida Sans Unicode"/>
              </a:rPr>
              <a:t>Next</a:t>
            </a:r>
            <a:r>
              <a:rPr sz="1867" spc="-53" dirty="0">
                <a:latin typeface="Lucida Sans Unicode"/>
                <a:cs typeface="Lucida Sans Unicode"/>
              </a:rPr>
              <a:t> </a:t>
            </a:r>
            <a:r>
              <a:rPr sz="1867" dirty="0">
                <a:latin typeface="Lucida Sans Unicode"/>
                <a:cs typeface="Lucida Sans Unicode"/>
              </a:rPr>
              <a:t>token</a:t>
            </a:r>
            <a:r>
              <a:rPr sz="1867" spc="-47" dirty="0">
                <a:latin typeface="Lucida Sans Unicode"/>
                <a:cs typeface="Lucida Sans Unicode"/>
              </a:rPr>
              <a:t> </a:t>
            </a:r>
            <a:r>
              <a:rPr sz="1867" spc="-13" dirty="0">
                <a:latin typeface="Lucida Sans Unicode"/>
                <a:cs typeface="Lucida Sans Unicode"/>
              </a:rPr>
              <a:t>probabilities</a:t>
            </a:r>
            <a:endParaRPr sz="1867">
              <a:latin typeface="Lucida Sans Unicode"/>
              <a:cs typeface="Lucida Sans Unicode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435477" y="2500741"/>
            <a:ext cx="1761913" cy="26332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600" spc="-67" dirty="0">
                <a:solidFill>
                  <a:srgbClr val="237A94"/>
                </a:solidFill>
                <a:latin typeface="Arial Black"/>
                <a:cs typeface="Arial Black"/>
              </a:rPr>
              <a:t>Context</a:t>
            </a:r>
            <a:r>
              <a:rPr sz="1600" spc="-152" dirty="0">
                <a:solidFill>
                  <a:srgbClr val="237A94"/>
                </a:solidFill>
                <a:latin typeface="Arial Black"/>
                <a:cs typeface="Arial Black"/>
              </a:rPr>
              <a:t> </a:t>
            </a:r>
            <a:r>
              <a:rPr sz="1600" spc="-13" dirty="0">
                <a:solidFill>
                  <a:srgbClr val="237A94"/>
                </a:solidFill>
                <a:latin typeface="Arial Black"/>
                <a:cs typeface="Arial Black"/>
              </a:rPr>
              <a:t>Window</a:t>
            </a:r>
            <a:endParaRPr sz="1600">
              <a:latin typeface="Arial Black"/>
              <a:cs typeface="Arial Black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732011" y="4527186"/>
            <a:ext cx="3942080" cy="1335192"/>
            <a:chOff x="304644" y="2914538"/>
            <a:chExt cx="2956560" cy="1001394"/>
          </a:xfrm>
        </p:grpSpPr>
        <p:sp>
          <p:nvSpPr>
            <p:cNvPr id="25" name="object 25"/>
            <p:cNvSpPr/>
            <p:nvPr/>
          </p:nvSpPr>
          <p:spPr>
            <a:xfrm>
              <a:off x="304644" y="2914538"/>
              <a:ext cx="2956560" cy="1001394"/>
            </a:xfrm>
            <a:custGeom>
              <a:avLst/>
              <a:gdLst/>
              <a:ahLst/>
              <a:cxnLst/>
              <a:rect l="l" t="t" r="r" b="b"/>
              <a:pathLst>
                <a:path w="2956560" h="1001395">
                  <a:moveTo>
                    <a:pt x="2956500" y="1001400"/>
                  </a:moveTo>
                  <a:lnTo>
                    <a:pt x="0" y="1001400"/>
                  </a:lnTo>
                  <a:lnTo>
                    <a:pt x="0" y="0"/>
                  </a:lnTo>
                  <a:lnTo>
                    <a:pt x="2956500" y="0"/>
                  </a:lnTo>
                  <a:lnTo>
                    <a:pt x="2956500" y="10014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pic>
          <p:nvPicPr>
            <p:cNvPr id="26" name="object 2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193371" y="2979277"/>
              <a:ext cx="110747" cy="79732"/>
            </a:xfrm>
            <a:prstGeom prst="rect">
              <a:avLst/>
            </a:prstGeom>
          </p:spPr>
        </p:pic>
      </p:grpSp>
      <p:grpSp>
        <p:nvGrpSpPr>
          <p:cNvPr id="27" name="object 27"/>
          <p:cNvGrpSpPr/>
          <p:nvPr/>
        </p:nvGrpSpPr>
        <p:grpSpPr>
          <a:xfrm>
            <a:off x="325820" y="2478668"/>
            <a:ext cx="8071273" cy="3902287"/>
            <a:chOff x="0" y="1378149"/>
            <a:chExt cx="6053455" cy="2926715"/>
          </a:xfrm>
        </p:grpSpPr>
        <p:pic>
          <p:nvPicPr>
            <p:cNvPr id="28" name="object 2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11696" y="2914556"/>
              <a:ext cx="425300" cy="269750"/>
            </a:xfrm>
            <a:prstGeom prst="rect">
              <a:avLst/>
            </a:prstGeom>
          </p:spPr>
        </p:pic>
        <p:sp>
          <p:nvSpPr>
            <p:cNvPr id="29" name="object 29"/>
            <p:cNvSpPr/>
            <p:nvPr/>
          </p:nvSpPr>
          <p:spPr>
            <a:xfrm>
              <a:off x="0" y="1378153"/>
              <a:ext cx="5944235" cy="2926715"/>
            </a:xfrm>
            <a:custGeom>
              <a:avLst/>
              <a:gdLst/>
              <a:ahLst/>
              <a:cxnLst/>
              <a:rect l="l" t="t" r="r" b="b"/>
              <a:pathLst>
                <a:path w="5944235" h="2926715">
                  <a:moveTo>
                    <a:pt x="3395522" y="0"/>
                  </a:moveTo>
                  <a:lnTo>
                    <a:pt x="0" y="0"/>
                  </a:lnTo>
                  <a:lnTo>
                    <a:pt x="0" y="2926207"/>
                  </a:lnTo>
                  <a:lnTo>
                    <a:pt x="3395522" y="2926207"/>
                  </a:lnTo>
                  <a:lnTo>
                    <a:pt x="3395522" y="0"/>
                  </a:lnTo>
                  <a:close/>
                </a:path>
                <a:path w="5944235" h="2926715">
                  <a:moveTo>
                    <a:pt x="3734816" y="269684"/>
                  </a:moveTo>
                  <a:lnTo>
                    <a:pt x="3453422" y="269684"/>
                  </a:lnTo>
                  <a:lnTo>
                    <a:pt x="3453422" y="472782"/>
                  </a:lnTo>
                  <a:lnTo>
                    <a:pt x="3734816" y="472782"/>
                  </a:lnTo>
                  <a:lnTo>
                    <a:pt x="3734816" y="269684"/>
                  </a:lnTo>
                  <a:close/>
                </a:path>
                <a:path w="5944235" h="2926715">
                  <a:moveTo>
                    <a:pt x="5929566" y="269684"/>
                  </a:moveTo>
                  <a:lnTo>
                    <a:pt x="5850369" y="269684"/>
                  </a:lnTo>
                  <a:lnTo>
                    <a:pt x="5850369" y="472782"/>
                  </a:lnTo>
                  <a:lnTo>
                    <a:pt x="5929566" y="472782"/>
                  </a:lnTo>
                  <a:lnTo>
                    <a:pt x="5929566" y="269684"/>
                  </a:lnTo>
                  <a:close/>
                </a:path>
                <a:path w="5944235" h="2926715">
                  <a:moveTo>
                    <a:pt x="5938698" y="84797"/>
                  </a:moveTo>
                  <a:lnTo>
                    <a:pt x="3448088" y="84797"/>
                  </a:lnTo>
                  <a:lnTo>
                    <a:pt x="3448088" y="269608"/>
                  </a:lnTo>
                  <a:lnTo>
                    <a:pt x="5938698" y="269608"/>
                  </a:lnTo>
                  <a:lnTo>
                    <a:pt x="5938698" y="84797"/>
                  </a:lnTo>
                  <a:close/>
                </a:path>
                <a:path w="5944235" h="2926715">
                  <a:moveTo>
                    <a:pt x="5944019" y="472884"/>
                  </a:moveTo>
                  <a:lnTo>
                    <a:pt x="3453422" y="472884"/>
                  </a:lnTo>
                  <a:lnTo>
                    <a:pt x="3453422" y="2884576"/>
                  </a:lnTo>
                  <a:lnTo>
                    <a:pt x="5944019" y="2884576"/>
                  </a:lnTo>
                  <a:lnTo>
                    <a:pt x="5944019" y="472884"/>
                  </a:lnTo>
                  <a:close/>
                </a:path>
              </a:pathLst>
            </a:custGeom>
            <a:solidFill>
              <a:srgbClr val="FFFFFF">
                <a:alpha val="60128"/>
              </a:srgbClr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30" name="object 30"/>
            <p:cNvSpPr/>
            <p:nvPr/>
          </p:nvSpPr>
          <p:spPr>
            <a:xfrm>
              <a:off x="1286258" y="1712025"/>
              <a:ext cx="4758055" cy="1307465"/>
            </a:xfrm>
            <a:custGeom>
              <a:avLst/>
              <a:gdLst/>
              <a:ahLst/>
              <a:cxnLst/>
              <a:rect l="l" t="t" r="r" b="b"/>
              <a:pathLst>
                <a:path w="4758055" h="1307464">
                  <a:moveTo>
                    <a:pt x="4757583" y="0"/>
                  </a:moveTo>
                  <a:lnTo>
                    <a:pt x="0" y="1307118"/>
                  </a:lnTo>
                </a:path>
              </a:pathLst>
            </a:custGeom>
            <a:ln w="19049">
              <a:solidFill>
                <a:srgbClr val="37879E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pic>
          <p:nvPicPr>
            <p:cNvPr id="31" name="object 3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00942" y="2914550"/>
              <a:ext cx="475099" cy="269750"/>
            </a:xfrm>
            <a:prstGeom prst="rect">
              <a:avLst/>
            </a:prstGeom>
          </p:spPr>
        </p:pic>
      </p:grpSp>
      <p:pic>
        <p:nvPicPr>
          <p:cNvPr id="32" name="object 32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8483736" y="2749368"/>
            <a:ext cx="339432" cy="348767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864840" y="2775751"/>
            <a:ext cx="3036993" cy="3049693"/>
            <a:chOff x="3569804" y="1577317"/>
            <a:chExt cx="2277745" cy="228727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602554" y="1633365"/>
              <a:ext cx="2206313" cy="2212731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3574567" y="1582080"/>
              <a:ext cx="2268220" cy="2277745"/>
            </a:xfrm>
            <a:custGeom>
              <a:avLst/>
              <a:gdLst/>
              <a:ahLst/>
              <a:cxnLst/>
              <a:rect l="l" t="t" r="r" b="b"/>
              <a:pathLst>
                <a:path w="2268220" h="2277745">
                  <a:moveTo>
                    <a:pt x="0" y="0"/>
                  </a:moveTo>
                  <a:lnTo>
                    <a:pt x="2268093" y="0"/>
                  </a:lnTo>
                  <a:lnTo>
                    <a:pt x="2268093" y="2277502"/>
                  </a:lnTo>
                  <a:lnTo>
                    <a:pt x="0" y="2277502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237A94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grpSp>
        <p:nvGrpSpPr>
          <p:cNvPr id="5" name="object 5"/>
          <p:cNvGrpSpPr/>
          <p:nvPr/>
        </p:nvGrpSpPr>
        <p:grpSpPr>
          <a:xfrm>
            <a:off x="8599150" y="3773579"/>
            <a:ext cx="471593" cy="499533"/>
            <a:chOff x="6370537" y="2325688"/>
            <a:chExt cx="353695" cy="374650"/>
          </a:xfrm>
        </p:grpSpPr>
        <p:sp>
          <p:nvSpPr>
            <p:cNvPr id="6" name="object 6"/>
            <p:cNvSpPr/>
            <p:nvPr/>
          </p:nvSpPr>
          <p:spPr>
            <a:xfrm>
              <a:off x="6375300" y="2330450"/>
              <a:ext cx="344170" cy="365125"/>
            </a:xfrm>
            <a:custGeom>
              <a:avLst/>
              <a:gdLst/>
              <a:ahLst/>
              <a:cxnLst/>
              <a:rect l="l" t="t" r="r" b="b"/>
              <a:pathLst>
                <a:path w="344170" h="365125">
                  <a:moveTo>
                    <a:pt x="286749" y="364799"/>
                  </a:moveTo>
                  <a:lnTo>
                    <a:pt x="57351" y="364799"/>
                  </a:lnTo>
                  <a:lnTo>
                    <a:pt x="35027" y="360293"/>
                  </a:lnTo>
                  <a:lnTo>
                    <a:pt x="16797" y="348002"/>
                  </a:lnTo>
                  <a:lnTo>
                    <a:pt x="4506" y="329772"/>
                  </a:lnTo>
                  <a:lnTo>
                    <a:pt x="0" y="307448"/>
                  </a:lnTo>
                  <a:lnTo>
                    <a:pt x="0" y="57351"/>
                  </a:lnTo>
                  <a:lnTo>
                    <a:pt x="4506" y="35027"/>
                  </a:lnTo>
                  <a:lnTo>
                    <a:pt x="16797" y="16797"/>
                  </a:lnTo>
                  <a:lnTo>
                    <a:pt x="35027" y="4506"/>
                  </a:lnTo>
                  <a:lnTo>
                    <a:pt x="57351" y="0"/>
                  </a:lnTo>
                  <a:lnTo>
                    <a:pt x="286749" y="0"/>
                  </a:lnTo>
                  <a:lnTo>
                    <a:pt x="327302" y="16797"/>
                  </a:lnTo>
                  <a:lnTo>
                    <a:pt x="344099" y="57351"/>
                  </a:lnTo>
                  <a:lnTo>
                    <a:pt x="344099" y="307448"/>
                  </a:lnTo>
                  <a:lnTo>
                    <a:pt x="339592" y="329772"/>
                  </a:lnTo>
                  <a:lnTo>
                    <a:pt x="327302" y="348002"/>
                  </a:lnTo>
                  <a:lnTo>
                    <a:pt x="309072" y="360293"/>
                  </a:lnTo>
                  <a:lnTo>
                    <a:pt x="286749" y="364799"/>
                  </a:lnTo>
                  <a:close/>
                </a:path>
              </a:pathLst>
            </a:custGeom>
            <a:solidFill>
              <a:srgbClr val="E6F4F6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7" name="object 7"/>
            <p:cNvSpPr/>
            <p:nvPr/>
          </p:nvSpPr>
          <p:spPr>
            <a:xfrm>
              <a:off x="6375300" y="2330450"/>
              <a:ext cx="344170" cy="365125"/>
            </a:xfrm>
            <a:custGeom>
              <a:avLst/>
              <a:gdLst/>
              <a:ahLst/>
              <a:cxnLst/>
              <a:rect l="l" t="t" r="r" b="b"/>
              <a:pathLst>
                <a:path w="344170" h="365125">
                  <a:moveTo>
                    <a:pt x="0" y="57351"/>
                  </a:moveTo>
                  <a:lnTo>
                    <a:pt x="4506" y="35027"/>
                  </a:lnTo>
                  <a:lnTo>
                    <a:pt x="16797" y="16797"/>
                  </a:lnTo>
                  <a:lnTo>
                    <a:pt x="35027" y="4506"/>
                  </a:lnTo>
                  <a:lnTo>
                    <a:pt x="57351" y="0"/>
                  </a:lnTo>
                  <a:lnTo>
                    <a:pt x="286749" y="0"/>
                  </a:lnTo>
                  <a:lnTo>
                    <a:pt x="327302" y="16797"/>
                  </a:lnTo>
                  <a:lnTo>
                    <a:pt x="344099" y="57351"/>
                  </a:lnTo>
                  <a:lnTo>
                    <a:pt x="344099" y="307448"/>
                  </a:lnTo>
                  <a:lnTo>
                    <a:pt x="339592" y="329772"/>
                  </a:lnTo>
                  <a:lnTo>
                    <a:pt x="327302" y="348002"/>
                  </a:lnTo>
                  <a:lnTo>
                    <a:pt x="309072" y="360293"/>
                  </a:lnTo>
                  <a:lnTo>
                    <a:pt x="286749" y="364799"/>
                  </a:lnTo>
                  <a:lnTo>
                    <a:pt x="57351" y="364799"/>
                  </a:lnTo>
                  <a:lnTo>
                    <a:pt x="35027" y="360293"/>
                  </a:lnTo>
                  <a:lnTo>
                    <a:pt x="16797" y="348002"/>
                  </a:lnTo>
                  <a:lnTo>
                    <a:pt x="4506" y="329772"/>
                  </a:lnTo>
                  <a:lnTo>
                    <a:pt x="0" y="307448"/>
                  </a:lnTo>
                  <a:lnTo>
                    <a:pt x="0" y="57351"/>
                  </a:lnTo>
                  <a:close/>
                </a:path>
              </a:pathLst>
            </a:custGeom>
            <a:ln w="9524">
              <a:solidFill>
                <a:srgbClr val="64738B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8726414" y="3830259"/>
            <a:ext cx="217593" cy="34533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2133" spc="180" dirty="0">
                <a:latin typeface="Lucida Sans Unicode"/>
                <a:cs typeface="Lucida Sans Unicode"/>
              </a:rPr>
              <a:t>a</a:t>
            </a:r>
            <a:endParaRPr sz="2133">
              <a:latin typeface="Lucida Sans Unicode"/>
              <a:cs typeface="Lucida Sans Unicode"/>
            </a:endParaRPr>
          </a:p>
        </p:txBody>
      </p:sp>
      <p:sp>
        <p:nvSpPr>
          <p:cNvPr id="9" name="object 9" descr="$PPTXTitle"/>
          <p:cNvSpPr txBox="1">
            <a:spLocks noGrp="1"/>
          </p:cNvSpPr>
          <p:nvPr>
            <p:ph type="title"/>
          </p:nvPr>
        </p:nvSpPr>
        <p:spPr>
          <a:xfrm>
            <a:off x="309316" y="670112"/>
            <a:ext cx="14020800" cy="512961"/>
          </a:xfrm>
          <a:prstGeom prst="rect">
            <a:avLst/>
          </a:prstGeom>
        </p:spPr>
        <p:txBody>
          <a:bodyPr vert="horz" wrap="square" lIns="0" tIns="20320" rIns="0" bIns="0" rtlCol="0" anchor="ctr">
            <a:spAutoFit/>
          </a:bodyPr>
          <a:lstStyle/>
          <a:p>
            <a:pPr marL="225208">
              <a:spcBef>
                <a:spcPts val="160"/>
              </a:spcBef>
            </a:pPr>
            <a:r>
              <a:rPr spc="113" dirty="0"/>
              <a:t>Step</a:t>
            </a:r>
            <a:r>
              <a:rPr spc="-152" dirty="0"/>
              <a:t> </a:t>
            </a:r>
            <a:r>
              <a:rPr spc="-180" dirty="0"/>
              <a:t>4:</a:t>
            </a:r>
            <a:r>
              <a:rPr spc="-147" dirty="0"/>
              <a:t> </a:t>
            </a:r>
            <a:r>
              <a:rPr spc="100" dirty="0"/>
              <a:t>Stop</a:t>
            </a:r>
            <a:r>
              <a:rPr spc="-147" dirty="0"/>
              <a:t> </a:t>
            </a:r>
            <a:r>
              <a:rPr dirty="0"/>
              <a:t>or</a:t>
            </a:r>
            <a:r>
              <a:rPr spc="-147" dirty="0"/>
              <a:t> </a:t>
            </a:r>
            <a:r>
              <a:rPr spc="87" dirty="0"/>
              <a:t>Continue?</a:t>
            </a:r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1440249" y="1747578"/>
            <a:ext cx="1065107" cy="546945"/>
          </a:xfrm>
          <a:custGeom>
            <a:avLst/>
            <a:gdLst/>
            <a:ahLst/>
            <a:cxnLst/>
            <a:rect l="l" t="t" r="r" b="b"/>
            <a:pathLst>
              <a:path w="798830" h="410209">
                <a:moveTo>
                  <a:pt x="0" y="68351"/>
                </a:moveTo>
                <a:lnTo>
                  <a:pt x="5371" y="41745"/>
                </a:lnTo>
                <a:lnTo>
                  <a:pt x="20019" y="20019"/>
                </a:lnTo>
                <a:lnTo>
                  <a:pt x="41745" y="5371"/>
                </a:lnTo>
                <a:lnTo>
                  <a:pt x="68351" y="0"/>
                </a:lnTo>
                <a:lnTo>
                  <a:pt x="730248" y="0"/>
                </a:lnTo>
                <a:lnTo>
                  <a:pt x="768169" y="11483"/>
                </a:lnTo>
                <a:lnTo>
                  <a:pt x="793397" y="42194"/>
                </a:lnTo>
                <a:lnTo>
                  <a:pt x="798599" y="68351"/>
                </a:lnTo>
                <a:lnTo>
                  <a:pt x="798599" y="341748"/>
                </a:lnTo>
                <a:lnTo>
                  <a:pt x="793228" y="368354"/>
                </a:lnTo>
                <a:lnTo>
                  <a:pt x="778580" y="390080"/>
                </a:lnTo>
                <a:lnTo>
                  <a:pt x="756854" y="404728"/>
                </a:lnTo>
                <a:lnTo>
                  <a:pt x="730248" y="410099"/>
                </a:lnTo>
                <a:lnTo>
                  <a:pt x="68351" y="410099"/>
                </a:lnTo>
                <a:lnTo>
                  <a:pt x="41745" y="404728"/>
                </a:lnTo>
                <a:lnTo>
                  <a:pt x="20019" y="390080"/>
                </a:lnTo>
                <a:lnTo>
                  <a:pt x="5371" y="368354"/>
                </a:lnTo>
                <a:lnTo>
                  <a:pt x="0" y="341748"/>
                </a:lnTo>
                <a:lnTo>
                  <a:pt x="0" y="68351"/>
                </a:lnTo>
                <a:close/>
              </a:path>
            </a:pathLst>
          </a:custGeom>
          <a:ln w="19049">
            <a:solidFill>
              <a:srgbClr val="257693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1" name="object 11"/>
          <p:cNvSpPr txBox="1"/>
          <p:nvPr/>
        </p:nvSpPr>
        <p:spPr>
          <a:xfrm>
            <a:off x="1602352" y="1754616"/>
            <a:ext cx="740833" cy="514457"/>
          </a:xfrm>
          <a:prstGeom prst="rect">
            <a:avLst/>
          </a:prstGeom>
        </p:spPr>
        <p:txBody>
          <a:bodyPr vert="horz" wrap="square" lIns="0" tIns="26247" rIns="0" bIns="0" rtlCol="0">
            <a:spAutoFit/>
          </a:bodyPr>
          <a:lstStyle/>
          <a:p>
            <a:pPr marL="16933" marR="6773" indent="11006">
              <a:lnSpc>
                <a:spcPts val="1907"/>
              </a:lnSpc>
              <a:spcBef>
                <a:spcPts val="207"/>
              </a:spcBef>
            </a:pPr>
            <a:r>
              <a:rPr sz="1600" spc="-339" dirty="0">
                <a:latin typeface="Lucida Sans Unicode"/>
                <a:cs typeface="Lucida Sans Unicode"/>
              </a:rPr>
              <a:t>1:</a:t>
            </a:r>
            <a:r>
              <a:rPr sz="1600" spc="-73" dirty="0">
                <a:latin typeface="Lucida Sans Unicode"/>
                <a:cs typeface="Lucida Sans Unicode"/>
              </a:rPr>
              <a:t> </a:t>
            </a:r>
            <a:r>
              <a:rPr sz="1600" spc="-13" dirty="0">
                <a:latin typeface="Lucida Sans Unicode"/>
                <a:cs typeface="Lucida Sans Unicode"/>
              </a:rPr>
              <a:t>Input </a:t>
            </a:r>
            <a:r>
              <a:rPr sz="1600" spc="-20" dirty="0">
                <a:latin typeface="Lucida Sans Unicode"/>
                <a:cs typeface="Lucida Sans Unicode"/>
              </a:rPr>
              <a:t>Tokens</a:t>
            </a:r>
            <a:endParaRPr sz="1600">
              <a:latin typeface="Lucida Sans Unicode"/>
              <a:cs typeface="Lucida Sans Unicode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4885665" y="1747595"/>
            <a:ext cx="1674707" cy="546945"/>
          </a:xfrm>
          <a:custGeom>
            <a:avLst/>
            <a:gdLst/>
            <a:ahLst/>
            <a:cxnLst/>
            <a:rect l="l" t="t" r="r" b="b"/>
            <a:pathLst>
              <a:path w="1256029" h="410209">
                <a:moveTo>
                  <a:pt x="0" y="68351"/>
                </a:moveTo>
                <a:lnTo>
                  <a:pt x="5371" y="41745"/>
                </a:lnTo>
                <a:lnTo>
                  <a:pt x="20019" y="20019"/>
                </a:lnTo>
                <a:lnTo>
                  <a:pt x="41745" y="5371"/>
                </a:lnTo>
                <a:lnTo>
                  <a:pt x="68351" y="0"/>
                </a:lnTo>
                <a:lnTo>
                  <a:pt x="1187148" y="0"/>
                </a:lnTo>
                <a:lnTo>
                  <a:pt x="1225070" y="11483"/>
                </a:lnTo>
                <a:lnTo>
                  <a:pt x="1250297" y="42194"/>
                </a:lnTo>
                <a:lnTo>
                  <a:pt x="1255499" y="68351"/>
                </a:lnTo>
                <a:lnTo>
                  <a:pt x="1255499" y="341748"/>
                </a:lnTo>
                <a:lnTo>
                  <a:pt x="1250128" y="368354"/>
                </a:lnTo>
                <a:lnTo>
                  <a:pt x="1235480" y="390080"/>
                </a:lnTo>
                <a:lnTo>
                  <a:pt x="1213753" y="404728"/>
                </a:lnTo>
                <a:lnTo>
                  <a:pt x="1187148" y="410099"/>
                </a:lnTo>
                <a:lnTo>
                  <a:pt x="68351" y="410099"/>
                </a:lnTo>
                <a:lnTo>
                  <a:pt x="41745" y="404728"/>
                </a:lnTo>
                <a:lnTo>
                  <a:pt x="20019" y="390080"/>
                </a:lnTo>
                <a:lnTo>
                  <a:pt x="5371" y="368354"/>
                </a:lnTo>
                <a:lnTo>
                  <a:pt x="0" y="341748"/>
                </a:lnTo>
                <a:lnTo>
                  <a:pt x="0" y="68351"/>
                </a:lnTo>
                <a:close/>
              </a:path>
            </a:pathLst>
          </a:custGeom>
          <a:ln w="19049">
            <a:solidFill>
              <a:srgbClr val="257693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3" name="object 13"/>
          <p:cNvSpPr txBox="1"/>
          <p:nvPr/>
        </p:nvSpPr>
        <p:spPr>
          <a:xfrm>
            <a:off x="5084956" y="1754634"/>
            <a:ext cx="1275925" cy="514457"/>
          </a:xfrm>
          <a:prstGeom prst="rect">
            <a:avLst/>
          </a:prstGeom>
        </p:spPr>
        <p:txBody>
          <a:bodyPr vert="horz" wrap="square" lIns="0" tIns="26247" rIns="0" bIns="0" rtlCol="0">
            <a:spAutoFit/>
          </a:bodyPr>
          <a:lstStyle/>
          <a:p>
            <a:pPr marL="16933" marR="6773" indent="31326">
              <a:lnSpc>
                <a:spcPts val="1907"/>
              </a:lnSpc>
              <a:spcBef>
                <a:spcPts val="207"/>
              </a:spcBef>
            </a:pPr>
            <a:r>
              <a:rPr sz="1600" spc="-140" dirty="0">
                <a:latin typeface="Lucida Sans Unicode"/>
                <a:cs typeface="Lucida Sans Unicode"/>
              </a:rPr>
              <a:t>2:</a:t>
            </a:r>
            <a:r>
              <a:rPr sz="1600" spc="-60" dirty="0">
                <a:latin typeface="Lucida Sans Unicode"/>
                <a:cs typeface="Lucida Sans Unicode"/>
              </a:rPr>
              <a:t> </a:t>
            </a:r>
            <a:r>
              <a:rPr sz="1600" spc="53" dirty="0">
                <a:latin typeface="Lucida Sans Unicode"/>
                <a:cs typeface="Lucida Sans Unicode"/>
              </a:rPr>
              <a:t>Compute </a:t>
            </a:r>
            <a:r>
              <a:rPr sz="1600" spc="-13" dirty="0">
                <a:latin typeface="Lucida Sans Unicode"/>
                <a:cs typeface="Lucida Sans Unicode"/>
              </a:rPr>
              <a:t>Probabilities</a:t>
            </a:r>
            <a:endParaRPr sz="1600">
              <a:latin typeface="Lucida Sans Unicode"/>
              <a:cs typeface="Lucida Sans Unicode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2485999" y="1734895"/>
            <a:ext cx="6101080" cy="572345"/>
            <a:chOff x="1785674" y="796675"/>
            <a:chExt cx="4575810" cy="429259"/>
          </a:xfrm>
        </p:grpSpPr>
        <p:sp>
          <p:nvSpPr>
            <p:cNvPr id="15" name="object 15"/>
            <p:cNvSpPr/>
            <p:nvPr/>
          </p:nvSpPr>
          <p:spPr>
            <a:xfrm>
              <a:off x="1799962" y="1011237"/>
              <a:ext cx="1657350" cy="0"/>
            </a:xfrm>
            <a:custGeom>
              <a:avLst/>
              <a:gdLst/>
              <a:ahLst/>
              <a:cxnLst/>
              <a:rect l="l" t="t" r="r" b="b"/>
              <a:pathLst>
                <a:path w="1657350">
                  <a:moveTo>
                    <a:pt x="0" y="0"/>
                  </a:moveTo>
                  <a:lnTo>
                    <a:pt x="1657012" y="0"/>
                  </a:lnTo>
                </a:path>
              </a:pathLst>
            </a:custGeom>
            <a:ln w="28574">
              <a:solidFill>
                <a:srgbClr val="237A94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pic>
          <p:nvPicPr>
            <p:cNvPr id="16" name="object 1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442686" y="965352"/>
              <a:ext cx="115388" cy="91770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5248974" y="806200"/>
              <a:ext cx="1102995" cy="410209"/>
            </a:xfrm>
            <a:custGeom>
              <a:avLst/>
              <a:gdLst/>
              <a:ahLst/>
              <a:cxnLst/>
              <a:rect l="l" t="t" r="r" b="b"/>
              <a:pathLst>
                <a:path w="1102995" h="410209">
                  <a:moveTo>
                    <a:pt x="0" y="68351"/>
                  </a:moveTo>
                  <a:lnTo>
                    <a:pt x="5371" y="41745"/>
                  </a:lnTo>
                  <a:lnTo>
                    <a:pt x="20019" y="20019"/>
                  </a:lnTo>
                  <a:lnTo>
                    <a:pt x="41745" y="5371"/>
                  </a:lnTo>
                  <a:lnTo>
                    <a:pt x="68351" y="0"/>
                  </a:lnTo>
                  <a:lnTo>
                    <a:pt x="1034148" y="0"/>
                  </a:lnTo>
                  <a:lnTo>
                    <a:pt x="1072070" y="11483"/>
                  </a:lnTo>
                  <a:lnTo>
                    <a:pt x="1097297" y="42194"/>
                  </a:lnTo>
                  <a:lnTo>
                    <a:pt x="1102499" y="68351"/>
                  </a:lnTo>
                  <a:lnTo>
                    <a:pt x="1102499" y="341748"/>
                  </a:lnTo>
                  <a:lnTo>
                    <a:pt x="1097128" y="368354"/>
                  </a:lnTo>
                  <a:lnTo>
                    <a:pt x="1082480" y="390080"/>
                  </a:lnTo>
                  <a:lnTo>
                    <a:pt x="1060753" y="404728"/>
                  </a:lnTo>
                  <a:lnTo>
                    <a:pt x="1034148" y="410099"/>
                  </a:lnTo>
                  <a:lnTo>
                    <a:pt x="68351" y="410099"/>
                  </a:lnTo>
                  <a:lnTo>
                    <a:pt x="41745" y="404728"/>
                  </a:lnTo>
                  <a:lnTo>
                    <a:pt x="20019" y="390080"/>
                  </a:lnTo>
                  <a:lnTo>
                    <a:pt x="5371" y="368354"/>
                  </a:lnTo>
                  <a:lnTo>
                    <a:pt x="0" y="341748"/>
                  </a:lnTo>
                  <a:lnTo>
                    <a:pt x="0" y="68351"/>
                  </a:lnTo>
                  <a:close/>
                </a:path>
              </a:pathLst>
            </a:custGeom>
            <a:ln w="19049">
              <a:solidFill>
                <a:srgbClr val="257693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7403919" y="1754634"/>
            <a:ext cx="870373" cy="514457"/>
          </a:xfrm>
          <a:prstGeom prst="rect">
            <a:avLst/>
          </a:prstGeom>
        </p:spPr>
        <p:txBody>
          <a:bodyPr vert="horz" wrap="square" lIns="0" tIns="26247" rIns="0" bIns="0" rtlCol="0">
            <a:spAutoFit/>
          </a:bodyPr>
          <a:lstStyle/>
          <a:p>
            <a:pPr marL="133770" marR="6773" indent="-117684">
              <a:lnSpc>
                <a:spcPts val="1907"/>
              </a:lnSpc>
              <a:spcBef>
                <a:spcPts val="207"/>
              </a:spcBef>
            </a:pPr>
            <a:r>
              <a:rPr sz="1600" spc="-133" dirty="0">
                <a:solidFill>
                  <a:srgbClr val="0A0A0A"/>
                </a:solidFill>
                <a:latin typeface="Lucida Sans Unicode"/>
                <a:cs typeface="Lucida Sans Unicode"/>
              </a:rPr>
              <a:t>3:</a:t>
            </a:r>
            <a:r>
              <a:rPr sz="1600" spc="-60" dirty="0">
                <a:solidFill>
                  <a:srgbClr val="0A0A0A"/>
                </a:solidFill>
                <a:latin typeface="Lucida Sans Unicode"/>
                <a:cs typeface="Lucida Sans Unicode"/>
              </a:rPr>
              <a:t> </a:t>
            </a:r>
            <a:r>
              <a:rPr sz="1600" spc="-13" dirty="0">
                <a:solidFill>
                  <a:srgbClr val="0A0A0A"/>
                </a:solidFill>
                <a:latin typeface="Lucida Sans Unicode"/>
                <a:cs typeface="Lucida Sans Unicode"/>
              </a:rPr>
              <a:t>Select Token</a:t>
            </a:r>
            <a:endParaRPr sz="1600">
              <a:latin typeface="Lucida Sans Unicode"/>
              <a:cs typeface="Lucida Sans Unicode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401350" y="2797378"/>
            <a:ext cx="4068233" cy="3228340"/>
            <a:chOff x="222187" y="1593537"/>
            <a:chExt cx="3051175" cy="2421255"/>
          </a:xfrm>
        </p:grpSpPr>
        <p:pic>
          <p:nvPicPr>
            <p:cNvPr id="20" name="object 2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11700" y="1733115"/>
              <a:ext cx="2956500" cy="2124500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226950" y="1598300"/>
              <a:ext cx="3041650" cy="2411730"/>
            </a:xfrm>
            <a:custGeom>
              <a:avLst/>
              <a:gdLst/>
              <a:ahLst/>
              <a:cxnLst/>
              <a:rect l="l" t="t" r="r" b="b"/>
              <a:pathLst>
                <a:path w="3041650" h="2411729">
                  <a:moveTo>
                    <a:pt x="0" y="0"/>
                  </a:moveTo>
                  <a:lnTo>
                    <a:pt x="3041399" y="0"/>
                  </a:lnTo>
                  <a:lnTo>
                    <a:pt x="3041399" y="2411699"/>
                  </a:lnTo>
                  <a:lnTo>
                    <a:pt x="0" y="24116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grpSp>
        <p:nvGrpSpPr>
          <p:cNvPr id="22" name="object 22"/>
          <p:cNvGrpSpPr/>
          <p:nvPr/>
        </p:nvGrpSpPr>
        <p:grpSpPr>
          <a:xfrm>
            <a:off x="6540617" y="1402811"/>
            <a:ext cx="4374727" cy="1317413"/>
            <a:chOff x="4826637" y="547612"/>
            <a:chExt cx="3281045" cy="988060"/>
          </a:xfrm>
        </p:grpSpPr>
        <p:sp>
          <p:nvSpPr>
            <p:cNvPr id="23" name="object 23"/>
            <p:cNvSpPr/>
            <p:nvPr/>
          </p:nvSpPr>
          <p:spPr>
            <a:xfrm>
              <a:off x="4840925" y="1011249"/>
              <a:ext cx="280035" cy="0"/>
            </a:xfrm>
            <a:custGeom>
              <a:avLst/>
              <a:gdLst/>
              <a:ahLst/>
              <a:cxnLst/>
              <a:rect l="l" t="t" r="r" b="b"/>
              <a:pathLst>
                <a:path w="280035">
                  <a:moveTo>
                    <a:pt x="0" y="0"/>
                  </a:moveTo>
                  <a:lnTo>
                    <a:pt x="279412" y="0"/>
                  </a:lnTo>
                </a:path>
              </a:pathLst>
            </a:custGeom>
            <a:ln w="28574">
              <a:solidFill>
                <a:srgbClr val="237A94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pic>
          <p:nvPicPr>
            <p:cNvPr id="24" name="object 2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106050" y="965364"/>
              <a:ext cx="115388" cy="91770"/>
            </a:xfrm>
            <a:prstGeom prst="rect">
              <a:avLst/>
            </a:prstGeom>
          </p:spPr>
        </p:pic>
        <p:sp>
          <p:nvSpPr>
            <p:cNvPr id="25" name="object 25"/>
            <p:cNvSpPr/>
            <p:nvPr/>
          </p:nvSpPr>
          <p:spPr>
            <a:xfrm>
              <a:off x="6899125" y="561900"/>
              <a:ext cx="1193800" cy="959485"/>
            </a:xfrm>
            <a:custGeom>
              <a:avLst/>
              <a:gdLst/>
              <a:ahLst/>
              <a:cxnLst/>
              <a:rect l="l" t="t" r="r" b="b"/>
              <a:pathLst>
                <a:path w="1193800" h="959485">
                  <a:moveTo>
                    <a:pt x="0" y="479549"/>
                  </a:moveTo>
                  <a:lnTo>
                    <a:pt x="596849" y="0"/>
                  </a:lnTo>
                  <a:lnTo>
                    <a:pt x="1193699" y="479549"/>
                  </a:lnTo>
                  <a:lnTo>
                    <a:pt x="596849" y="959099"/>
                  </a:lnTo>
                  <a:lnTo>
                    <a:pt x="0" y="479549"/>
                  </a:lnTo>
                  <a:close/>
                </a:path>
              </a:pathLst>
            </a:custGeom>
            <a:ln w="28574">
              <a:solidFill>
                <a:srgbClr val="F6737D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4919934" y="5904046"/>
            <a:ext cx="2805007" cy="304421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867" spc="-73" dirty="0">
                <a:latin typeface="Lucida Sans Unicode"/>
                <a:cs typeface="Lucida Sans Unicode"/>
              </a:rPr>
              <a:t>Next</a:t>
            </a:r>
            <a:r>
              <a:rPr sz="1867" spc="-53" dirty="0">
                <a:latin typeface="Lucida Sans Unicode"/>
                <a:cs typeface="Lucida Sans Unicode"/>
              </a:rPr>
              <a:t> </a:t>
            </a:r>
            <a:r>
              <a:rPr sz="1867" dirty="0">
                <a:latin typeface="Lucida Sans Unicode"/>
                <a:cs typeface="Lucida Sans Unicode"/>
              </a:rPr>
              <a:t>token</a:t>
            </a:r>
            <a:r>
              <a:rPr sz="1867" spc="-47" dirty="0">
                <a:latin typeface="Lucida Sans Unicode"/>
                <a:cs typeface="Lucida Sans Unicode"/>
              </a:rPr>
              <a:t> </a:t>
            </a:r>
            <a:r>
              <a:rPr sz="1867" spc="-13" dirty="0">
                <a:latin typeface="Lucida Sans Unicode"/>
                <a:cs typeface="Lucida Sans Unicode"/>
              </a:rPr>
              <a:t>probabilities</a:t>
            </a:r>
            <a:endParaRPr sz="1867">
              <a:latin typeface="Lucida Sans Unicode"/>
              <a:cs typeface="Lucida Sans Unicode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231691" y="2539041"/>
            <a:ext cx="1728047" cy="256480"/>
          </a:xfrm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>
              <a:spcBef>
                <a:spcPts val="80"/>
              </a:spcBef>
            </a:pPr>
            <a:r>
              <a:rPr sz="1600" spc="-67" dirty="0">
                <a:solidFill>
                  <a:srgbClr val="237A94"/>
                </a:solidFill>
                <a:latin typeface="Arial Black"/>
                <a:cs typeface="Arial Black"/>
              </a:rPr>
              <a:t>Context</a:t>
            </a:r>
            <a:r>
              <a:rPr sz="1600" spc="-152" dirty="0">
                <a:solidFill>
                  <a:srgbClr val="237A94"/>
                </a:solidFill>
                <a:latin typeface="Arial Black"/>
                <a:cs typeface="Arial Black"/>
              </a:rPr>
              <a:t> </a:t>
            </a:r>
            <a:r>
              <a:rPr sz="1600" spc="-40" dirty="0">
                <a:solidFill>
                  <a:srgbClr val="237A94"/>
                </a:solidFill>
                <a:latin typeface="Arial Black"/>
                <a:cs typeface="Arial Black"/>
              </a:rPr>
              <a:t>Window</a:t>
            </a:r>
            <a:endParaRPr sz="1600">
              <a:latin typeface="Arial Black"/>
              <a:cs typeface="Arial Black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4702552" y="2623262"/>
            <a:ext cx="3321473" cy="517313"/>
          </a:xfrm>
          <a:custGeom>
            <a:avLst/>
            <a:gdLst/>
            <a:ahLst/>
            <a:cxnLst/>
            <a:rect l="l" t="t" r="r" b="b"/>
            <a:pathLst>
              <a:path w="2491104" h="387985">
                <a:moveTo>
                  <a:pt x="286727" y="184886"/>
                </a:moveTo>
                <a:lnTo>
                  <a:pt x="5334" y="184886"/>
                </a:lnTo>
                <a:lnTo>
                  <a:pt x="5334" y="387985"/>
                </a:lnTo>
                <a:lnTo>
                  <a:pt x="286727" y="387985"/>
                </a:lnTo>
                <a:lnTo>
                  <a:pt x="286727" y="184886"/>
                </a:lnTo>
                <a:close/>
              </a:path>
              <a:path w="2491104" h="387985">
                <a:moveTo>
                  <a:pt x="2458059" y="184886"/>
                </a:moveTo>
                <a:lnTo>
                  <a:pt x="2378862" y="184886"/>
                </a:lnTo>
                <a:lnTo>
                  <a:pt x="2378862" y="387985"/>
                </a:lnTo>
                <a:lnTo>
                  <a:pt x="2458059" y="387985"/>
                </a:lnTo>
                <a:lnTo>
                  <a:pt x="2458059" y="184886"/>
                </a:lnTo>
                <a:close/>
              </a:path>
              <a:path w="2491104" h="387985">
                <a:moveTo>
                  <a:pt x="2490609" y="0"/>
                </a:moveTo>
                <a:lnTo>
                  <a:pt x="0" y="0"/>
                </a:lnTo>
                <a:lnTo>
                  <a:pt x="0" y="184810"/>
                </a:lnTo>
                <a:lnTo>
                  <a:pt x="2490609" y="184810"/>
                </a:lnTo>
                <a:lnTo>
                  <a:pt x="2490609" y="0"/>
                </a:lnTo>
                <a:close/>
              </a:path>
            </a:pathLst>
          </a:custGeom>
          <a:solidFill>
            <a:srgbClr val="FFFFFF">
              <a:alpha val="60128"/>
            </a:srgbClr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grpSp>
        <p:nvGrpSpPr>
          <p:cNvPr id="29" name="object 29"/>
          <p:cNvGrpSpPr/>
          <p:nvPr/>
        </p:nvGrpSpPr>
        <p:grpSpPr>
          <a:xfrm>
            <a:off x="105101" y="2510194"/>
            <a:ext cx="4527972" cy="3902287"/>
            <a:chOff x="0" y="1378149"/>
            <a:chExt cx="3395979" cy="2926715"/>
          </a:xfrm>
        </p:grpSpPr>
        <p:sp>
          <p:nvSpPr>
            <p:cNvPr id="30" name="object 30"/>
            <p:cNvSpPr/>
            <p:nvPr/>
          </p:nvSpPr>
          <p:spPr>
            <a:xfrm>
              <a:off x="304644" y="2914538"/>
              <a:ext cx="2956560" cy="1001394"/>
            </a:xfrm>
            <a:custGeom>
              <a:avLst/>
              <a:gdLst/>
              <a:ahLst/>
              <a:cxnLst/>
              <a:rect l="l" t="t" r="r" b="b"/>
              <a:pathLst>
                <a:path w="2956560" h="1001395">
                  <a:moveTo>
                    <a:pt x="2956500" y="1001400"/>
                  </a:moveTo>
                  <a:lnTo>
                    <a:pt x="0" y="1001400"/>
                  </a:lnTo>
                  <a:lnTo>
                    <a:pt x="0" y="0"/>
                  </a:lnTo>
                  <a:lnTo>
                    <a:pt x="2956500" y="0"/>
                  </a:lnTo>
                  <a:lnTo>
                    <a:pt x="2956500" y="10014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pic>
          <p:nvPicPr>
            <p:cNvPr id="31" name="object 3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11696" y="2914556"/>
              <a:ext cx="425300" cy="269750"/>
            </a:xfrm>
            <a:prstGeom prst="rect">
              <a:avLst/>
            </a:prstGeom>
          </p:spPr>
        </p:pic>
        <p:sp>
          <p:nvSpPr>
            <p:cNvPr id="32" name="object 32"/>
            <p:cNvSpPr/>
            <p:nvPr/>
          </p:nvSpPr>
          <p:spPr>
            <a:xfrm>
              <a:off x="0" y="1378149"/>
              <a:ext cx="3395979" cy="2926715"/>
            </a:xfrm>
            <a:custGeom>
              <a:avLst/>
              <a:gdLst/>
              <a:ahLst/>
              <a:cxnLst/>
              <a:rect l="l" t="t" r="r" b="b"/>
              <a:pathLst>
                <a:path w="3395979" h="2926715">
                  <a:moveTo>
                    <a:pt x="3395524" y="2926199"/>
                  </a:moveTo>
                  <a:lnTo>
                    <a:pt x="0" y="2926199"/>
                  </a:lnTo>
                  <a:lnTo>
                    <a:pt x="0" y="0"/>
                  </a:lnTo>
                  <a:lnTo>
                    <a:pt x="3395524" y="0"/>
                  </a:lnTo>
                  <a:lnTo>
                    <a:pt x="3395524" y="2926199"/>
                  </a:lnTo>
                  <a:close/>
                </a:path>
              </a:pathLst>
            </a:custGeom>
            <a:solidFill>
              <a:srgbClr val="FFFFFF">
                <a:alpha val="60128"/>
              </a:srgbClr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pic>
          <p:nvPicPr>
            <p:cNvPr id="33" name="object 3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00942" y="2914541"/>
              <a:ext cx="1141307" cy="269758"/>
            </a:xfrm>
            <a:prstGeom prst="rect">
              <a:avLst/>
            </a:prstGeom>
          </p:spPr>
        </p:pic>
        <p:pic>
          <p:nvPicPr>
            <p:cNvPr id="34" name="object 3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799941" y="2914550"/>
              <a:ext cx="279124" cy="269750"/>
            </a:xfrm>
            <a:prstGeom prst="rect">
              <a:avLst/>
            </a:prstGeom>
          </p:spPr>
        </p:pic>
      </p:grpSp>
      <p:sp>
        <p:nvSpPr>
          <p:cNvPr id="35" name="object 35"/>
          <p:cNvSpPr txBox="1"/>
          <p:nvPr/>
        </p:nvSpPr>
        <p:spPr>
          <a:xfrm>
            <a:off x="9562698" y="1781083"/>
            <a:ext cx="1074420" cy="509541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 marR="6773" indent="33866">
              <a:spcBef>
                <a:spcPts val="133"/>
              </a:spcBef>
            </a:pPr>
            <a:r>
              <a:rPr sz="1600" spc="-40" dirty="0">
                <a:solidFill>
                  <a:srgbClr val="37879E"/>
                </a:solidFill>
                <a:latin typeface="Arial Black"/>
                <a:cs typeface="Arial Black"/>
              </a:rPr>
              <a:t>4.</a:t>
            </a:r>
            <a:r>
              <a:rPr sz="1600" spc="-180" dirty="0">
                <a:solidFill>
                  <a:srgbClr val="37879E"/>
                </a:solidFill>
                <a:latin typeface="Arial Black"/>
                <a:cs typeface="Arial Black"/>
              </a:rPr>
              <a:t> </a:t>
            </a:r>
            <a:r>
              <a:rPr sz="1600" spc="-80" dirty="0">
                <a:solidFill>
                  <a:srgbClr val="37879E"/>
                </a:solidFill>
                <a:latin typeface="Arial Black"/>
                <a:cs typeface="Arial Black"/>
              </a:rPr>
              <a:t>Stop</a:t>
            </a:r>
            <a:r>
              <a:rPr sz="1600" spc="-180" dirty="0">
                <a:solidFill>
                  <a:srgbClr val="37879E"/>
                </a:solidFill>
                <a:latin typeface="Arial Black"/>
                <a:cs typeface="Arial Black"/>
              </a:rPr>
              <a:t> </a:t>
            </a:r>
            <a:r>
              <a:rPr sz="1600" spc="-33" dirty="0">
                <a:solidFill>
                  <a:srgbClr val="37879E"/>
                </a:solidFill>
                <a:latin typeface="Arial Black"/>
                <a:cs typeface="Arial Black"/>
              </a:rPr>
              <a:t>or </a:t>
            </a:r>
            <a:r>
              <a:rPr sz="1600" spc="-67" dirty="0">
                <a:solidFill>
                  <a:srgbClr val="37879E"/>
                </a:solidFill>
                <a:latin typeface="Arial Black"/>
                <a:cs typeface="Arial Black"/>
              </a:rPr>
              <a:t>continue?</a:t>
            </a:r>
            <a:endParaRPr sz="1600">
              <a:latin typeface="Arial Black"/>
              <a:cs typeface="Arial Black"/>
            </a:endParaRPr>
          </a:p>
        </p:txBody>
      </p:sp>
      <p:grpSp>
        <p:nvGrpSpPr>
          <p:cNvPr id="36" name="object 36"/>
          <p:cNvGrpSpPr/>
          <p:nvPr/>
        </p:nvGrpSpPr>
        <p:grpSpPr>
          <a:xfrm>
            <a:off x="8573533" y="2000080"/>
            <a:ext cx="694267" cy="122767"/>
            <a:chOff x="6351325" y="995564"/>
            <a:chExt cx="520700" cy="92075"/>
          </a:xfrm>
        </p:grpSpPr>
        <p:sp>
          <p:nvSpPr>
            <p:cNvPr id="37" name="object 37"/>
            <p:cNvSpPr/>
            <p:nvPr/>
          </p:nvSpPr>
          <p:spPr>
            <a:xfrm>
              <a:off x="6351325" y="1041449"/>
              <a:ext cx="419734" cy="0"/>
            </a:xfrm>
            <a:custGeom>
              <a:avLst/>
              <a:gdLst/>
              <a:ahLst/>
              <a:cxnLst/>
              <a:rect l="l" t="t" r="r" b="b"/>
              <a:pathLst>
                <a:path w="419734">
                  <a:moveTo>
                    <a:pt x="0" y="0"/>
                  </a:moveTo>
                  <a:lnTo>
                    <a:pt x="419212" y="0"/>
                  </a:lnTo>
                </a:path>
              </a:pathLst>
            </a:custGeom>
            <a:ln w="28574">
              <a:solidFill>
                <a:srgbClr val="237A94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pic>
          <p:nvPicPr>
            <p:cNvPr id="38" name="object 3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756250" y="995564"/>
              <a:ext cx="115388" cy="91770"/>
            </a:xfrm>
            <a:prstGeom prst="rect">
              <a:avLst/>
            </a:prstGeom>
          </p:spPr>
        </p:pic>
      </p:grpSp>
      <p:sp>
        <p:nvSpPr>
          <p:cNvPr id="39" name="object 39"/>
          <p:cNvSpPr txBox="1"/>
          <p:nvPr/>
        </p:nvSpPr>
        <p:spPr>
          <a:xfrm>
            <a:off x="9134436" y="3171734"/>
            <a:ext cx="481753" cy="1050715"/>
          </a:xfrm>
          <a:prstGeom prst="rect">
            <a:avLst/>
          </a:prstGeom>
        </p:spPr>
        <p:txBody>
          <a:bodyPr vert="horz" wrap="square" lIns="0" tIns="133773" rIns="0" bIns="0" rtlCol="0">
            <a:spAutoFit/>
          </a:bodyPr>
          <a:lstStyle/>
          <a:p>
            <a:pPr marL="161709">
              <a:spcBef>
                <a:spcPts val="1053"/>
              </a:spcBef>
            </a:pPr>
            <a:r>
              <a:rPr sz="2667" spc="-67" dirty="0">
                <a:solidFill>
                  <a:srgbClr val="F65B66"/>
                </a:solidFill>
                <a:latin typeface="Arial Black"/>
                <a:cs typeface="Arial Black"/>
              </a:rPr>
              <a:t>?</a:t>
            </a:r>
            <a:endParaRPr sz="2667">
              <a:latin typeface="Arial Black"/>
              <a:cs typeface="Arial Black"/>
            </a:endParaRPr>
          </a:p>
          <a:p>
            <a:pPr marL="16933">
              <a:spcBef>
                <a:spcPts val="880"/>
              </a:spcBef>
            </a:pPr>
            <a:r>
              <a:rPr sz="2533" spc="47" dirty="0">
                <a:latin typeface="Arial Black"/>
                <a:cs typeface="Arial Black"/>
              </a:rPr>
              <a:t>==</a:t>
            </a:r>
            <a:endParaRPr sz="2533">
              <a:latin typeface="Arial Black"/>
              <a:cs typeface="Arial Black"/>
            </a:endParaRPr>
          </a:p>
        </p:txBody>
      </p:sp>
      <p:grpSp>
        <p:nvGrpSpPr>
          <p:cNvPr id="40" name="object 40"/>
          <p:cNvGrpSpPr/>
          <p:nvPr/>
        </p:nvGrpSpPr>
        <p:grpSpPr>
          <a:xfrm>
            <a:off x="9683916" y="3763711"/>
            <a:ext cx="2231813" cy="499533"/>
            <a:chOff x="7184112" y="2318287"/>
            <a:chExt cx="1673860" cy="374650"/>
          </a:xfrm>
        </p:grpSpPr>
        <p:sp>
          <p:nvSpPr>
            <p:cNvPr id="41" name="object 41"/>
            <p:cNvSpPr/>
            <p:nvPr/>
          </p:nvSpPr>
          <p:spPr>
            <a:xfrm>
              <a:off x="7188875" y="2323050"/>
              <a:ext cx="1664335" cy="365125"/>
            </a:xfrm>
            <a:custGeom>
              <a:avLst/>
              <a:gdLst/>
              <a:ahLst/>
              <a:cxnLst/>
              <a:rect l="l" t="t" r="r" b="b"/>
              <a:pathLst>
                <a:path w="1664334" h="365125">
                  <a:moveTo>
                    <a:pt x="1602998" y="364799"/>
                  </a:moveTo>
                  <a:lnTo>
                    <a:pt x="60801" y="364799"/>
                  </a:lnTo>
                  <a:lnTo>
                    <a:pt x="37134" y="360021"/>
                  </a:lnTo>
                  <a:lnTo>
                    <a:pt x="17808" y="346991"/>
                  </a:lnTo>
                  <a:lnTo>
                    <a:pt x="4778" y="327665"/>
                  </a:lnTo>
                  <a:lnTo>
                    <a:pt x="0" y="303998"/>
                  </a:lnTo>
                  <a:lnTo>
                    <a:pt x="0" y="60801"/>
                  </a:lnTo>
                  <a:lnTo>
                    <a:pt x="4778" y="37134"/>
                  </a:lnTo>
                  <a:lnTo>
                    <a:pt x="17808" y="17808"/>
                  </a:lnTo>
                  <a:lnTo>
                    <a:pt x="37134" y="4778"/>
                  </a:lnTo>
                  <a:lnTo>
                    <a:pt x="60801" y="0"/>
                  </a:lnTo>
                  <a:lnTo>
                    <a:pt x="1602998" y="0"/>
                  </a:lnTo>
                  <a:lnTo>
                    <a:pt x="1645991" y="17808"/>
                  </a:lnTo>
                  <a:lnTo>
                    <a:pt x="1663799" y="60801"/>
                  </a:lnTo>
                  <a:lnTo>
                    <a:pt x="1663799" y="303998"/>
                  </a:lnTo>
                  <a:lnTo>
                    <a:pt x="1659021" y="327665"/>
                  </a:lnTo>
                  <a:lnTo>
                    <a:pt x="1645991" y="346991"/>
                  </a:lnTo>
                  <a:lnTo>
                    <a:pt x="1626665" y="360021"/>
                  </a:lnTo>
                  <a:lnTo>
                    <a:pt x="1602998" y="364799"/>
                  </a:lnTo>
                  <a:close/>
                </a:path>
              </a:pathLst>
            </a:custGeom>
            <a:solidFill>
              <a:srgbClr val="E6F4F6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42" name="object 42"/>
            <p:cNvSpPr/>
            <p:nvPr/>
          </p:nvSpPr>
          <p:spPr>
            <a:xfrm>
              <a:off x="7188875" y="2323050"/>
              <a:ext cx="1664335" cy="365125"/>
            </a:xfrm>
            <a:custGeom>
              <a:avLst/>
              <a:gdLst/>
              <a:ahLst/>
              <a:cxnLst/>
              <a:rect l="l" t="t" r="r" b="b"/>
              <a:pathLst>
                <a:path w="1664334" h="365125">
                  <a:moveTo>
                    <a:pt x="0" y="60801"/>
                  </a:moveTo>
                  <a:lnTo>
                    <a:pt x="4778" y="37134"/>
                  </a:lnTo>
                  <a:lnTo>
                    <a:pt x="17808" y="17808"/>
                  </a:lnTo>
                  <a:lnTo>
                    <a:pt x="37134" y="4778"/>
                  </a:lnTo>
                  <a:lnTo>
                    <a:pt x="60801" y="0"/>
                  </a:lnTo>
                  <a:lnTo>
                    <a:pt x="1602998" y="0"/>
                  </a:lnTo>
                  <a:lnTo>
                    <a:pt x="1645991" y="17808"/>
                  </a:lnTo>
                  <a:lnTo>
                    <a:pt x="1663799" y="60801"/>
                  </a:lnTo>
                  <a:lnTo>
                    <a:pt x="1663799" y="303998"/>
                  </a:lnTo>
                  <a:lnTo>
                    <a:pt x="1659021" y="327665"/>
                  </a:lnTo>
                  <a:lnTo>
                    <a:pt x="1645991" y="346991"/>
                  </a:lnTo>
                  <a:lnTo>
                    <a:pt x="1626665" y="360021"/>
                  </a:lnTo>
                  <a:lnTo>
                    <a:pt x="1602998" y="364799"/>
                  </a:lnTo>
                  <a:lnTo>
                    <a:pt x="60801" y="364799"/>
                  </a:lnTo>
                  <a:lnTo>
                    <a:pt x="37134" y="360021"/>
                  </a:lnTo>
                  <a:lnTo>
                    <a:pt x="17808" y="346991"/>
                  </a:lnTo>
                  <a:lnTo>
                    <a:pt x="4778" y="327665"/>
                  </a:lnTo>
                  <a:lnTo>
                    <a:pt x="0" y="303998"/>
                  </a:lnTo>
                  <a:lnTo>
                    <a:pt x="0" y="60801"/>
                  </a:lnTo>
                  <a:close/>
                </a:path>
              </a:pathLst>
            </a:custGeom>
            <a:ln w="9524">
              <a:solidFill>
                <a:srgbClr val="64738B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sp>
        <p:nvSpPr>
          <p:cNvPr id="43" name="object 43"/>
          <p:cNvSpPr txBox="1"/>
          <p:nvPr/>
        </p:nvSpPr>
        <p:spPr>
          <a:xfrm>
            <a:off x="10021258" y="3820391"/>
            <a:ext cx="1557020" cy="34533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2133" spc="-60" dirty="0">
                <a:latin typeface="Lucida Sans Unicode"/>
                <a:cs typeface="Lucida Sans Unicode"/>
              </a:rPr>
              <a:t>&lt;|im_end|&gt;</a:t>
            </a:r>
            <a:endParaRPr sz="2133">
              <a:latin typeface="Lucida Sans Unicode"/>
              <a:cs typeface="Lucida Sans Unicode"/>
            </a:endParaRPr>
          </a:p>
        </p:txBody>
      </p:sp>
      <p:sp>
        <p:nvSpPr>
          <p:cNvPr id="44" name="object 44"/>
          <p:cNvSpPr/>
          <p:nvPr/>
        </p:nvSpPr>
        <p:spPr>
          <a:xfrm>
            <a:off x="4709666" y="3140694"/>
            <a:ext cx="3321473" cy="3215640"/>
          </a:xfrm>
          <a:custGeom>
            <a:avLst/>
            <a:gdLst/>
            <a:ahLst/>
            <a:cxnLst/>
            <a:rect l="l" t="t" r="r" b="b"/>
            <a:pathLst>
              <a:path w="2491104" h="2411729">
                <a:moveTo>
                  <a:pt x="2490599" y="2411699"/>
                </a:moveTo>
                <a:lnTo>
                  <a:pt x="0" y="2411699"/>
                </a:lnTo>
                <a:lnTo>
                  <a:pt x="0" y="0"/>
                </a:lnTo>
                <a:lnTo>
                  <a:pt x="2490599" y="0"/>
                </a:lnTo>
                <a:lnTo>
                  <a:pt x="2490599" y="2411699"/>
                </a:lnTo>
                <a:close/>
              </a:path>
            </a:pathLst>
          </a:custGeom>
          <a:solidFill>
            <a:srgbClr val="FFFFFF">
              <a:alpha val="60128"/>
            </a:srgbClr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09316" y="670112"/>
            <a:ext cx="14020800" cy="512961"/>
          </a:xfrm>
          <a:prstGeom prst="rect">
            <a:avLst/>
          </a:prstGeom>
        </p:spPr>
        <p:txBody>
          <a:bodyPr vert="horz" wrap="square" lIns="0" tIns="20320" rIns="0" bIns="0" rtlCol="0" anchor="ctr">
            <a:spAutoFit/>
          </a:bodyPr>
          <a:lstStyle/>
          <a:p>
            <a:pPr marL="225208">
              <a:spcBef>
                <a:spcPts val="160"/>
              </a:spcBef>
            </a:pPr>
            <a:r>
              <a:rPr spc="113" dirty="0"/>
              <a:t>Step</a:t>
            </a:r>
            <a:r>
              <a:rPr spc="-152" dirty="0"/>
              <a:t> </a:t>
            </a:r>
            <a:r>
              <a:rPr spc="-180" dirty="0"/>
              <a:t>4:</a:t>
            </a:r>
            <a:r>
              <a:rPr spc="-147" dirty="0"/>
              <a:t> </a:t>
            </a:r>
            <a:r>
              <a:rPr spc="100" dirty="0"/>
              <a:t>Stop</a:t>
            </a:r>
            <a:r>
              <a:rPr spc="-147" dirty="0"/>
              <a:t> </a:t>
            </a:r>
            <a:r>
              <a:rPr dirty="0"/>
              <a:t>or</a:t>
            </a:r>
            <a:r>
              <a:rPr spc="-147" dirty="0"/>
              <a:t> </a:t>
            </a:r>
            <a:r>
              <a:rPr spc="87" dirty="0"/>
              <a:t>Continue?</a:t>
            </a:r>
            <a:endParaRPr/>
          </a:p>
        </p:txBody>
      </p:sp>
      <p:sp>
        <p:nvSpPr>
          <p:cNvPr id="3" name="object 3"/>
          <p:cNvSpPr/>
          <p:nvPr/>
        </p:nvSpPr>
        <p:spPr>
          <a:xfrm>
            <a:off x="1503310" y="2052377"/>
            <a:ext cx="1065107" cy="546945"/>
          </a:xfrm>
          <a:custGeom>
            <a:avLst/>
            <a:gdLst/>
            <a:ahLst/>
            <a:cxnLst/>
            <a:rect l="l" t="t" r="r" b="b"/>
            <a:pathLst>
              <a:path w="798830" h="410209">
                <a:moveTo>
                  <a:pt x="0" y="68351"/>
                </a:moveTo>
                <a:lnTo>
                  <a:pt x="5371" y="41745"/>
                </a:lnTo>
                <a:lnTo>
                  <a:pt x="20019" y="20019"/>
                </a:lnTo>
                <a:lnTo>
                  <a:pt x="41745" y="5371"/>
                </a:lnTo>
                <a:lnTo>
                  <a:pt x="68351" y="0"/>
                </a:lnTo>
                <a:lnTo>
                  <a:pt x="730248" y="0"/>
                </a:lnTo>
                <a:lnTo>
                  <a:pt x="768169" y="11483"/>
                </a:lnTo>
                <a:lnTo>
                  <a:pt x="793397" y="42194"/>
                </a:lnTo>
                <a:lnTo>
                  <a:pt x="798599" y="68351"/>
                </a:lnTo>
                <a:lnTo>
                  <a:pt x="798599" y="341748"/>
                </a:lnTo>
                <a:lnTo>
                  <a:pt x="793228" y="368354"/>
                </a:lnTo>
                <a:lnTo>
                  <a:pt x="778580" y="390080"/>
                </a:lnTo>
                <a:lnTo>
                  <a:pt x="756854" y="404728"/>
                </a:lnTo>
                <a:lnTo>
                  <a:pt x="730248" y="410099"/>
                </a:lnTo>
                <a:lnTo>
                  <a:pt x="68351" y="410099"/>
                </a:lnTo>
                <a:lnTo>
                  <a:pt x="41745" y="404728"/>
                </a:lnTo>
                <a:lnTo>
                  <a:pt x="20019" y="390080"/>
                </a:lnTo>
                <a:lnTo>
                  <a:pt x="5371" y="368354"/>
                </a:lnTo>
                <a:lnTo>
                  <a:pt x="0" y="341748"/>
                </a:lnTo>
                <a:lnTo>
                  <a:pt x="0" y="68351"/>
                </a:lnTo>
                <a:close/>
              </a:path>
            </a:pathLst>
          </a:custGeom>
          <a:ln w="19049">
            <a:solidFill>
              <a:srgbClr val="257693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4" name="object 4"/>
          <p:cNvSpPr txBox="1"/>
          <p:nvPr/>
        </p:nvSpPr>
        <p:spPr>
          <a:xfrm>
            <a:off x="1665413" y="2059415"/>
            <a:ext cx="740833" cy="514457"/>
          </a:xfrm>
          <a:prstGeom prst="rect">
            <a:avLst/>
          </a:prstGeom>
        </p:spPr>
        <p:txBody>
          <a:bodyPr vert="horz" wrap="square" lIns="0" tIns="26247" rIns="0" bIns="0" rtlCol="0">
            <a:spAutoFit/>
          </a:bodyPr>
          <a:lstStyle/>
          <a:p>
            <a:pPr marL="16933" marR="6773" indent="11006">
              <a:lnSpc>
                <a:spcPts val="1907"/>
              </a:lnSpc>
              <a:spcBef>
                <a:spcPts val="207"/>
              </a:spcBef>
            </a:pPr>
            <a:r>
              <a:rPr sz="1600" spc="-339" dirty="0">
                <a:latin typeface="Lucida Sans Unicode"/>
                <a:cs typeface="Lucida Sans Unicode"/>
              </a:rPr>
              <a:t>1:</a:t>
            </a:r>
            <a:r>
              <a:rPr sz="1600" spc="-73" dirty="0">
                <a:latin typeface="Lucida Sans Unicode"/>
                <a:cs typeface="Lucida Sans Unicode"/>
              </a:rPr>
              <a:t> </a:t>
            </a:r>
            <a:r>
              <a:rPr sz="1600" spc="-13" dirty="0">
                <a:latin typeface="Lucida Sans Unicode"/>
                <a:cs typeface="Lucida Sans Unicode"/>
              </a:rPr>
              <a:t>Input </a:t>
            </a:r>
            <a:r>
              <a:rPr sz="1600" spc="-20" dirty="0">
                <a:latin typeface="Lucida Sans Unicode"/>
                <a:cs typeface="Lucida Sans Unicode"/>
              </a:rPr>
              <a:t>Tokens</a:t>
            </a:r>
            <a:endParaRPr sz="1600">
              <a:latin typeface="Lucida Sans Unicode"/>
              <a:cs typeface="Lucida Sans Unicode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4948726" y="2052394"/>
            <a:ext cx="1674707" cy="546945"/>
          </a:xfrm>
          <a:custGeom>
            <a:avLst/>
            <a:gdLst/>
            <a:ahLst/>
            <a:cxnLst/>
            <a:rect l="l" t="t" r="r" b="b"/>
            <a:pathLst>
              <a:path w="1256029" h="410209">
                <a:moveTo>
                  <a:pt x="0" y="68351"/>
                </a:moveTo>
                <a:lnTo>
                  <a:pt x="5371" y="41745"/>
                </a:lnTo>
                <a:lnTo>
                  <a:pt x="20019" y="20019"/>
                </a:lnTo>
                <a:lnTo>
                  <a:pt x="41745" y="5371"/>
                </a:lnTo>
                <a:lnTo>
                  <a:pt x="68351" y="0"/>
                </a:lnTo>
                <a:lnTo>
                  <a:pt x="1187148" y="0"/>
                </a:lnTo>
                <a:lnTo>
                  <a:pt x="1225070" y="11483"/>
                </a:lnTo>
                <a:lnTo>
                  <a:pt x="1250297" y="42194"/>
                </a:lnTo>
                <a:lnTo>
                  <a:pt x="1255499" y="68351"/>
                </a:lnTo>
                <a:lnTo>
                  <a:pt x="1255499" y="341748"/>
                </a:lnTo>
                <a:lnTo>
                  <a:pt x="1250128" y="368354"/>
                </a:lnTo>
                <a:lnTo>
                  <a:pt x="1235480" y="390080"/>
                </a:lnTo>
                <a:lnTo>
                  <a:pt x="1213753" y="404728"/>
                </a:lnTo>
                <a:lnTo>
                  <a:pt x="1187148" y="410099"/>
                </a:lnTo>
                <a:lnTo>
                  <a:pt x="68351" y="410099"/>
                </a:lnTo>
                <a:lnTo>
                  <a:pt x="41745" y="404728"/>
                </a:lnTo>
                <a:lnTo>
                  <a:pt x="20019" y="390080"/>
                </a:lnTo>
                <a:lnTo>
                  <a:pt x="5371" y="368354"/>
                </a:lnTo>
                <a:lnTo>
                  <a:pt x="0" y="341748"/>
                </a:lnTo>
                <a:lnTo>
                  <a:pt x="0" y="68351"/>
                </a:lnTo>
                <a:close/>
              </a:path>
            </a:pathLst>
          </a:custGeom>
          <a:ln w="19049">
            <a:solidFill>
              <a:srgbClr val="257693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6" name="object 6"/>
          <p:cNvSpPr txBox="1"/>
          <p:nvPr/>
        </p:nvSpPr>
        <p:spPr>
          <a:xfrm>
            <a:off x="5148017" y="2059433"/>
            <a:ext cx="1275925" cy="514457"/>
          </a:xfrm>
          <a:prstGeom prst="rect">
            <a:avLst/>
          </a:prstGeom>
        </p:spPr>
        <p:txBody>
          <a:bodyPr vert="horz" wrap="square" lIns="0" tIns="26247" rIns="0" bIns="0" rtlCol="0">
            <a:spAutoFit/>
          </a:bodyPr>
          <a:lstStyle/>
          <a:p>
            <a:pPr marL="16933" marR="6773" indent="31326">
              <a:lnSpc>
                <a:spcPts val="1907"/>
              </a:lnSpc>
              <a:spcBef>
                <a:spcPts val="207"/>
              </a:spcBef>
            </a:pPr>
            <a:r>
              <a:rPr sz="1600" spc="-140" dirty="0">
                <a:latin typeface="Lucida Sans Unicode"/>
                <a:cs typeface="Lucida Sans Unicode"/>
              </a:rPr>
              <a:t>2:</a:t>
            </a:r>
            <a:r>
              <a:rPr sz="1600" spc="-60" dirty="0">
                <a:latin typeface="Lucida Sans Unicode"/>
                <a:cs typeface="Lucida Sans Unicode"/>
              </a:rPr>
              <a:t> </a:t>
            </a:r>
            <a:r>
              <a:rPr sz="1600" spc="53" dirty="0">
                <a:latin typeface="Lucida Sans Unicode"/>
                <a:cs typeface="Lucida Sans Unicode"/>
              </a:rPr>
              <a:t>Compute </a:t>
            </a:r>
            <a:r>
              <a:rPr sz="1600" spc="-13" dirty="0">
                <a:latin typeface="Lucida Sans Unicode"/>
                <a:cs typeface="Lucida Sans Unicode"/>
              </a:rPr>
              <a:t>Probabilities</a:t>
            </a:r>
            <a:endParaRPr sz="1600">
              <a:latin typeface="Lucida Sans Unicode"/>
              <a:cs typeface="Lucida Sans Unicode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2549060" y="2039694"/>
            <a:ext cx="6101080" cy="572345"/>
            <a:chOff x="1785674" y="796675"/>
            <a:chExt cx="4575810" cy="429259"/>
          </a:xfrm>
        </p:grpSpPr>
        <p:sp>
          <p:nvSpPr>
            <p:cNvPr id="8" name="object 8"/>
            <p:cNvSpPr/>
            <p:nvPr/>
          </p:nvSpPr>
          <p:spPr>
            <a:xfrm>
              <a:off x="1799962" y="1011237"/>
              <a:ext cx="1657350" cy="0"/>
            </a:xfrm>
            <a:custGeom>
              <a:avLst/>
              <a:gdLst/>
              <a:ahLst/>
              <a:cxnLst/>
              <a:rect l="l" t="t" r="r" b="b"/>
              <a:pathLst>
                <a:path w="1657350">
                  <a:moveTo>
                    <a:pt x="0" y="0"/>
                  </a:moveTo>
                  <a:lnTo>
                    <a:pt x="1657012" y="0"/>
                  </a:lnTo>
                </a:path>
              </a:pathLst>
            </a:custGeom>
            <a:ln w="28574">
              <a:solidFill>
                <a:srgbClr val="237A94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442686" y="965352"/>
              <a:ext cx="115388" cy="91770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5248974" y="806200"/>
              <a:ext cx="1102995" cy="410209"/>
            </a:xfrm>
            <a:custGeom>
              <a:avLst/>
              <a:gdLst/>
              <a:ahLst/>
              <a:cxnLst/>
              <a:rect l="l" t="t" r="r" b="b"/>
              <a:pathLst>
                <a:path w="1102995" h="410209">
                  <a:moveTo>
                    <a:pt x="0" y="68351"/>
                  </a:moveTo>
                  <a:lnTo>
                    <a:pt x="5371" y="41745"/>
                  </a:lnTo>
                  <a:lnTo>
                    <a:pt x="20019" y="20019"/>
                  </a:lnTo>
                  <a:lnTo>
                    <a:pt x="41745" y="5371"/>
                  </a:lnTo>
                  <a:lnTo>
                    <a:pt x="68351" y="0"/>
                  </a:lnTo>
                  <a:lnTo>
                    <a:pt x="1034148" y="0"/>
                  </a:lnTo>
                  <a:lnTo>
                    <a:pt x="1072070" y="11483"/>
                  </a:lnTo>
                  <a:lnTo>
                    <a:pt x="1097297" y="42194"/>
                  </a:lnTo>
                  <a:lnTo>
                    <a:pt x="1102499" y="68351"/>
                  </a:lnTo>
                  <a:lnTo>
                    <a:pt x="1102499" y="341748"/>
                  </a:lnTo>
                  <a:lnTo>
                    <a:pt x="1097128" y="368354"/>
                  </a:lnTo>
                  <a:lnTo>
                    <a:pt x="1082480" y="390080"/>
                  </a:lnTo>
                  <a:lnTo>
                    <a:pt x="1060753" y="404728"/>
                  </a:lnTo>
                  <a:lnTo>
                    <a:pt x="1034148" y="410099"/>
                  </a:lnTo>
                  <a:lnTo>
                    <a:pt x="68351" y="410099"/>
                  </a:lnTo>
                  <a:lnTo>
                    <a:pt x="41745" y="404728"/>
                  </a:lnTo>
                  <a:lnTo>
                    <a:pt x="20019" y="390080"/>
                  </a:lnTo>
                  <a:lnTo>
                    <a:pt x="5371" y="368354"/>
                  </a:lnTo>
                  <a:lnTo>
                    <a:pt x="0" y="341748"/>
                  </a:lnTo>
                  <a:lnTo>
                    <a:pt x="0" y="68351"/>
                  </a:lnTo>
                  <a:close/>
                </a:path>
              </a:pathLst>
            </a:custGeom>
            <a:ln w="19049">
              <a:solidFill>
                <a:srgbClr val="257693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7466980" y="2059433"/>
            <a:ext cx="870373" cy="514457"/>
          </a:xfrm>
          <a:prstGeom prst="rect">
            <a:avLst/>
          </a:prstGeom>
        </p:spPr>
        <p:txBody>
          <a:bodyPr vert="horz" wrap="square" lIns="0" tIns="26247" rIns="0" bIns="0" rtlCol="0">
            <a:spAutoFit/>
          </a:bodyPr>
          <a:lstStyle/>
          <a:p>
            <a:pPr marL="133770" marR="6773" indent="-117684">
              <a:lnSpc>
                <a:spcPts val="1907"/>
              </a:lnSpc>
              <a:spcBef>
                <a:spcPts val="207"/>
              </a:spcBef>
            </a:pPr>
            <a:r>
              <a:rPr sz="1600" spc="-133" dirty="0">
                <a:solidFill>
                  <a:srgbClr val="0A0A0A"/>
                </a:solidFill>
                <a:latin typeface="Lucida Sans Unicode"/>
                <a:cs typeface="Lucida Sans Unicode"/>
              </a:rPr>
              <a:t>3:</a:t>
            </a:r>
            <a:r>
              <a:rPr sz="1600" spc="-60" dirty="0">
                <a:solidFill>
                  <a:srgbClr val="0A0A0A"/>
                </a:solidFill>
                <a:latin typeface="Lucida Sans Unicode"/>
                <a:cs typeface="Lucida Sans Unicode"/>
              </a:rPr>
              <a:t> </a:t>
            </a:r>
            <a:r>
              <a:rPr sz="1600" spc="-13" dirty="0">
                <a:solidFill>
                  <a:srgbClr val="0A0A0A"/>
                </a:solidFill>
                <a:latin typeface="Lucida Sans Unicode"/>
                <a:cs typeface="Lucida Sans Unicode"/>
              </a:rPr>
              <a:t>Select Token</a:t>
            </a:r>
            <a:endParaRPr sz="1600">
              <a:latin typeface="Lucida Sans Unicode"/>
              <a:cs typeface="Lucida Sans Unicode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464411" y="2264613"/>
            <a:ext cx="6665807" cy="4066540"/>
            <a:chOff x="222187" y="965364"/>
            <a:chExt cx="4999355" cy="3049905"/>
          </a:xfrm>
        </p:grpSpPr>
        <p:sp>
          <p:nvSpPr>
            <p:cNvPr id="13" name="object 13"/>
            <p:cNvSpPr/>
            <p:nvPr/>
          </p:nvSpPr>
          <p:spPr>
            <a:xfrm>
              <a:off x="4840924" y="1011249"/>
              <a:ext cx="280035" cy="0"/>
            </a:xfrm>
            <a:custGeom>
              <a:avLst/>
              <a:gdLst/>
              <a:ahLst/>
              <a:cxnLst/>
              <a:rect l="l" t="t" r="r" b="b"/>
              <a:pathLst>
                <a:path w="280035">
                  <a:moveTo>
                    <a:pt x="0" y="0"/>
                  </a:moveTo>
                  <a:lnTo>
                    <a:pt x="279412" y="0"/>
                  </a:lnTo>
                </a:path>
              </a:pathLst>
            </a:custGeom>
            <a:ln w="28574">
              <a:solidFill>
                <a:srgbClr val="237A94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pic>
          <p:nvPicPr>
            <p:cNvPr id="14" name="object 1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106049" y="965364"/>
              <a:ext cx="115388" cy="91770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11700" y="1733114"/>
              <a:ext cx="2956500" cy="2124500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226950" y="1598299"/>
              <a:ext cx="3041650" cy="2411730"/>
            </a:xfrm>
            <a:custGeom>
              <a:avLst/>
              <a:gdLst/>
              <a:ahLst/>
              <a:cxnLst/>
              <a:rect l="l" t="t" r="r" b="b"/>
              <a:pathLst>
                <a:path w="3041650" h="2411729">
                  <a:moveTo>
                    <a:pt x="0" y="0"/>
                  </a:moveTo>
                  <a:lnTo>
                    <a:pt x="3041399" y="0"/>
                  </a:lnTo>
                  <a:lnTo>
                    <a:pt x="3041399" y="2411699"/>
                  </a:lnTo>
                  <a:lnTo>
                    <a:pt x="0" y="24116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294752" y="2843840"/>
            <a:ext cx="1728047" cy="256480"/>
          </a:xfrm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>
              <a:spcBef>
                <a:spcPts val="80"/>
              </a:spcBef>
            </a:pPr>
            <a:r>
              <a:rPr sz="1600" spc="-67" dirty="0">
                <a:solidFill>
                  <a:srgbClr val="237A94"/>
                </a:solidFill>
                <a:latin typeface="Arial Black"/>
                <a:cs typeface="Arial Black"/>
              </a:rPr>
              <a:t>Context</a:t>
            </a:r>
            <a:r>
              <a:rPr sz="1600" spc="-152" dirty="0">
                <a:solidFill>
                  <a:srgbClr val="237A94"/>
                </a:solidFill>
                <a:latin typeface="Arial Black"/>
                <a:cs typeface="Arial Black"/>
              </a:rPr>
              <a:t> </a:t>
            </a:r>
            <a:r>
              <a:rPr sz="1600" spc="-40" dirty="0">
                <a:solidFill>
                  <a:srgbClr val="237A94"/>
                </a:solidFill>
                <a:latin typeface="Arial Black"/>
                <a:cs typeface="Arial Black"/>
              </a:rPr>
              <a:t>Window</a:t>
            </a:r>
            <a:endParaRPr sz="1600">
              <a:latin typeface="Arial Black"/>
              <a:cs typeface="Arial Black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168161" y="1707610"/>
            <a:ext cx="10810240" cy="5009727"/>
            <a:chOff x="0" y="547612"/>
            <a:chExt cx="8107680" cy="3757295"/>
          </a:xfrm>
        </p:grpSpPr>
        <p:sp>
          <p:nvSpPr>
            <p:cNvPr id="19" name="object 19"/>
            <p:cNvSpPr/>
            <p:nvPr/>
          </p:nvSpPr>
          <p:spPr>
            <a:xfrm>
              <a:off x="304644" y="2914538"/>
              <a:ext cx="2956560" cy="1001394"/>
            </a:xfrm>
            <a:custGeom>
              <a:avLst/>
              <a:gdLst/>
              <a:ahLst/>
              <a:cxnLst/>
              <a:rect l="l" t="t" r="r" b="b"/>
              <a:pathLst>
                <a:path w="2956560" h="1001395">
                  <a:moveTo>
                    <a:pt x="2956500" y="1001400"/>
                  </a:moveTo>
                  <a:lnTo>
                    <a:pt x="0" y="1001400"/>
                  </a:lnTo>
                  <a:lnTo>
                    <a:pt x="0" y="0"/>
                  </a:lnTo>
                  <a:lnTo>
                    <a:pt x="2956500" y="0"/>
                  </a:lnTo>
                  <a:lnTo>
                    <a:pt x="2956500" y="10014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pic>
          <p:nvPicPr>
            <p:cNvPr id="20" name="object 2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11696" y="2914556"/>
              <a:ext cx="425300" cy="269750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0" y="1378149"/>
              <a:ext cx="3395979" cy="2926715"/>
            </a:xfrm>
            <a:custGeom>
              <a:avLst/>
              <a:gdLst/>
              <a:ahLst/>
              <a:cxnLst/>
              <a:rect l="l" t="t" r="r" b="b"/>
              <a:pathLst>
                <a:path w="3395979" h="2926715">
                  <a:moveTo>
                    <a:pt x="3395524" y="2926199"/>
                  </a:moveTo>
                  <a:lnTo>
                    <a:pt x="0" y="2926199"/>
                  </a:lnTo>
                  <a:lnTo>
                    <a:pt x="0" y="0"/>
                  </a:lnTo>
                  <a:lnTo>
                    <a:pt x="3395524" y="0"/>
                  </a:lnTo>
                  <a:lnTo>
                    <a:pt x="3395524" y="2926199"/>
                  </a:lnTo>
                  <a:close/>
                </a:path>
              </a:pathLst>
            </a:custGeom>
            <a:solidFill>
              <a:srgbClr val="FFFFFF">
                <a:alpha val="60128"/>
              </a:srgbClr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pic>
          <p:nvPicPr>
            <p:cNvPr id="22" name="object 2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00942" y="2914541"/>
              <a:ext cx="1141307" cy="269758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799941" y="2914550"/>
              <a:ext cx="279124" cy="269750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6899124" y="561900"/>
              <a:ext cx="1193800" cy="959485"/>
            </a:xfrm>
            <a:custGeom>
              <a:avLst/>
              <a:gdLst/>
              <a:ahLst/>
              <a:cxnLst/>
              <a:rect l="l" t="t" r="r" b="b"/>
              <a:pathLst>
                <a:path w="1193800" h="959485">
                  <a:moveTo>
                    <a:pt x="0" y="479549"/>
                  </a:moveTo>
                  <a:lnTo>
                    <a:pt x="596849" y="0"/>
                  </a:lnTo>
                  <a:lnTo>
                    <a:pt x="1193699" y="479549"/>
                  </a:lnTo>
                  <a:lnTo>
                    <a:pt x="596849" y="959099"/>
                  </a:lnTo>
                  <a:lnTo>
                    <a:pt x="0" y="479549"/>
                  </a:lnTo>
                  <a:close/>
                </a:path>
              </a:pathLst>
            </a:custGeom>
            <a:ln w="28574">
              <a:solidFill>
                <a:srgbClr val="F6737D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sp>
        <p:nvSpPr>
          <p:cNvPr id="25" name="object 25"/>
          <p:cNvSpPr txBox="1"/>
          <p:nvPr/>
        </p:nvSpPr>
        <p:spPr>
          <a:xfrm>
            <a:off x="9625759" y="2085882"/>
            <a:ext cx="1074420" cy="509541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 marR="6773" indent="33866">
              <a:spcBef>
                <a:spcPts val="133"/>
              </a:spcBef>
            </a:pPr>
            <a:r>
              <a:rPr sz="1600" spc="-40" dirty="0">
                <a:solidFill>
                  <a:srgbClr val="37879E"/>
                </a:solidFill>
                <a:latin typeface="Arial Black"/>
                <a:cs typeface="Arial Black"/>
              </a:rPr>
              <a:t>4.</a:t>
            </a:r>
            <a:r>
              <a:rPr sz="1600" spc="-180" dirty="0">
                <a:solidFill>
                  <a:srgbClr val="37879E"/>
                </a:solidFill>
                <a:latin typeface="Arial Black"/>
                <a:cs typeface="Arial Black"/>
              </a:rPr>
              <a:t> </a:t>
            </a:r>
            <a:r>
              <a:rPr sz="1600" spc="-80" dirty="0">
                <a:solidFill>
                  <a:srgbClr val="37879E"/>
                </a:solidFill>
                <a:latin typeface="Arial Black"/>
                <a:cs typeface="Arial Black"/>
              </a:rPr>
              <a:t>Stop</a:t>
            </a:r>
            <a:r>
              <a:rPr sz="1600" spc="-180" dirty="0">
                <a:solidFill>
                  <a:srgbClr val="37879E"/>
                </a:solidFill>
                <a:latin typeface="Arial Black"/>
                <a:cs typeface="Arial Black"/>
              </a:rPr>
              <a:t> </a:t>
            </a:r>
            <a:r>
              <a:rPr sz="1600" spc="-33" dirty="0">
                <a:solidFill>
                  <a:srgbClr val="37879E"/>
                </a:solidFill>
                <a:latin typeface="Arial Black"/>
                <a:cs typeface="Arial Black"/>
              </a:rPr>
              <a:t>or </a:t>
            </a:r>
            <a:r>
              <a:rPr sz="1600" spc="-67" dirty="0">
                <a:solidFill>
                  <a:srgbClr val="37879E"/>
                </a:solidFill>
                <a:latin typeface="Arial Black"/>
                <a:cs typeface="Arial Black"/>
              </a:rPr>
              <a:t>continue?</a:t>
            </a:r>
            <a:endParaRPr sz="1600">
              <a:latin typeface="Arial Black"/>
              <a:cs typeface="Arial Black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3254251" y="2304879"/>
            <a:ext cx="6076527" cy="3825240"/>
            <a:chOff x="2314567" y="995564"/>
            <a:chExt cx="4557395" cy="2868930"/>
          </a:xfrm>
        </p:grpSpPr>
        <p:sp>
          <p:nvSpPr>
            <p:cNvPr id="27" name="object 27"/>
            <p:cNvSpPr/>
            <p:nvPr/>
          </p:nvSpPr>
          <p:spPr>
            <a:xfrm>
              <a:off x="6351324" y="1041449"/>
              <a:ext cx="419734" cy="0"/>
            </a:xfrm>
            <a:custGeom>
              <a:avLst/>
              <a:gdLst/>
              <a:ahLst/>
              <a:cxnLst/>
              <a:rect l="l" t="t" r="r" b="b"/>
              <a:pathLst>
                <a:path w="419734">
                  <a:moveTo>
                    <a:pt x="0" y="0"/>
                  </a:moveTo>
                  <a:lnTo>
                    <a:pt x="419212" y="0"/>
                  </a:lnTo>
                </a:path>
              </a:pathLst>
            </a:custGeom>
            <a:ln w="28574">
              <a:solidFill>
                <a:srgbClr val="237A94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pic>
          <p:nvPicPr>
            <p:cNvPr id="28" name="object 2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756250" y="995564"/>
              <a:ext cx="115388" cy="91770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602554" y="1633365"/>
              <a:ext cx="2206313" cy="2212731"/>
            </a:xfrm>
            <a:prstGeom prst="rect">
              <a:avLst/>
            </a:prstGeom>
          </p:spPr>
        </p:pic>
        <p:sp>
          <p:nvSpPr>
            <p:cNvPr id="30" name="object 30"/>
            <p:cNvSpPr/>
            <p:nvPr/>
          </p:nvSpPr>
          <p:spPr>
            <a:xfrm>
              <a:off x="3574567" y="1582080"/>
              <a:ext cx="2268220" cy="2277745"/>
            </a:xfrm>
            <a:custGeom>
              <a:avLst/>
              <a:gdLst/>
              <a:ahLst/>
              <a:cxnLst/>
              <a:rect l="l" t="t" r="r" b="b"/>
              <a:pathLst>
                <a:path w="2268220" h="2277745">
                  <a:moveTo>
                    <a:pt x="0" y="0"/>
                  </a:moveTo>
                  <a:lnTo>
                    <a:pt x="2268093" y="0"/>
                  </a:lnTo>
                  <a:lnTo>
                    <a:pt x="2268093" y="2277502"/>
                  </a:lnTo>
                  <a:lnTo>
                    <a:pt x="0" y="2277502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237A94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pic>
          <p:nvPicPr>
            <p:cNvPr id="31" name="object 31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314567" y="2961510"/>
              <a:ext cx="108687" cy="81513"/>
            </a:xfrm>
            <a:prstGeom prst="rect">
              <a:avLst/>
            </a:prstGeom>
          </p:spPr>
        </p:pic>
      </p:grpSp>
      <p:sp>
        <p:nvSpPr>
          <p:cNvPr id="32" name="object 32"/>
          <p:cNvSpPr txBox="1"/>
          <p:nvPr/>
        </p:nvSpPr>
        <p:spPr>
          <a:xfrm>
            <a:off x="9197497" y="4010225"/>
            <a:ext cx="481753" cy="529996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2533" spc="-873" dirty="0">
                <a:latin typeface="Arial Black"/>
                <a:cs typeface="Arial Black"/>
              </a:rPr>
              <a:t>=</a:t>
            </a:r>
            <a:r>
              <a:rPr sz="3333" spc="-1273" dirty="0">
                <a:solidFill>
                  <a:srgbClr val="F65B66"/>
                </a:solidFill>
                <a:latin typeface="Arial Black"/>
                <a:cs typeface="Arial Black"/>
              </a:rPr>
              <a:t>x</a:t>
            </a:r>
            <a:r>
              <a:rPr sz="2533" spc="-33" dirty="0">
                <a:latin typeface="Arial Black"/>
                <a:cs typeface="Arial Black"/>
              </a:rPr>
              <a:t>=</a:t>
            </a:r>
            <a:endParaRPr sz="2533">
              <a:latin typeface="Arial Black"/>
              <a:cs typeface="Arial Black"/>
            </a:endParaRPr>
          </a:p>
        </p:txBody>
      </p:sp>
      <p:grpSp>
        <p:nvGrpSpPr>
          <p:cNvPr id="33" name="object 33"/>
          <p:cNvGrpSpPr/>
          <p:nvPr/>
        </p:nvGrpSpPr>
        <p:grpSpPr>
          <a:xfrm>
            <a:off x="8662211" y="4078378"/>
            <a:ext cx="471593" cy="499533"/>
            <a:chOff x="6370537" y="2325688"/>
            <a:chExt cx="353695" cy="374650"/>
          </a:xfrm>
        </p:grpSpPr>
        <p:sp>
          <p:nvSpPr>
            <p:cNvPr id="34" name="object 34"/>
            <p:cNvSpPr/>
            <p:nvPr/>
          </p:nvSpPr>
          <p:spPr>
            <a:xfrm>
              <a:off x="6375300" y="2330450"/>
              <a:ext cx="344170" cy="365125"/>
            </a:xfrm>
            <a:custGeom>
              <a:avLst/>
              <a:gdLst/>
              <a:ahLst/>
              <a:cxnLst/>
              <a:rect l="l" t="t" r="r" b="b"/>
              <a:pathLst>
                <a:path w="344170" h="365125">
                  <a:moveTo>
                    <a:pt x="286749" y="364799"/>
                  </a:moveTo>
                  <a:lnTo>
                    <a:pt x="57351" y="364799"/>
                  </a:lnTo>
                  <a:lnTo>
                    <a:pt x="35027" y="360293"/>
                  </a:lnTo>
                  <a:lnTo>
                    <a:pt x="16797" y="348002"/>
                  </a:lnTo>
                  <a:lnTo>
                    <a:pt x="4506" y="329772"/>
                  </a:lnTo>
                  <a:lnTo>
                    <a:pt x="0" y="307448"/>
                  </a:lnTo>
                  <a:lnTo>
                    <a:pt x="0" y="57351"/>
                  </a:lnTo>
                  <a:lnTo>
                    <a:pt x="4506" y="35027"/>
                  </a:lnTo>
                  <a:lnTo>
                    <a:pt x="16797" y="16797"/>
                  </a:lnTo>
                  <a:lnTo>
                    <a:pt x="35027" y="4506"/>
                  </a:lnTo>
                  <a:lnTo>
                    <a:pt x="57351" y="0"/>
                  </a:lnTo>
                  <a:lnTo>
                    <a:pt x="286749" y="0"/>
                  </a:lnTo>
                  <a:lnTo>
                    <a:pt x="327302" y="16797"/>
                  </a:lnTo>
                  <a:lnTo>
                    <a:pt x="344099" y="57351"/>
                  </a:lnTo>
                  <a:lnTo>
                    <a:pt x="344099" y="307448"/>
                  </a:lnTo>
                  <a:lnTo>
                    <a:pt x="339592" y="329772"/>
                  </a:lnTo>
                  <a:lnTo>
                    <a:pt x="327302" y="348002"/>
                  </a:lnTo>
                  <a:lnTo>
                    <a:pt x="309072" y="360293"/>
                  </a:lnTo>
                  <a:lnTo>
                    <a:pt x="286749" y="364799"/>
                  </a:lnTo>
                  <a:close/>
                </a:path>
              </a:pathLst>
            </a:custGeom>
            <a:solidFill>
              <a:srgbClr val="E6F4F6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35" name="object 35"/>
            <p:cNvSpPr/>
            <p:nvPr/>
          </p:nvSpPr>
          <p:spPr>
            <a:xfrm>
              <a:off x="6375300" y="2330450"/>
              <a:ext cx="344170" cy="365125"/>
            </a:xfrm>
            <a:custGeom>
              <a:avLst/>
              <a:gdLst/>
              <a:ahLst/>
              <a:cxnLst/>
              <a:rect l="l" t="t" r="r" b="b"/>
              <a:pathLst>
                <a:path w="344170" h="365125">
                  <a:moveTo>
                    <a:pt x="0" y="57351"/>
                  </a:moveTo>
                  <a:lnTo>
                    <a:pt x="4506" y="35027"/>
                  </a:lnTo>
                  <a:lnTo>
                    <a:pt x="16797" y="16797"/>
                  </a:lnTo>
                  <a:lnTo>
                    <a:pt x="35027" y="4506"/>
                  </a:lnTo>
                  <a:lnTo>
                    <a:pt x="57351" y="0"/>
                  </a:lnTo>
                  <a:lnTo>
                    <a:pt x="286749" y="0"/>
                  </a:lnTo>
                  <a:lnTo>
                    <a:pt x="327302" y="16797"/>
                  </a:lnTo>
                  <a:lnTo>
                    <a:pt x="344099" y="57351"/>
                  </a:lnTo>
                  <a:lnTo>
                    <a:pt x="344099" y="307448"/>
                  </a:lnTo>
                  <a:lnTo>
                    <a:pt x="339592" y="329772"/>
                  </a:lnTo>
                  <a:lnTo>
                    <a:pt x="327302" y="348002"/>
                  </a:lnTo>
                  <a:lnTo>
                    <a:pt x="309072" y="360293"/>
                  </a:lnTo>
                  <a:lnTo>
                    <a:pt x="286749" y="364799"/>
                  </a:lnTo>
                  <a:lnTo>
                    <a:pt x="57351" y="364799"/>
                  </a:lnTo>
                  <a:lnTo>
                    <a:pt x="35027" y="360293"/>
                  </a:lnTo>
                  <a:lnTo>
                    <a:pt x="16797" y="348002"/>
                  </a:lnTo>
                  <a:lnTo>
                    <a:pt x="4506" y="329772"/>
                  </a:lnTo>
                  <a:lnTo>
                    <a:pt x="0" y="307448"/>
                  </a:lnTo>
                  <a:lnTo>
                    <a:pt x="0" y="57351"/>
                  </a:lnTo>
                  <a:close/>
                </a:path>
              </a:pathLst>
            </a:custGeom>
            <a:ln w="9524">
              <a:solidFill>
                <a:srgbClr val="64738B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sp>
        <p:nvSpPr>
          <p:cNvPr id="36" name="object 36"/>
          <p:cNvSpPr txBox="1"/>
          <p:nvPr/>
        </p:nvSpPr>
        <p:spPr>
          <a:xfrm>
            <a:off x="8789475" y="4135058"/>
            <a:ext cx="217593" cy="34533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2133" spc="180" dirty="0">
                <a:latin typeface="Lucida Sans Unicode"/>
                <a:cs typeface="Lucida Sans Unicode"/>
              </a:rPr>
              <a:t>a</a:t>
            </a:r>
            <a:endParaRPr sz="2133">
              <a:latin typeface="Lucida Sans Unicode"/>
              <a:cs typeface="Lucida Sans Unicode"/>
            </a:endParaRPr>
          </a:p>
        </p:txBody>
      </p:sp>
      <p:grpSp>
        <p:nvGrpSpPr>
          <p:cNvPr id="37" name="object 37"/>
          <p:cNvGrpSpPr/>
          <p:nvPr/>
        </p:nvGrpSpPr>
        <p:grpSpPr>
          <a:xfrm>
            <a:off x="9746977" y="4068510"/>
            <a:ext cx="2231813" cy="499533"/>
            <a:chOff x="7184112" y="2318287"/>
            <a:chExt cx="1673860" cy="374650"/>
          </a:xfrm>
        </p:grpSpPr>
        <p:sp>
          <p:nvSpPr>
            <p:cNvPr id="38" name="object 38"/>
            <p:cNvSpPr/>
            <p:nvPr/>
          </p:nvSpPr>
          <p:spPr>
            <a:xfrm>
              <a:off x="7188875" y="2323050"/>
              <a:ext cx="1664335" cy="365125"/>
            </a:xfrm>
            <a:custGeom>
              <a:avLst/>
              <a:gdLst/>
              <a:ahLst/>
              <a:cxnLst/>
              <a:rect l="l" t="t" r="r" b="b"/>
              <a:pathLst>
                <a:path w="1664334" h="365125">
                  <a:moveTo>
                    <a:pt x="1602998" y="364799"/>
                  </a:moveTo>
                  <a:lnTo>
                    <a:pt x="60801" y="364799"/>
                  </a:lnTo>
                  <a:lnTo>
                    <a:pt x="37134" y="360021"/>
                  </a:lnTo>
                  <a:lnTo>
                    <a:pt x="17808" y="346991"/>
                  </a:lnTo>
                  <a:lnTo>
                    <a:pt x="4778" y="327665"/>
                  </a:lnTo>
                  <a:lnTo>
                    <a:pt x="0" y="303998"/>
                  </a:lnTo>
                  <a:lnTo>
                    <a:pt x="0" y="60801"/>
                  </a:lnTo>
                  <a:lnTo>
                    <a:pt x="4778" y="37134"/>
                  </a:lnTo>
                  <a:lnTo>
                    <a:pt x="17808" y="17808"/>
                  </a:lnTo>
                  <a:lnTo>
                    <a:pt x="37134" y="4778"/>
                  </a:lnTo>
                  <a:lnTo>
                    <a:pt x="60801" y="0"/>
                  </a:lnTo>
                  <a:lnTo>
                    <a:pt x="1602998" y="0"/>
                  </a:lnTo>
                  <a:lnTo>
                    <a:pt x="1645991" y="17808"/>
                  </a:lnTo>
                  <a:lnTo>
                    <a:pt x="1663799" y="60801"/>
                  </a:lnTo>
                  <a:lnTo>
                    <a:pt x="1663799" y="303998"/>
                  </a:lnTo>
                  <a:lnTo>
                    <a:pt x="1659021" y="327665"/>
                  </a:lnTo>
                  <a:lnTo>
                    <a:pt x="1645991" y="346991"/>
                  </a:lnTo>
                  <a:lnTo>
                    <a:pt x="1626665" y="360021"/>
                  </a:lnTo>
                  <a:lnTo>
                    <a:pt x="1602998" y="364799"/>
                  </a:lnTo>
                  <a:close/>
                </a:path>
              </a:pathLst>
            </a:custGeom>
            <a:solidFill>
              <a:srgbClr val="E6F4F6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39" name="object 39"/>
            <p:cNvSpPr/>
            <p:nvPr/>
          </p:nvSpPr>
          <p:spPr>
            <a:xfrm>
              <a:off x="7188875" y="2323050"/>
              <a:ext cx="1664335" cy="365125"/>
            </a:xfrm>
            <a:custGeom>
              <a:avLst/>
              <a:gdLst/>
              <a:ahLst/>
              <a:cxnLst/>
              <a:rect l="l" t="t" r="r" b="b"/>
              <a:pathLst>
                <a:path w="1664334" h="365125">
                  <a:moveTo>
                    <a:pt x="0" y="60801"/>
                  </a:moveTo>
                  <a:lnTo>
                    <a:pt x="4778" y="37134"/>
                  </a:lnTo>
                  <a:lnTo>
                    <a:pt x="17808" y="17808"/>
                  </a:lnTo>
                  <a:lnTo>
                    <a:pt x="37134" y="4778"/>
                  </a:lnTo>
                  <a:lnTo>
                    <a:pt x="60801" y="0"/>
                  </a:lnTo>
                  <a:lnTo>
                    <a:pt x="1602998" y="0"/>
                  </a:lnTo>
                  <a:lnTo>
                    <a:pt x="1645991" y="17808"/>
                  </a:lnTo>
                  <a:lnTo>
                    <a:pt x="1663799" y="60801"/>
                  </a:lnTo>
                  <a:lnTo>
                    <a:pt x="1663799" y="303998"/>
                  </a:lnTo>
                  <a:lnTo>
                    <a:pt x="1659021" y="327665"/>
                  </a:lnTo>
                  <a:lnTo>
                    <a:pt x="1645991" y="346991"/>
                  </a:lnTo>
                  <a:lnTo>
                    <a:pt x="1626665" y="360021"/>
                  </a:lnTo>
                  <a:lnTo>
                    <a:pt x="1602998" y="364799"/>
                  </a:lnTo>
                  <a:lnTo>
                    <a:pt x="60801" y="364799"/>
                  </a:lnTo>
                  <a:lnTo>
                    <a:pt x="37134" y="360021"/>
                  </a:lnTo>
                  <a:lnTo>
                    <a:pt x="17808" y="346991"/>
                  </a:lnTo>
                  <a:lnTo>
                    <a:pt x="4778" y="327665"/>
                  </a:lnTo>
                  <a:lnTo>
                    <a:pt x="0" y="303998"/>
                  </a:lnTo>
                  <a:lnTo>
                    <a:pt x="0" y="60801"/>
                  </a:lnTo>
                  <a:close/>
                </a:path>
              </a:pathLst>
            </a:custGeom>
            <a:ln w="9524">
              <a:solidFill>
                <a:srgbClr val="64738B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sp>
        <p:nvSpPr>
          <p:cNvPr id="40" name="object 40"/>
          <p:cNvSpPr txBox="1"/>
          <p:nvPr/>
        </p:nvSpPr>
        <p:spPr>
          <a:xfrm>
            <a:off x="10084319" y="4125190"/>
            <a:ext cx="1557020" cy="34533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2133" spc="-60" dirty="0">
                <a:latin typeface="Lucida Sans Unicode"/>
                <a:cs typeface="Lucida Sans Unicode"/>
              </a:rPr>
              <a:t>&lt;|im_end|&gt;</a:t>
            </a:r>
            <a:endParaRPr sz="2133">
              <a:latin typeface="Lucida Sans Unicode"/>
              <a:cs typeface="Lucida Sans Unicode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4982995" y="6208845"/>
            <a:ext cx="2805007" cy="304421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867" spc="-73" dirty="0">
                <a:latin typeface="Lucida Sans Unicode"/>
                <a:cs typeface="Lucida Sans Unicode"/>
              </a:rPr>
              <a:t>Next</a:t>
            </a:r>
            <a:r>
              <a:rPr sz="1867" spc="-53" dirty="0">
                <a:latin typeface="Lucida Sans Unicode"/>
                <a:cs typeface="Lucida Sans Unicode"/>
              </a:rPr>
              <a:t> </a:t>
            </a:r>
            <a:r>
              <a:rPr sz="1867" dirty="0">
                <a:latin typeface="Lucida Sans Unicode"/>
                <a:cs typeface="Lucida Sans Unicode"/>
              </a:rPr>
              <a:t>token</a:t>
            </a:r>
            <a:r>
              <a:rPr sz="1867" spc="-47" dirty="0">
                <a:latin typeface="Lucida Sans Unicode"/>
                <a:cs typeface="Lucida Sans Unicode"/>
              </a:rPr>
              <a:t> </a:t>
            </a:r>
            <a:r>
              <a:rPr sz="1867" spc="-13" dirty="0">
                <a:latin typeface="Lucida Sans Unicode"/>
                <a:cs typeface="Lucida Sans Unicode"/>
              </a:rPr>
              <a:t>probabilities</a:t>
            </a:r>
            <a:endParaRPr sz="1867">
              <a:latin typeface="Lucida Sans Unicode"/>
              <a:cs typeface="Lucida Sans Unicode"/>
            </a:endParaRPr>
          </a:p>
        </p:txBody>
      </p:sp>
      <p:grpSp>
        <p:nvGrpSpPr>
          <p:cNvPr id="42" name="object 42"/>
          <p:cNvGrpSpPr/>
          <p:nvPr/>
        </p:nvGrpSpPr>
        <p:grpSpPr>
          <a:xfrm>
            <a:off x="3368661" y="2928059"/>
            <a:ext cx="5278120" cy="3733800"/>
            <a:chOff x="2400375" y="1462949"/>
            <a:chExt cx="3958590" cy="2800350"/>
          </a:xfrm>
        </p:grpSpPr>
        <p:sp>
          <p:nvSpPr>
            <p:cNvPr id="43" name="object 43"/>
            <p:cNvSpPr/>
            <p:nvPr/>
          </p:nvSpPr>
          <p:spPr>
            <a:xfrm>
              <a:off x="3448088" y="1462950"/>
              <a:ext cx="2496185" cy="2800350"/>
            </a:xfrm>
            <a:custGeom>
              <a:avLst/>
              <a:gdLst/>
              <a:ahLst/>
              <a:cxnLst/>
              <a:rect l="l" t="t" r="r" b="b"/>
              <a:pathLst>
                <a:path w="2496185" h="2800350">
                  <a:moveTo>
                    <a:pt x="286727" y="184886"/>
                  </a:moveTo>
                  <a:lnTo>
                    <a:pt x="5334" y="184886"/>
                  </a:lnTo>
                  <a:lnTo>
                    <a:pt x="5334" y="387985"/>
                  </a:lnTo>
                  <a:lnTo>
                    <a:pt x="286727" y="387985"/>
                  </a:lnTo>
                  <a:lnTo>
                    <a:pt x="286727" y="184886"/>
                  </a:lnTo>
                  <a:close/>
                </a:path>
                <a:path w="2496185" h="2800350">
                  <a:moveTo>
                    <a:pt x="2458059" y="184886"/>
                  </a:moveTo>
                  <a:lnTo>
                    <a:pt x="2378862" y="184886"/>
                  </a:lnTo>
                  <a:lnTo>
                    <a:pt x="2378862" y="387985"/>
                  </a:lnTo>
                  <a:lnTo>
                    <a:pt x="2458059" y="387985"/>
                  </a:lnTo>
                  <a:lnTo>
                    <a:pt x="2458059" y="184886"/>
                  </a:lnTo>
                  <a:close/>
                </a:path>
                <a:path w="2496185" h="2800350">
                  <a:moveTo>
                    <a:pt x="2490609" y="0"/>
                  </a:moveTo>
                  <a:lnTo>
                    <a:pt x="0" y="0"/>
                  </a:lnTo>
                  <a:lnTo>
                    <a:pt x="0" y="184810"/>
                  </a:lnTo>
                  <a:lnTo>
                    <a:pt x="2490609" y="184810"/>
                  </a:lnTo>
                  <a:lnTo>
                    <a:pt x="2490609" y="0"/>
                  </a:lnTo>
                  <a:close/>
                </a:path>
                <a:path w="2496185" h="2800350">
                  <a:moveTo>
                    <a:pt x="2495931" y="388086"/>
                  </a:moveTo>
                  <a:lnTo>
                    <a:pt x="5334" y="388086"/>
                  </a:lnTo>
                  <a:lnTo>
                    <a:pt x="5334" y="2799778"/>
                  </a:lnTo>
                  <a:lnTo>
                    <a:pt x="2495931" y="2799778"/>
                  </a:lnTo>
                  <a:lnTo>
                    <a:pt x="2495931" y="388086"/>
                  </a:lnTo>
                  <a:close/>
                </a:path>
              </a:pathLst>
            </a:custGeom>
            <a:solidFill>
              <a:srgbClr val="FFFFFF">
                <a:alpha val="60128"/>
              </a:srgbClr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44" name="object 44"/>
            <p:cNvSpPr/>
            <p:nvPr/>
          </p:nvSpPr>
          <p:spPr>
            <a:xfrm>
              <a:off x="2409900" y="2519375"/>
              <a:ext cx="3939540" cy="483234"/>
            </a:xfrm>
            <a:custGeom>
              <a:avLst/>
              <a:gdLst/>
              <a:ahLst/>
              <a:cxnLst/>
              <a:rect l="l" t="t" r="r" b="b"/>
              <a:pathLst>
                <a:path w="3939540" h="483235">
                  <a:moveTo>
                    <a:pt x="3938949" y="0"/>
                  </a:moveTo>
                  <a:lnTo>
                    <a:pt x="0" y="482891"/>
                  </a:lnTo>
                </a:path>
              </a:pathLst>
            </a:custGeom>
            <a:ln w="19049">
              <a:solidFill>
                <a:srgbClr val="37879E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pic>
        <p:nvPicPr>
          <p:cNvPr id="45" name="object 45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2917067" y="4866097"/>
            <a:ext cx="315377" cy="359665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34130" y="2950872"/>
            <a:ext cx="4084320" cy="3215640"/>
          </a:xfrm>
          <a:custGeom>
            <a:avLst/>
            <a:gdLst/>
            <a:ahLst/>
            <a:cxnLst/>
            <a:rect l="l" t="t" r="r" b="b"/>
            <a:pathLst>
              <a:path w="3063240" h="2411729">
                <a:moveTo>
                  <a:pt x="0" y="0"/>
                </a:moveTo>
                <a:lnTo>
                  <a:pt x="3062699" y="0"/>
                </a:lnTo>
                <a:lnTo>
                  <a:pt x="3062699" y="2411699"/>
                </a:lnTo>
                <a:lnTo>
                  <a:pt x="0" y="2411699"/>
                </a:lnTo>
                <a:lnTo>
                  <a:pt x="0" y="0"/>
                </a:lnTo>
                <a:close/>
              </a:path>
            </a:pathLst>
          </a:custGeom>
          <a:ln w="9524">
            <a:solidFill>
              <a:srgbClr val="595959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309316" y="670112"/>
            <a:ext cx="14020800" cy="512961"/>
          </a:xfrm>
          <a:prstGeom prst="rect">
            <a:avLst/>
          </a:prstGeom>
        </p:spPr>
        <p:txBody>
          <a:bodyPr vert="horz" wrap="square" lIns="0" tIns="20320" rIns="0" bIns="0" rtlCol="0" anchor="ctr">
            <a:spAutoFit/>
          </a:bodyPr>
          <a:lstStyle/>
          <a:p>
            <a:pPr marL="225208">
              <a:spcBef>
                <a:spcPts val="160"/>
              </a:spcBef>
            </a:pPr>
            <a:r>
              <a:rPr spc="113" dirty="0"/>
              <a:t>Step</a:t>
            </a:r>
            <a:r>
              <a:rPr spc="-152" dirty="0"/>
              <a:t> </a:t>
            </a:r>
            <a:r>
              <a:rPr spc="-180" dirty="0"/>
              <a:t>4:</a:t>
            </a:r>
            <a:r>
              <a:rPr spc="-147" dirty="0"/>
              <a:t> </a:t>
            </a:r>
            <a:r>
              <a:rPr spc="100" dirty="0"/>
              <a:t>Stop</a:t>
            </a:r>
            <a:r>
              <a:rPr spc="-147" dirty="0"/>
              <a:t> </a:t>
            </a:r>
            <a:r>
              <a:rPr dirty="0"/>
              <a:t>or</a:t>
            </a:r>
            <a:r>
              <a:rPr spc="-147" dirty="0"/>
              <a:t> </a:t>
            </a:r>
            <a:r>
              <a:rPr spc="87" dirty="0"/>
              <a:t>Continue?</a:t>
            </a:r>
            <a:endParaRPr/>
          </a:p>
        </p:txBody>
      </p:sp>
      <p:sp>
        <p:nvSpPr>
          <p:cNvPr id="4" name="object 4"/>
          <p:cNvSpPr/>
          <p:nvPr/>
        </p:nvSpPr>
        <p:spPr>
          <a:xfrm>
            <a:off x="1366679" y="1894722"/>
            <a:ext cx="1065107" cy="546945"/>
          </a:xfrm>
          <a:custGeom>
            <a:avLst/>
            <a:gdLst/>
            <a:ahLst/>
            <a:cxnLst/>
            <a:rect l="l" t="t" r="r" b="b"/>
            <a:pathLst>
              <a:path w="798830" h="410209">
                <a:moveTo>
                  <a:pt x="0" y="68351"/>
                </a:moveTo>
                <a:lnTo>
                  <a:pt x="5371" y="41745"/>
                </a:lnTo>
                <a:lnTo>
                  <a:pt x="20019" y="20019"/>
                </a:lnTo>
                <a:lnTo>
                  <a:pt x="41745" y="5371"/>
                </a:lnTo>
                <a:lnTo>
                  <a:pt x="68351" y="0"/>
                </a:lnTo>
                <a:lnTo>
                  <a:pt x="730248" y="0"/>
                </a:lnTo>
                <a:lnTo>
                  <a:pt x="768169" y="11483"/>
                </a:lnTo>
                <a:lnTo>
                  <a:pt x="793397" y="42194"/>
                </a:lnTo>
                <a:lnTo>
                  <a:pt x="798599" y="68351"/>
                </a:lnTo>
                <a:lnTo>
                  <a:pt x="798599" y="341748"/>
                </a:lnTo>
                <a:lnTo>
                  <a:pt x="793228" y="368354"/>
                </a:lnTo>
                <a:lnTo>
                  <a:pt x="778580" y="390080"/>
                </a:lnTo>
                <a:lnTo>
                  <a:pt x="756854" y="404728"/>
                </a:lnTo>
                <a:lnTo>
                  <a:pt x="730248" y="410099"/>
                </a:lnTo>
                <a:lnTo>
                  <a:pt x="68351" y="410099"/>
                </a:lnTo>
                <a:lnTo>
                  <a:pt x="41745" y="404728"/>
                </a:lnTo>
                <a:lnTo>
                  <a:pt x="20019" y="390080"/>
                </a:lnTo>
                <a:lnTo>
                  <a:pt x="5371" y="368354"/>
                </a:lnTo>
                <a:lnTo>
                  <a:pt x="0" y="341748"/>
                </a:lnTo>
                <a:lnTo>
                  <a:pt x="0" y="68351"/>
                </a:lnTo>
                <a:close/>
              </a:path>
            </a:pathLst>
          </a:custGeom>
          <a:ln w="19049">
            <a:solidFill>
              <a:srgbClr val="257693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5" name="object 5"/>
          <p:cNvSpPr txBox="1"/>
          <p:nvPr/>
        </p:nvSpPr>
        <p:spPr>
          <a:xfrm>
            <a:off x="1528782" y="1901760"/>
            <a:ext cx="740833" cy="514457"/>
          </a:xfrm>
          <a:prstGeom prst="rect">
            <a:avLst/>
          </a:prstGeom>
        </p:spPr>
        <p:txBody>
          <a:bodyPr vert="horz" wrap="square" lIns="0" tIns="26247" rIns="0" bIns="0" rtlCol="0">
            <a:spAutoFit/>
          </a:bodyPr>
          <a:lstStyle/>
          <a:p>
            <a:pPr marL="16933" marR="6773" indent="11006">
              <a:lnSpc>
                <a:spcPts val="1907"/>
              </a:lnSpc>
              <a:spcBef>
                <a:spcPts val="207"/>
              </a:spcBef>
            </a:pPr>
            <a:r>
              <a:rPr sz="1600" spc="-339" dirty="0">
                <a:latin typeface="Lucida Sans Unicode"/>
                <a:cs typeface="Lucida Sans Unicode"/>
              </a:rPr>
              <a:t>1:</a:t>
            </a:r>
            <a:r>
              <a:rPr sz="1600" spc="-73" dirty="0">
                <a:latin typeface="Lucida Sans Unicode"/>
                <a:cs typeface="Lucida Sans Unicode"/>
              </a:rPr>
              <a:t> </a:t>
            </a:r>
            <a:r>
              <a:rPr sz="1600" spc="-13" dirty="0">
                <a:latin typeface="Lucida Sans Unicode"/>
                <a:cs typeface="Lucida Sans Unicode"/>
              </a:rPr>
              <a:t>Input </a:t>
            </a:r>
            <a:r>
              <a:rPr sz="1600" spc="-20" dirty="0">
                <a:latin typeface="Lucida Sans Unicode"/>
                <a:cs typeface="Lucida Sans Unicode"/>
              </a:rPr>
              <a:t>Tokens</a:t>
            </a:r>
            <a:endParaRPr sz="1600">
              <a:latin typeface="Lucida Sans Unicode"/>
              <a:cs typeface="Lucida Sans Unicode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4812095" y="1894739"/>
            <a:ext cx="1674707" cy="546945"/>
          </a:xfrm>
          <a:custGeom>
            <a:avLst/>
            <a:gdLst/>
            <a:ahLst/>
            <a:cxnLst/>
            <a:rect l="l" t="t" r="r" b="b"/>
            <a:pathLst>
              <a:path w="1256029" h="410209">
                <a:moveTo>
                  <a:pt x="0" y="68351"/>
                </a:moveTo>
                <a:lnTo>
                  <a:pt x="5371" y="41745"/>
                </a:lnTo>
                <a:lnTo>
                  <a:pt x="20019" y="20019"/>
                </a:lnTo>
                <a:lnTo>
                  <a:pt x="41745" y="5371"/>
                </a:lnTo>
                <a:lnTo>
                  <a:pt x="68351" y="0"/>
                </a:lnTo>
                <a:lnTo>
                  <a:pt x="1187148" y="0"/>
                </a:lnTo>
                <a:lnTo>
                  <a:pt x="1225070" y="11483"/>
                </a:lnTo>
                <a:lnTo>
                  <a:pt x="1250297" y="42194"/>
                </a:lnTo>
                <a:lnTo>
                  <a:pt x="1255499" y="68351"/>
                </a:lnTo>
                <a:lnTo>
                  <a:pt x="1255499" y="341748"/>
                </a:lnTo>
                <a:lnTo>
                  <a:pt x="1250128" y="368354"/>
                </a:lnTo>
                <a:lnTo>
                  <a:pt x="1235480" y="390080"/>
                </a:lnTo>
                <a:lnTo>
                  <a:pt x="1213753" y="404728"/>
                </a:lnTo>
                <a:lnTo>
                  <a:pt x="1187148" y="410099"/>
                </a:lnTo>
                <a:lnTo>
                  <a:pt x="68351" y="410099"/>
                </a:lnTo>
                <a:lnTo>
                  <a:pt x="41745" y="404728"/>
                </a:lnTo>
                <a:lnTo>
                  <a:pt x="20019" y="390080"/>
                </a:lnTo>
                <a:lnTo>
                  <a:pt x="5371" y="368354"/>
                </a:lnTo>
                <a:lnTo>
                  <a:pt x="0" y="341748"/>
                </a:lnTo>
                <a:lnTo>
                  <a:pt x="0" y="68351"/>
                </a:lnTo>
                <a:close/>
              </a:path>
            </a:pathLst>
          </a:custGeom>
          <a:ln w="19049">
            <a:solidFill>
              <a:srgbClr val="257693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7" name="object 7"/>
          <p:cNvSpPr txBox="1"/>
          <p:nvPr/>
        </p:nvSpPr>
        <p:spPr>
          <a:xfrm>
            <a:off x="5011386" y="1901778"/>
            <a:ext cx="1275925" cy="514457"/>
          </a:xfrm>
          <a:prstGeom prst="rect">
            <a:avLst/>
          </a:prstGeom>
        </p:spPr>
        <p:txBody>
          <a:bodyPr vert="horz" wrap="square" lIns="0" tIns="26247" rIns="0" bIns="0" rtlCol="0">
            <a:spAutoFit/>
          </a:bodyPr>
          <a:lstStyle/>
          <a:p>
            <a:pPr marL="16933" marR="6773" indent="31326">
              <a:lnSpc>
                <a:spcPts val="1907"/>
              </a:lnSpc>
              <a:spcBef>
                <a:spcPts val="207"/>
              </a:spcBef>
            </a:pPr>
            <a:r>
              <a:rPr sz="1600" spc="-140" dirty="0">
                <a:latin typeface="Lucida Sans Unicode"/>
                <a:cs typeface="Lucida Sans Unicode"/>
              </a:rPr>
              <a:t>2:</a:t>
            </a:r>
            <a:r>
              <a:rPr sz="1600" spc="-60" dirty="0">
                <a:latin typeface="Lucida Sans Unicode"/>
                <a:cs typeface="Lucida Sans Unicode"/>
              </a:rPr>
              <a:t> </a:t>
            </a:r>
            <a:r>
              <a:rPr sz="1600" spc="53" dirty="0">
                <a:latin typeface="Lucida Sans Unicode"/>
                <a:cs typeface="Lucida Sans Unicode"/>
              </a:rPr>
              <a:t>Compute </a:t>
            </a:r>
            <a:r>
              <a:rPr sz="1600" spc="-13" dirty="0">
                <a:latin typeface="Lucida Sans Unicode"/>
                <a:cs typeface="Lucida Sans Unicode"/>
              </a:rPr>
              <a:t>Probabilities</a:t>
            </a:r>
            <a:endParaRPr sz="1600">
              <a:latin typeface="Lucida Sans Unicode"/>
              <a:cs typeface="Lucida Sans Unicode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2412429" y="1882039"/>
            <a:ext cx="6101080" cy="572345"/>
            <a:chOff x="1785674" y="796675"/>
            <a:chExt cx="4575810" cy="429259"/>
          </a:xfrm>
        </p:grpSpPr>
        <p:sp>
          <p:nvSpPr>
            <p:cNvPr id="9" name="object 9"/>
            <p:cNvSpPr/>
            <p:nvPr/>
          </p:nvSpPr>
          <p:spPr>
            <a:xfrm>
              <a:off x="1799962" y="1011237"/>
              <a:ext cx="1657350" cy="0"/>
            </a:xfrm>
            <a:custGeom>
              <a:avLst/>
              <a:gdLst/>
              <a:ahLst/>
              <a:cxnLst/>
              <a:rect l="l" t="t" r="r" b="b"/>
              <a:pathLst>
                <a:path w="1657350">
                  <a:moveTo>
                    <a:pt x="0" y="0"/>
                  </a:moveTo>
                  <a:lnTo>
                    <a:pt x="1657012" y="0"/>
                  </a:lnTo>
                </a:path>
              </a:pathLst>
            </a:custGeom>
            <a:ln w="28574">
              <a:solidFill>
                <a:srgbClr val="237A94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pic>
          <p:nvPicPr>
            <p:cNvPr id="10" name="object 1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442686" y="965352"/>
              <a:ext cx="115388" cy="91770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5248974" y="806200"/>
              <a:ext cx="1102995" cy="410209"/>
            </a:xfrm>
            <a:custGeom>
              <a:avLst/>
              <a:gdLst/>
              <a:ahLst/>
              <a:cxnLst/>
              <a:rect l="l" t="t" r="r" b="b"/>
              <a:pathLst>
                <a:path w="1102995" h="410209">
                  <a:moveTo>
                    <a:pt x="0" y="68351"/>
                  </a:moveTo>
                  <a:lnTo>
                    <a:pt x="5371" y="41745"/>
                  </a:lnTo>
                  <a:lnTo>
                    <a:pt x="20019" y="20019"/>
                  </a:lnTo>
                  <a:lnTo>
                    <a:pt x="41745" y="5371"/>
                  </a:lnTo>
                  <a:lnTo>
                    <a:pt x="68351" y="0"/>
                  </a:lnTo>
                  <a:lnTo>
                    <a:pt x="1034148" y="0"/>
                  </a:lnTo>
                  <a:lnTo>
                    <a:pt x="1072070" y="11483"/>
                  </a:lnTo>
                  <a:lnTo>
                    <a:pt x="1097297" y="42194"/>
                  </a:lnTo>
                  <a:lnTo>
                    <a:pt x="1102499" y="68351"/>
                  </a:lnTo>
                  <a:lnTo>
                    <a:pt x="1102499" y="341748"/>
                  </a:lnTo>
                  <a:lnTo>
                    <a:pt x="1097128" y="368354"/>
                  </a:lnTo>
                  <a:lnTo>
                    <a:pt x="1082480" y="390080"/>
                  </a:lnTo>
                  <a:lnTo>
                    <a:pt x="1060753" y="404728"/>
                  </a:lnTo>
                  <a:lnTo>
                    <a:pt x="1034148" y="410099"/>
                  </a:lnTo>
                  <a:lnTo>
                    <a:pt x="68351" y="410099"/>
                  </a:lnTo>
                  <a:lnTo>
                    <a:pt x="41745" y="404728"/>
                  </a:lnTo>
                  <a:lnTo>
                    <a:pt x="20019" y="390080"/>
                  </a:lnTo>
                  <a:lnTo>
                    <a:pt x="5371" y="368354"/>
                  </a:lnTo>
                  <a:lnTo>
                    <a:pt x="0" y="341748"/>
                  </a:lnTo>
                  <a:lnTo>
                    <a:pt x="0" y="68351"/>
                  </a:lnTo>
                  <a:close/>
                </a:path>
              </a:pathLst>
            </a:custGeom>
            <a:ln w="19049">
              <a:solidFill>
                <a:srgbClr val="257693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7330349" y="1901778"/>
            <a:ext cx="870373" cy="514457"/>
          </a:xfrm>
          <a:prstGeom prst="rect">
            <a:avLst/>
          </a:prstGeom>
        </p:spPr>
        <p:txBody>
          <a:bodyPr vert="horz" wrap="square" lIns="0" tIns="26247" rIns="0" bIns="0" rtlCol="0">
            <a:spAutoFit/>
          </a:bodyPr>
          <a:lstStyle/>
          <a:p>
            <a:pPr marL="133770" marR="6773" indent="-117684">
              <a:lnSpc>
                <a:spcPts val="1907"/>
              </a:lnSpc>
              <a:spcBef>
                <a:spcPts val="207"/>
              </a:spcBef>
            </a:pPr>
            <a:r>
              <a:rPr sz="1600" spc="-133" dirty="0">
                <a:solidFill>
                  <a:srgbClr val="0A0A0A"/>
                </a:solidFill>
                <a:latin typeface="Lucida Sans Unicode"/>
                <a:cs typeface="Lucida Sans Unicode"/>
              </a:rPr>
              <a:t>3:</a:t>
            </a:r>
            <a:r>
              <a:rPr sz="1600" spc="-60" dirty="0">
                <a:solidFill>
                  <a:srgbClr val="0A0A0A"/>
                </a:solidFill>
                <a:latin typeface="Lucida Sans Unicode"/>
                <a:cs typeface="Lucida Sans Unicode"/>
              </a:rPr>
              <a:t> </a:t>
            </a:r>
            <a:r>
              <a:rPr sz="1600" spc="-13" dirty="0">
                <a:solidFill>
                  <a:srgbClr val="0A0A0A"/>
                </a:solidFill>
                <a:latin typeface="Lucida Sans Unicode"/>
                <a:cs typeface="Lucida Sans Unicode"/>
              </a:rPr>
              <a:t>Select Token</a:t>
            </a:r>
            <a:endParaRPr sz="1600">
              <a:latin typeface="Lucida Sans Unicode"/>
              <a:cs typeface="Lucida Sans Unicode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6467047" y="1556306"/>
            <a:ext cx="4367953" cy="1304713"/>
            <a:chOff x="4826637" y="552375"/>
            <a:chExt cx="3275965" cy="978535"/>
          </a:xfrm>
        </p:grpSpPr>
        <p:sp>
          <p:nvSpPr>
            <p:cNvPr id="14" name="object 14"/>
            <p:cNvSpPr/>
            <p:nvPr/>
          </p:nvSpPr>
          <p:spPr>
            <a:xfrm>
              <a:off x="4840925" y="1011249"/>
              <a:ext cx="280035" cy="0"/>
            </a:xfrm>
            <a:custGeom>
              <a:avLst/>
              <a:gdLst/>
              <a:ahLst/>
              <a:cxnLst/>
              <a:rect l="l" t="t" r="r" b="b"/>
              <a:pathLst>
                <a:path w="280035">
                  <a:moveTo>
                    <a:pt x="0" y="0"/>
                  </a:moveTo>
                  <a:lnTo>
                    <a:pt x="279412" y="0"/>
                  </a:lnTo>
                </a:path>
              </a:pathLst>
            </a:custGeom>
            <a:ln w="28574">
              <a:solidFill>
                <a:srgbClr val="237A94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pic>
          <p:nvPicPr>
            <p:cNvPr id="15" name="object 1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106050" y="965364"/>
              <a:ext cx="115388" cy="91770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6899125" y="561900"/>
              <a:ext cx="1193800" cy="959485"/>
            </a:xfrm>
            <a:custGeom>
              <a:avLst/>
              <a:gdLst/>
              <a:ahLst/>
              <a:cxnLst/>
              <a:rect l="l" t="t" r="r" b="b"/>
              <a:pathLst>
                <a:path w="1193800" h="959485">
                  <a:moveTo>
                    <a:pt x="0" y="479549"/>
                  </a:moveTo>
                  <a:lnTo>
                    <a:pt x="596849" y="0"/>
                  </a:lnTo>
                  <a:lnTo>
                    <a:pt x="1193699" y="479549"/>
                  </a:lnTo>
                  <a:lnTo>
                    <a:pt x="596849" y="959099"/>
                  </a:lnTo>
                  <a:lnTo>
                    <a:pt x="0" y="479549"/>
                  </a:lnTo>
                  <a:close/>
                </a:path>
              </a:pathLst>
            </a:custGeom>
            <a:ln w="19049">
              <a:solidFill>
                <a:srgbClr val="257693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141188" y="2679411"/>
            <a:ext cx="1761913" cy="26332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600" spc="-67" dirty="0">
                <a:solidFill>
                  <a:srgbClr val="237A94"/>
                </a:solidFill>
                <a:latin typeface="Arial Black"/>
                <a:cs typeface="Arial Black"/>
              </a:rPr>
              <a:t>Context</a:t>
            </a:r>
            <a:r>
              <a:rPr sz="1600" spc="-152" dirty="0">
                <a:solidFill>
                  <a:srgbClr val="237A94"/>
                </a:solidFill>
                <a:latin typeface="Arial Black"/>
                <a:cs typeface="Arial Black"/>
              </a:rPr>
              <a:t> </a:t>
            </a:r>
            <a:r>
              <a:rPr sz="1600" spc="-13" dirty="0">
                <a:solidFill>
                  <a:srgbClr val="237A94"/>
                </a:solidFill>
                <a:latin typeface="Arial Black"/>
                <a:cs typeface="Arial Black"/>
              </a:rPr>
              <a:t>Window</a:t>
            </a:r>
            <a:endParaRPr sz="1600">
              <a:latin typeface="Arial Black"/>
              <a:cs typeface="Arial Black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9509243" y="1928227"/>
            <a:ext cx="1034627" cy="509541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 marR="6773" indent="27093">
              <a:spcBef>
                <a:spcPts val="133"/>
              </a:spcBef>
            </a:pPr>
            <a:r>
              <a:rPr sz="1600" spc="-100" dirty="0">
                <a:latin typeface="Lucida Sans Unicode"/>
                <a:cs typeface="Lucida Sans Unicode"/>
              </a:rPr>
              <a:t>4.</a:t>
            </a:r>
            <a:r>
              <a:rPr sz="1600" spc="13" dirty="0">
                <a:latin typeface="Lucida Sans Unicode"/>
                <a:cs typeface="Lucida Sans Unicode"/>
              </a:rPr>
              <a:t> </a:t>
            </a:r>
            <a:r>
              <a:rPr sz="1600" dirty="0">
                <a:latin typeface="Lucida Sans Unicode"/>
                <a:cs typeface="Lucida Sans Unicode"/>
              </a:rPr>
              <a:t>Stop</a:t>
            </a:r>
            <a:r>
              <a:rPr sz="1600" spc="13" dirty="0">
                <a:latin typeface="Lucida Sans Unicode"/>
                <a:cs typeface="Lucida Sans Unicode"/>
              </a:rPr>
              <a:t> </a:t>
            </a:r>
            <a:r>
              <a:rPr sz="1600" spc="-33" dirty="0">
                <a:latin typeface="Lucida Sans Unicode"/>
                <a:cs typeface="Lucida Sans Unicode"/>
              </a:rPr>
              <a:t>or </a:t>
            </a:r>
            <a:r>
              <a:rPr sz="1600" spc="-13" dirty="0">
                <a:latin typeface="Lucida Sans Unicode"/>
                <a:cs typeface="Lucida Sans Unicode"/>
              </a:rPr>
              <a:t>continue?</a:t>
            </a:r>
            <a:endParaRPr sz="1600">
              <a:latin typeface="Lucida Sans Unicode"/>
              <a:cs typeface="Lucida Sans Unicode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8499963" y="2147224"/>
            <a:ext cx="694267" cy="122767"/>
            <a:chOff x="6351325" y="995564"/>
            <a:chExt cx="520700" cy="92075"/>
          </a:xfrm>
        </p:grpSpPr>
        <p:sp>
          <p:nvSpPr>
            <p:cNvPr id="20" name="object 20"/>
            <p:cNvSpPr/>
            <p:nvPr/>
          </p:nvSpPr>
          <p:spPr>
            <a:xfrm>
              <a:off x="6351325" y="1041449"/>
              <a:ext cx="419734" cy="0"/>
            </a:xfrm>
            <a:custGeom>
              <a:avLst/>
              <a:gdLst/>
              <a:ahLst/>
              <a:cxnLst/>
              <a:rect l="l" t="t" r="r" b="b"/>
              <a:pathLst>
                <a:path w="419734">
                  <a:moveTo>
                    <a:pt x="0" y="0"/>
                  </a:moveTo>
                  <a:lnTo>
                    <a:pt x="419212" y="0"/>
                  </a:lnTo>
                </a:path>
              </a:pathLst>
            </a:custGeom>
            <a:ln w="28574">
              <a:solidFill>
                <a:srgbClr val="237A94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pic>
          <p:nvPicPr>
            <p:cNvPr id="21" name="object 2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756250" y="995564"/>
              <a:ext cx="115388" cy="91770"/>
            </a:xfrm>
            <a:prstGeom prst="rect">
              <a:avLst/>
            </a:prstGeom>
          </p:spPr>
        </p:pic>
      </p:grpSp>
      <p:grpSp>
        <p:nvGrpSpPr>
          <p:cNvPr id="22" name="object 22"/>
          <p:cNvGrpSpPr/>
          <p:nvPr/>
        </p:nvGrpSpPr>
        <p:grpSpPr>
          <a:xfrm>
            <a:off x="437731" y="3016905"/>
            <a:ext cx="3954780" cy="3009053"/>
            <a:chOff x="304650" y="1647825"/>
            <a:chExt cx="2966085" cy="2256790"/>
          </a:xfrm>
        </p:grpSpPr>
        <p:pic>
          <p:nvPicPr>
            <p:cNvPr id="23" name="object 2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13967" y="1732334"/>
              <a:ext cx="2956500" cy="2124499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304650" y="1647825"/>
              <a:ext cx="2827655" cy="1266825"/>
            </a:xfrm>
            <a:custGeom>
              <a:avLst/>
              <a:gdLst/>
              <a:ahLst/>
              <a:cxnLst/>
              <a:rect l="l" t="t" r="r" b="b"/>
              <a:pathLst>
                <a:path w="2827655" h="1266825">
                  <a:moveTo>
                    <a:pt x="2827499" y="1266599"/>
                  </a:moveTo>
                  <a:lnTo>
                    <a:pt x="0" y="1266599"/>
                  </a:lnTo>
                  <a:lnTo>
                    <a:pt x="0" y="0"/>
                  </a:lnTo>
                  <a:lnTo>
                    <a:pt x="2827499" y="0"/>
                  </a:lnTo>
                  <a:lnTo>
                    <a:pt x="2827499" y="1266599"/>
                  </a:lnTo>
                  <a:close/>
                </a:path>
              </a:pathLst>
            </a:custGeom>
            <a:solidFill>
              <a:srgbClr val="FFFFFF">
                <a:alpha val="60128"/>
              </a:srgbClr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25" name="object 25"/>
            <p:cNvSpPr/>
            <p:nvPr/>
          </p:nvSpPr>
          <p:spPr>
            <a:xfrm>
              <a:off x="2172731" y="3638025"/>
              <a:ext cx="1051560" cy="266700"/>
            </a:xfrm>
            <a:custGeom>
              <a:avLst/>
              <a:gdLst/>
              <a:ahLst/>
              <a:cxnLst/>
              <a:rect l="l" t="t" r="r" b="b"/>
              <a:pathLst>
                <a:path w="1051560" h="266700">
                  <a:moveTo>
                    <a:pt x="1051499" y="266099"/>
                  </a:moveTo>
                  <a:lnTo>
                    <a:pt x="0" y="266099"/>
                  </a:lnTo>
                  <a:lnTo>
                    <a:pt x="0" y="0"/>
                  </a:lnTo>
                  <a:lnTo>
                    <a:pt x="1051499" y="0"/>
                  </a:lnTo>
                  <a:lnTo>
                    <a:pt x="1051499" y="2660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86378" y="2877300"/>
            <a:ext cx="4084320" cy="3215640"/>
          </a:xfrm>
          <a:custGeom>
            <a:avLst/>
            <a:gdLst/>
            <a:ahLst/>
            <a:cxnLst/>
            <a:rect l="l" t="t" r="r" b="b"/>
            <a:pathLst>
              <a:path w="3063240" h="2411729">
                <a:moveTo>
                  <a:pt x="0" y="0"/>
                </a:moveTo>
                <a:lnTo>
                  <a:pt x="3062699" y="0"/>
                </a:lnTo>
                <a:lnTo>
                  <a:pt x="3062699" y="2411699"/>
                </a:lnTo>
                <a:lnTo>
                  <a:pt x="0" y="2411699"/>
                </a:lnTo>
                <a:lnTo>
                  <a:pt x="0" y="0"/>
                </a:lnTo>
                <a:close/>
              </a:path>
            </a:pathLst>
          </a:custGeom>
          <a:ln w="9524">
            <a:solidFill>
              <a:srgbClr val="595959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309316" y="670112"/>
            <a:ext cx="14020800" cy="512961"/>
          </a:xfrm>
          <a:prstGeom prst="rect">
            <a:avLst/>
          </a:prstGeom>
        </p:spPr>
        <p:txBody>
          <a:bodyPr vert="horz" wrap="square" lIns="0" tIns="20320" rIns="0" bIns="0" rtlCol="0" anchor="ctr">
            <a:spAutoFit/>
          </a:bodyPr>
          <a:lstStyle/>
          <a:p>
            <a:pPr marL="225208">
              <a:spcBef>
                <a:spcPts val="160"/>
              </a:spcBef>
            </a:pPr>
            <a:r>
              <a:rPr spc="113" dirty="0"/>
              <a:t>Step</a:t>
            </a:r>
            <a:r>
              <a:rPr spc="-152" dirty="0"/>
              <a:t> </a:t>
            </a:r>
            <a:r>
              <a:rPr spc="-180" dirty="0"/>
              <a:t>4:</a:t>
            </a:r>
            <a:r>
              <a:rPr spc="-147" dirty="0"/>
              <a:t> </a:t>
            </a:r>
            <a:r>
              <a:rPr spc="100" dirty="0"/>
              <a:t>Stop</a:t>
            </a:r>
            <a:r>
              <a:rPr spc="-147" dirty="0"/>
              <a:t> </a:t>
            </a:r>
            <a:r>
              <a:rPr dirty="0"/>
              <a:t>or</a:t>
            </a:r>
            <a:r>
              <a:rPr spc="-147" dirty="0"/>
              <a:t> </a:t>
            </a:r>
            <a:r>
              <a:rPr spc="87" dirty="0"/>
              <a:t>Continue?</a:t>
            </a:r>
            <a:endParaRPr/>
          </a:p>
        </p:txBody>
      </p:sp>
      <p:sp>
        <p:nvSpPr>
          <p:cNvPr id="4" name="object 4"/>
          <p:cNvSpPr/>
          <p:nvPr/>
        </p:nvSpPr>
        <p:spPr>
          <a:xfrm>
            <a:off x="1618927" y="1821150"/>
            <a:ext cx="1065107" cy="546945"/>
          </a:xfrm>
          <a:custGeom>
            <a:avLst/>
            <a:gdLst/>
            <a:ahLst/>
            <a:cxnLst/>
            <a:rect l="l" t="t" r="r" b="b"/>
            <a:pathLst>
              <a:path w="798830" h="410209">
                <a:moveTo>
                  <a:pt x="0" y="68351"/>
                </a:moveTo>
                <a:lnTo>
                  <a:pt x="5371" y="41745"/>
                </a:lnTo>
                <a:lnTo>
                  <a:pt x="20019" y="20019"/>
                </a:lnTo>
                <a:lnTo>
                  <a:pt x="41745" y="5371"/>
                </a:lnTo>
                <a:lnTo>
                  <a:pt x="68351" y="0"/>
                </a:lnTo>
                <a:lnTo>
                  <a:pt x="730248" y="0"/>
                </a:lnTo>
                <a:lnTo>
                  <a:pt x="768169" y="11483"/>
                </a:lnTo>
                <a:lnTo>
                  <a:pt x="793397" y="42194"/>
                </a:lnTo>
                <a:lnTo>
                  <a:pt x="798599" y="68351"/>
                </a:lnTo>
                <a:lnTo>
                  <a:pt x="798599" y="341748"/>
                </a:lnTo>
                <a:lnTo>
                  <a:pt x="793228" y="368354"/>
                </a:lnTo>
                <a:lnTo>
                  <a:pt x="778580" y="390080"/>
                </a:lnTo>
                <a:lnTo>
                  <a:pt x="756854" y="404728"/>
                </a:lnTo>
                <a:lnTo>
                  <a:pt x="730248" y="410099"/>
                </a:lnTo>
                <a:lnTo>
                  <a:pt x="68351" y="410099"/>
                </a:lnTo>
                <a:lnTo>
                  <a:pt x="41745" y="404728"/>
                </a:lnTo>
                <a:lnTo>
                  <a:pt x="20019" y="390080"/>
                </a:lnTo>
                <a:lnTo>
                  <a:pt x="5371" y="368354"/>
                </a:lnTo>
                <a:lnTo>
                  <a:pt x="0" y="341748"/>
                </a:lnTo>
                <a:lnTo>
                  <a:pt x="0" y="68351"/>
                </a:lnTo>
                <a:close/>
              </a:path>
            </a:pathLst>
          </a:custGeom>
          <a:ln w="19049">
            <a:solidFill>
              <a:srgbClr val="257693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5" name="object 5"/>
          <p:cNvSpPr txBox="1"/>
          <p:nvPr/>
        </p:nvSpPr>
        <p:spPr>
          <a:xfrm>
            <a:off x="1781030" y="1828188"/>
            <a:ext cx="740833" cy="514457"/>
          </a:xfrm>
          <a:prstGeom prst="rect">
            <a:avLst/>
          </a:prstGeom>
        </p:spPr>
        <p:txBody>
          <a:bodyPr vert="horz" wrap="square" lIns="0" tIns="26247" rIns="0" bIns="0" rtlCol="0">
            <a:spAutoFit/>
          </a:bodyPr>
          <a:lstStyle/>
          <a:p>
            <a:pPr marL="16933" marR="6773" indent="11006">
              <a:lnSpc>
                <a:spcPts val="1907"/>
              </a:lnSpc>
              <a:spcBef>
                <a:spcPts val="207"/>
              </a:spcBef>
            </a:pPr>
            <a:r>
              <a:rPr sz="1600" spc="-339" dirty="0">
                <a:latin typeface="Lucida Sans Unicode"/>
                <a:cs typeface="Lucida Sans Unicode"/>
              </a:rPr>
              <a:t>1:</a:t>
            </a:r>
            <a:r>
              <a:rPr sz="1600" spc="-73" dirty="0">
                <a:latin typeface="Lucida Sans Unicode"/>
                <a:cs typeface="Lucida Sans Unicode"/>
              </a:rPr>
              <a:t> </a:t>
            </a:r>
            <a:r>
              <a:rPr sz="1600" spc="-13" dirty="0">
                <a:latin typeface="Lucida Sans Unicode"/>
                <a:cs typeface="Lucida Sans Unicode"/>
              </a:rPr>
              <a:t>Input </a:t>
            </a:r>
            <a:r>
              <a:rPr sz="1600" spc="-20" dirty="0">
                <a:latin typeface="Lucida Sans Unicode"/>
                <a:cs typeface="Lucida Sans Unicode"/>
              </a:rPr>
              <a:t>Tokens</a:t>
            </a:r>
            <a:endParaRPr sz="1600">
              <a:latin typeface="Lucida Sans Unicode"/>
              <a:cs typeface="Lucida Sans Unicode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5064343" y="1821167"/>
            <a:ext cx="1674707" cy="546945"/>
          </a:xfrm>
          <a:custGeom>
            <a:avLst/>
            <a:gdLst/>
            <a:ahLst/>
            <a:cxnLst/>
            <a:rect l="l" t="t" r="r" b="b"/>
            <a:pathLst>
              <a:path w="1256029" h="410209">
                <a:moveTo>
                  <a:pt x="0" y="68351"/>
                </a:moveTo>
                <a:lnTo>
                  <a:pt x="5371" y="41745"/>
                </a:lnTo>
                <a:lnTo>
                  <a:pt x="20019" y="20019"/>
                </a:lnTo>
                <a:lnTo>
                  <a:pt x="41745" y="5371"/>
                </a:lnTo>
                <a:lnTo>
                  <a:pt x="68351" y="0"/>
                </a:lnTo>
                <a:lnTo>
                  <a:pt x="1187148" y="0"/>
                </a:lnTo>
                <a:lnTo>
                  <a:pt x="1225070" y="11483"/>
                </a:lnTo>
                <a:lnTo>
                  <a:pt x="1250297" y="42194"/>
                </a:lnTo>
                <a:lnTo>
                  <a:pt x="1255499" y="68351"/>
                </a:lnTo>
                <a:lnTo>
                  <a:pt x="1255499" y="341748"/>
                </a:lnTo>
                <a:lnTo>
                  <a:pt x="1250128" y="368354"/>
                </a:lnTo>
                <a:lnTo>
                  <a:pt x="1235480" y="390080"/>
                </a:lnTo>
                <a:lnTo>
                  <a:pt x="1213753" y="404728"/>
                </a:lnTo>
                <a:lnTo>
                  <a:pt x="1187148" y="410099"/>
                </a:lnTo>
                <a:lnTo>
                  <a:pt x="68351" y="410099"/>
                </a:lnTo>
                <a:lnTo>
                  <a:pt x="41745" y="404728"/>
                </a:lnTo>
                <a:lnTo>
                  <a:pt x="20019" y="390080"/>
                </a:lnTo>
                <a:lnTo>
                  <a:pt x="5371" y="368354"/>
                </a:lnTo>
                <a:lnTo>
                  <a:pt x="0" y="341748"/>
                </a:lnTo>
                <a:lnTo>
                  <a:pt x="0" y="68351"/>
                </a:lnTo>
                <a:close/>
              </a:path>
            </a:pathLst>
          </a:custGeom>
          <a:ln w="19049">
            <a:solidFill>
              <a:srgbClr val="257693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7" name="object 7"/>
          <p:cNvSpPr txBox="1"/>
          <p:nvPr/>
        </p:nvSpPr>
        <p:spPr>
          <a:xfrm>
            <a:off x="5263634" y="1828206"/>
            <a:ext cx="1275925" cy="514457"/>
          </a:xfrm>
          <a:prstGeom prst="rect">
            <a:avLst/>
          </a:prstGeom>
        </p:spPr>
        <p:txBody>
          <a:bodyPr vert="horz" wrap="square" lIns="0" tIns="26247" rIns="0" bIns="0" rtlCol="0">
            <a:spAutoFit/>
          </a:bodyPr>
          <a:lstStyle/>
          <a:p>
            <a:pPr marL="16933" marR="6773" indent="31326">
              <a:lnSpc>
                <a:spcPts val="1907"/>
              </a:lnSpc>
              <a:spcBef>
                <a:spcPts val="207"/>
              </a:spcBef>
            </a:pPr>
            <a:r>
              <a:rPr sz="1600" spc="-140" dirty="0">
                <a:latin typeface="Lucida Sans Unicode"/>
                <a:cs typeface="Lucida Sans Unicode"/>
              </a:rPr>
              <a:t>2:</a:t>
            </a:r>
            <a:r>
              <a:rPr sz="1600" spc="-60" dirty="0">
                <a:latin typeface="Lucida Sans Unicode"/>
                <a:cs typeface="Lucida Sans Unicode"/>
              </a:rPr>
              <a:t> </a:t>
            </a:r>
            <a:r>
              <a:rPr sz="1600" spc="53" dirty="0">
                <a:latin typeface="Lucida Sans Unicode"/>
                <a:cs typeface="Lucida Sans Unicode"/>
              </a:rPr>
              <a:t>Compute </a:t>
            </a:r>
            <a:r>
              <a:rPr sz="1600" spc="-13" dirty="0">
                <a:latin typeface="Lucida Sans Unicode"/>
                <a:cs typeface="Lucida Sans Unicode"/>
              </a:rPr>
              <a:t>Probabilities</a:t>
            </a:r>
            <a:endParaRPr sz="1600">
              <a:latin typeface="Lucida Sans Unicode"/>
              <a:cs typeface="Lucida Sans Unicode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2664677" y="1802116"/>
            <a:ext cx="6107007" cy="585045"/>
            <a:chOff x="1785674" y="791912"/>
            <a:chExt cx="4580255" cy="438784"/>
          </a:xfrm>
        </p:grpSpPr>
        <p:sp>
          <p:nvSpPr>
            <p:cNvPr id="9" name="object 9"/>
            <p:cNvSpPr/>
            <p:nvPr/>
          </p:nvSpPr>
          <p:spPr>
            <a:xfrm>
              <a:off x="1799962" y="1011237"/>
              <a:ext cx="1657350" cy="0"/>
            </a:xfrm>
            <a:custGeom>
              <a:avLst/>
              <a:gdLst/>
              <a:ahLst/>
              <a:cxnLst/>
              <a:rect l="l" t="t" r="r" b="b"/>
              <a:pathLst>
                <a:path w="1657350">
                  <a:moveTo>
                    <a:pt x="0" y="0"/>
                  </a:moveTo>
                  <a:lnTo>
                    <a:pt x="1657012" y="0"/>
                  </a:lnTo>
                </a:path>
              </a:pathLst>
            </a:custGeom>
            <a:ln w="28574">
              <a:solidFill>
                <a:srgbClr val="237A94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pic>
          <p:nvPicPr>
            <p:cNvPr id="10" name="object 1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442686" y="965352"/>
              <a:ext cx="115388" cy="91770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5248974" y="806200"/>
              <a:ext cx="1102995" cy="410209"/>
            </a:xfrm>
            <a:custGeom>
              <a:avLst/>
              <a:gdLst/>
              <a:ahLst/>
              <a:cxnLst/>
              <a:rect l="l" t="t" r="r" b="b"/>
              <a:pathLst>
                <a:path w="1102995" h="410209">
                  <a:moveTo>
                    <a:pt x="0" y="68351"/>
                  </a:moveTo>
                  <a:lnTo>
                    <a:pt x="5371" y="41745"/>
                  </a:lnTo>
                  <a:lnTo>
                    <a:pt x="20019" y="20019"/>
                  </a:lnTo>
                  <a:lnTo>
                    <a:pt x="41745" y="5371"/>
                  </a:lnTo>
                  <a:lnTo>
                    <a:pt x="68351" y="0"/>
                  </a:lnTo>
                  <a:lnTo>
                    <a:pt x="1034148" y="0"/>
                  </a:lnTo>
                  <a:lnTo>
                    <a:pt x="1072070" y="11483"/>
                  </a:lnTo>
                  <a:lnTo>
                    <a:pt x="1097297" y="42194"/>
                  </a:lnTo>
                  <a:lnTo>
                    <a:pt x="1102499" y="68351"/>
                  </a:lnTo>
                  <a:lnTo>
                    <a:pt x="1102499" y="341748"/>
                  </a:lnTo>
                  <a:lnTo>
                    <a:pt x="1097128" y="368354"/>
                  </a:lnTo>
                  <a:lnTo>
                    <a:pt x="1082480" y="390080"/>
                  </a:lnTo>
                  <a:lnTo>
                    <a:pt x="1060753" y="404728"/>
                  </a:lnTo>
                  <a:lnTo>
                    <a:pt x="1034148" y="410099"/>
                  </a:lnTo>
                  <a:lnTo>
                    <a:pt x="68351" y="410099"/>
                  </a:lnTo>
                  <a:lnTo>
                    <a:pt x="41745" y="404728"/>
                  </a:lnTo>
                  <a:lnTo>
                    <a:pt x="20019" y="390080"/>
                  </a:lnTo>
                  <a:lnTo>
                    <a:pt x="5371" y="368354"/>
                  </a:lnTo>
                  <a:lnTo>
                    <a:pt x="0" y="341748"/>
                  </a:lnTo>
                  <a:lnTo>
                    <a:pt x="0" y="68351"/>
                  </a:lnTo>
                  <a:close/>
                </a:path>
              </a:pathLst>
            </a:custGeom>
            <a:ln w="28574">
              <a:solidFill>
                <a:srgbClr val="F65B66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7568272" y="1828206"/>
            <a:ext cx="898313" cy="513816"/>
          </a:xfrm>
          <a:prstGeom prst="rect">
            <a:avLst/>
          </a:prstGeom>
        </p:spPr>
        <p:txBody>
          <a:bodyPr vert="horz" wrap="square" lIns="0" tIns="26247" rIns="0" bIns="0" rtlCol="0">
            <a:spAutoFit/>
          </a:bodyPr>
          <a:lstStyle/>
          <a:p>
            <a:pPr marL="130383" marR="6773" indent="-114297">
              <a:lnSpc>
                <a:spcPts val="1907"/>
              </a:lnSpc>
              <a:spcBef>
                <a:spcPts val="207"/>
              </a:spcBef>
            </a:pPr>
            <a:r>
              <a:rPr sz="1600" spc="-107" dirty="0">
                <a:solidFill>
                  <a:srgbClr val="257693"/>
                </a:solidFill>
                <a:latin typeface="Arial Black"/>
                <a:cs typeface="Arial Black"/>
              </a:rPr>
              <a:t>3:</a:t>
            </a:r>
            <a:r>
              <a:rPr sz="1600" spc="-180" dirty="0">
                <a:solidFill>
                  <a:srgbClr val="257693"/>
                </a:solidFill>
                <a:latin typeface="Arial Black"/>
                <a:cs typeface="Arial Black"/>
              </a:rPr>
              <a:t> </a:t>
            </a:r>
            <a:r>
              <a:rPr sz="1600" spc="-107" dirty="0">
                <a:solidFill>
                  <a:srgbClr val="257693"/>
                </a:solidFill>
                <a:latin typeface="Arial Black"/>
                <a:cs typeface="Arial Black"/>
              </a:rPr>
              <a:t>Select </a:t>
            </a:r>
            <a:r>
              <a:rPr sz="1600" spc="-13" dirty="0">
                <a:solidFill>
                  <a:srgbClr val="257693"/>
                </a:solidFill>
                <a:latin typeface="Arial Black"/>
                <a:cs typeface="Arial Black"/>
              </a:rPr>
              <a:t>Token</a:t>
            </a:r>
            <a:endParaRPr sz="1600">
              <a:latin typeface="Arial Black"/>
              <a:cs typeface="Arial Black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6719295" y="1482734"/>
            <a:ext cx="4367953" cy="1304713"/>
            <a:chOff x="4826637" y="552375"/>
            <a:chExt cx="3275965" cy="978535"/>
          </a:xfrm>
        </p:grpSpPr>
        <p:sp>
          <p:nvSpPr>
            <p:cNvPr id="14" name="object 14"/>
            <p:cNvSpPr/>
            <p:nvPr/>
          </p:nvSpPr>
          <p:spPr>
            <a:xfrm>
              <a:off x="4840925" y="1011249"/>
              <a:ext cx="280035" cy="0"/>
            </a:xfrm>
            <a:custGeom>
              <a:avLst/>
              <a:gdLst/>
              <a:ahLst/>
              <a:cxnLst/>
              <a:rect l="l" t="t" r="r" b="b"/>
              <a:pathLst>
                <a:path w="280035">
                  <a:moveTo>
                    <a:pt x="0" y="0"/>
                  </a:moveTo>
                  <a:lnTo>
                    <a:pt x="279412" y="0"/>
                  </a:lnTo>
                </a:path>
              </a:pathLst>
            </a:custGeom>
            <a:ln w="28574">
              <a:solidFill>
                <a:srgbClr val="237A94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pic>
          <p:nvPicPr>
            <p:cNvPr id="15" name="object 1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106050" y="965364"/>
              <a:ext cx="115388" cy="91770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6899125" y="561900"/>
              <a:ext cx="1193800" cy="959485"/>
            </a:xfrm>
            <a:custGeom>
              <a:avLst/>
              <a:gdLst/>
              <a:ahLst/>
              <a:cxnLst/>
              <a:rect l="l" t="t" r="r" b="b"/>
              <a:pathLst>
                <a:path w="1193800" h="959485">
                  <a:moveTo>
                    <a:pt x="0" y="479549"/>
                  </a:moveTo>
                  <a:lnTo>
                    <a:pt x="596849" y="0"/>
                  </a:lnTo>
                  <a:lnTo>
                    <a:pt x="1193699" y="479549"/>
                  </a:lnTo>
                  <a:lnTo>
                    <a:pt x="596849" y="959099"/>
                  </a:lnTo>
                  <a:lnTo>
                    <a:pt x="0" y="479549"/>
                  </a:lnTo>
                  <a:close/>
                </a:path>
              </a:pathLst>
            </a:custGeom>
            <a:ln w="19049">
              <a:solidFill>
                <a:srgbClr val="257693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393436" y="2605839"/>
            <a:ext cx="1761913" cy="26332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600" spc="-67" dirty="0">
                <a:solidFill>
                  <a:srgbClr val="237A94"/>
                </a:solidFill>
                <a:latin typeface="Arial Black"/>
                <a:cs typeface="Arial Black"/>
              </a:rPr>
              <a:t>Context</a:t>
            </a:r>
            <a:r>
              <a:rPr sz="1600" spc="-152" dirty="0">
                <a:solidFill>
                  <a:srgbClr val="237A94"/>
                </a:solidFill>
                <a:latin typeface="Arial Black"/>
                <a:cs typeface="Arial Black"/>
              </a:rPr>
              <a:t> </a:t>
            </a:r>
            <a:r>
              <a:rPr sz="1600" spc="-13" dirty="0">
                <a:solidFill>
                  <a:srgbClr val="237A94"/>
                </a:solidFill>
                <a:latin typeface="Arial Black"/>
                <a:cs typeface="Arial Black"/>
              </a:rPr>
              <a:t>Window</a:t>
            </a:r>
            <a:endParaRPr sz="1600">
              <a:latin typeface="Arial Black"/>
              <a:cs typeface="Arial Black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9761491" y="1854655"/>
            <a:ext cx="1034627" cy="509541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 marR="6773" indent="27093">
              <a:spcBef>
                <a:spcPts val="133"/>
              </a:spcBef>
            </a:pPr>
            <a:r>
              <a:rPr sz="1600" spc="-100" dirty="0">
                <a:latin typeface="Lucida Sans Unicode"/>
                <a:cs typeface="Lucida Sans Unicode"/>
              </a:rPr>
              <a:t>4.</a:t>
            </a:r>
            <a:r>
              <a:rPr sz="1600" spc="13" dirty="0">
                <a:latin typeface="Lucida Sans Unicode"/>
                <a:cs typeface="Lucida Sans Unicode"/>
              </a:rPr>
              <a:t> </a:t>
            </a:r>
            <a:r>
              <a:rPr sz="1600" dirty="0">
                <a:latin typeface="Lucida Sans Unicode"/>
                <a:cs typeface="Lucida Sans Unicode"/>
              </a:rPr>
              <a:t>Stop</a:t>
            </a:r>
            <a:r>
              <a:rPr sz="1600" spc="13" dirty="0">
                <a:latin typeface="Lucida Sans Unicode"/>
                <a:cs typeface="Lucida Sans Unicode"/>
              </a:rPr>
              <a:t> </a:t>
            </a:r>
            <a:r>
              <a:rPr sz="1600" spc="-33" dirty="0">
                <a:latin typeface="Lucida Sans Unicode"/>
                <a:cs typeface="Lucida Sans Unicode"/>
              </a:rPr>
              <a:t>or </a:t>
            </a:r>
            <a:r>
              <a:rPr sz="1600" spc="-13" dirty="0">
                <a:latin typeface="Lucida Sans Unicode"/>
                <a:cs typeface="Lucida Sans Unicode"/>
              </a:rPr>
              <a:t>continue?</a:t>
            </a:r>
            <a:endParaRPr sz="1600">
              <a:latin typeface="Lucida Sans Unicode"/>
              <a:cs typeface="Lucida Sans Unicode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689979" y="2943333"/>
            <a:ext cx="3954780" cy="3009053"/>
            <a:chOff x="304650" y="1647825"/>
            <a:chExt cx="2966085" cy="2256790"/>
          </a:xfrm>
        </p:grpSpPr>
        <p:pic>
          <p:nvPicPr>
            <p:cNvPr id="20" name="object 2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13967" y="1732334"/>
              <a:ext cx="2956500" cy="2124499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304650" y="1647825"/>
              <a:ext cx="2827655" cy="1266825"/>
            </a:xfrm>
            <a:custGeom>
              <a:avLst/>
              <a:gdLst/>
              <a:ahLst/>
              <a:cxnLst/>
              <a:rect l="l" t="t" r="r" b="b"/>
              <a:pathLst>
                <a:path w="2827655" h="1266825">
                  <a:moveTo>
                    <a:pt x="2827499" y="1266599"/>
                  </a:moveTo>
                  <a:lnTo>
                    <a:pt x="0" y="1266599"/>
                  </a:lnTo>
                  <a:lnTo>
                    <a:pt x="0" y="0"/>
                  </a:lnTo>
                  <a:lnTo>
                    <a:pt x="2827499" y="0"/>
                  </a:lnTo>
                  <a:lnTo>
                    <a:pt x="2827499" y="1266599"/>
                  </a:lnTo>
                  <a:close/>
                </a:path>
              </a:pathLst>
            </a:custGeom>
            <a:solidFill>
              <a:srgbClr val="FFFFFF">
                <a:alpha val="60128"/>
              </a:srgbClr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22" name="object 22"/>
            <p:cNvSpPr/>
            <p:nvPr/>
          </p:nvSpPr>
          <p:spPr>
            <a:xfrm>
              <a:off x="2172731" y="3638025"/>
              <a:ext cx="1051560" cy="266700"/>
            </a:xfrm>
            <a:custGeom>
              <a:avLst/>
              <a:gdLst/>
              <a:ahLst/>
              <a:cxnLst/>
              <a:rect l="l" t="t" r="r" b="b"/>
              <a:pathLst>
                <a:path w="1051560" h="266700">
                  <a:moveTo>
                    <a:pt x="1051499" y="266099"/>
                  </a:moveTo>
                  <a:lnTo>
                    <a:pt x="0" y="266099"/>
                  </a:lnTo>
                  <a:lnTo>
                    <a:pt x="0" y="0"/>
                  </a:lnTo>
                  <a:lnTo>
                    <a:pt x="1051499" y="0"/>
                  </a:lnTo>
                  <a:lnTo>
                    <a:pt x="1051499" y="2660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grpSp>
        <p:nvGrpSpPr>
          <p:cNvPr id="23" name="object 23"/>
          <p:cNvGrpSpPr/>
          <p:nvPr/>
        </p:nvGrpSpPr>
        <p:grpSpPr>
          <a:xfrm>
            <a:off x="4870312" y="2073652"/>
            <a:ext cx="5199380" cy="4377267"/>
            <a:chOff x="3439900" y="995564"/>
            <a:chExt cx="3899535" cy="3282950"/>
          </a:xfrm>
        </p:grpSpPr>
        <p:sp>
          <p:nvSpPr>
            <p:cNvPr id="24" name="object 24"/>
            <p:cNvSpPr/>
            <p:nvPr/>
          </p:nvSpPr>
          <p:spPr>
            <a:xfrm>
              <a:off x="6351325" y="1041449"/>
              <a:ext cx="419734" cy="0"/>
            </a:xfrm>
            <a:custGeom>
              <a:avLst/>
              <a:gdLst/>
              <a:ahLst/>
              <a:cxnLst/>
              <a:rect l="l" t="t" r="r" b="b"/>
              <a:pathLst>
                <a:path w="419734">
                  <a:moveTo>
                    <a:pt x="0" y="0"/>
                  </a:moveTo>
                  <a:lnTo>
                    <a:pt x="419212" y="0"/>
                  </a:lnTo>
                </a:path>
              </a:pathLst>
            </a:custGeom>
            <a:ln w="28574">
              <a:solidFill>
                <a:srgbClr val="237A94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pic>
          <p:nvPicPr>
            <p:cNvPr id="25" name="object 2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756250" y="995564"/>
              <a:ext cx="115388" cy="91770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581861" y="1549911"/>
              <a:ext cx="2258567" cy="2217766"/>
            </a:xfrm>
            <a:prstGeom prst="rect">
              <a:avLst/>
            </a:prstGeom>
          </p:spPr>
        </p:pic>
        <p:sp>
          <p:nvSpPr>
            <p:cNvPr id="27" name="object 27"/>
            <p:cNvSpPr/>
            <p:nvPr/>
          </p:nvSpPr>
          <p:spPr>
            <a:xfrm>
              <a:off x="3577099" y="1516005"/>
              <a:ext cx="2268220" cy="2268220"/>
            </a:xfrm>
            <a:custGeom>
              <a:avLst/>
              <a:gdLst/>
              <a:ahLst/>
              <a:cxnLst/>
              <a:rect l="l" t="t" r="r" b="b"/>
              <a:pathLst>
                <a:path w="2268220" h="2268220">
                  <a:moveTo>
                    <a:pt x="0" y="0"/>
                  </a:moveTo>
                  <a:lnTo>
                    <a:pt x="2268092" y="0"/>
                  </a:lnTo>
                  <a:lnTo>
                    <a:pt x="2268092" y="2268091"/>
                  </a:lnTo>
                  <a:lnTo>
                    <a:pt x="0" y="2268091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237A94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28" name="object 28"/>
            <p:cNvSpPr/>
            <p:nvPr/>
          </p:nvSpPr>
          <p:spPr>
            <a:xfrm>
              <a:off x="3439896" y="1565731"/>
              <a:ext cx="2517140" cy="2713355"/>
            </a:xfrm>
            <a:custGeom>
              <a:avLst/>
              <a:gdLst/>
              <a:ahLst/>
              <a:cxnLst/>
              <a:rect l="l" t="t" r="r" b="b"/>
              <a:pathLst>
                <a:path w="2517140" h="2713354">
                  <a:moveTo>
                    <a:pt x="2516530" y="210464"/>
                  </a:moveTo>
                  <a:lnTo>
                    <a:pt x="2442121" y="210464"/>
                  </a:lnTo>
                  <a:lnTo>
                    <a:pt x="2442121" y="0"/>
                  </a:lnTo>
                  <a:lnTo>
                    <a:pt x="2362924" y="0"/>
                  </a:lnTo>
                  <a:lnTo>
                    <a:pt x="2362924" y="210464"/>
                  </a:lnTo>
                  <a:lnTo>
                    <a:pt x="162293" y="210464"/>
                  </a:lnTo>
                  <a:lnTo>
                    <a:pt x="162293" y="152"/>
                  </a:lnTo>
                  <a:lnTo>
                    <a:pt x="0" y="152"/>
                  </a:lnTo>
                  <a:lnTo>
                    <a:pt x="0" y="213448"/>
                  </a:lnTo>
                  <a:lnTo>
                    <a:pt x="25933" y="213448"/>
                  </a:lnTo>
                  <a:lnTo>
                    <a:pt x="25933" y="2712758"/>
                  </a:lnTo>
                  <a:lnTo>
                    <a:pt x="2516530" y="2712758"/>
                  </a:lnTo>
                  <a:lnTo>
                    <a:pt x="2516530" y="210464"/>
                  </a:lnTo>
                  <a:close/>
                </a:path>
              </a:pathLst>
            </a:custGeom>
            <a:solidFill>
              <a:srgbClr val="FFFFFF">
                <a:alpha val="60128"/>
              </a:srgbClr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29" name="object 29"/>
            <p:cNvSpPr/>
            <p:nvPr/>
          </p:nvSpPr>
          <p:spPr>
            <a:xfrm>
              <a:off x="5985904" y="2212349"/>
              <a:ext cx="1348740" cy="365125"/>
            </a:xfrm>
            <a:custGeom>
              <a:avLst/>
              <a:gdLst/>
              <a:ahLst/>
              <a:cxnLst/>
              <a:rect l="l" t="t" r="r" b="b"/>
              <a:pathLst>
                <a:path w="1348740" h="365125">
                  <a:moveTo>
                    <a:pt x="1287698" y="364799"/>
                  </a:moveTo>
                  <a:lnTo>
                    <a:pt x="60800" y="364799"/>
                  </a:lnTo>
                  <a:lnTo>
                    <a:pt x="37134" y="360021"/>
                  </a:lnTo>
                  <a:lnTo>
                    <a:pt x="17808" y="346991"/>
                  </a:lnTo>
                  <a:lnTo>
                    <a:pt x="4778" y="327665"/>
                  </a:lnTo>
                  <a:lnTo>
                    <a:pt x="0" y="303998"/>
                  </a:lnTo>
                  <a:lnTo>
                    <a:pt x="0" y="60801"/>
                  </a:lnTo>
                  <a:lnTo>
                    <a:pt x="4778" y="37134"/>
                  </a:lnTo>
                  <a:lnTo>
                    <a:pt x="17808" y="17808"/>
                  </a:lnTo>
                  <a:lnTo>
                    <a:pt x="37134" y="4778"/>
                  </a:lnTo>
                  <a:lnTo>
                    <a:pt x="60800" y="0"/>
                  </a:lnTo>
                  <a:lnTo>
                    <a:pt x="1287698" y="0"/>
                  </a:lnTo>
                  <a:lnTo>
                    <a:pt x="1330690" y="17808"/>
                  </a:lnTo>
                  <a:lnTo>
                    <a:pt x="1348499" y="60801"/>
                  </a:lnTo>
                  <a:lnTo>
                    <a:pt x="1348499" y="303998"/>
                  </a:lnTo>
                  <a:lnTo>
                    <a:pt x="1343721" y="327665"/>
                  </a:lnTo>
                  <a:lnTo>
                    <a:pt x="1330691" y="346991"/>
                  </a:lnTo>
                  <a:lnTo>
                    <a:pt x="1311365" y="360021"/>
                  </a:lnTo>
                  <a:lnTo>
                    <a:pt x="1287698" y="364799"/>
                  </a:lnTo>
                  <a:close/>
                </a:path>
              </a:pathLst>
            </a:custGeom>
            <a:solidFill>
              <a:srgbClr val="E6F4F6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30" name="object 30"/>
            <p:cNvSpPr/>
            <p:nvPr/>
          </p:nvSpPr>
          <p:spPr>
            <a:xfrm>
              <a:off x="5985904" y="2212349"/>
              <a:ext cx="1348740" cy="365125"/>
            </a:xfrm>
            <a:custGeom>
              <a:avLst/>
              <a:gdLst/>
              <a:ahLst/>
              <a:cxnLst/>
              <a:rect l="l" t="t" r="r" b="b"/>
              <a:pathLst>
                <a:path w="1348740" h="365125">
                  <a:moveTo>
                    <a:pt x="0" y="60801"/>
                  </a:moveTo>
                  <a:lnTo>
                    <a:pt x="4778" y="37134"/>
                  </a:lnTo>
                  <a:lnTo>
                    <a:pt x="17808" y="17808"/>
                  </a:lnTo>
                  <a:lnTo>
                    <a:pt x="37134" y="4778"/>
                  </a:lnTo>
                  <a:lnTo>
                    <a:pt x="60800" y="0"/>
                  </a:lnTo>
                  <a:lnTo>
                    <a:pt x="1287698" y="0"/>
                  </a:lnTo>
                  <a:lnTo>
                    <a:pt x="1330690" y="17808"/>
                  </a:lnTo>
                  <a:lnTo>
                    <a:pt x="1348499" y="60801"/>
                  </a:lnTo>
                  <a:lnTo>
                    <a:pt x="1348499" y="303998"/>
                  </a:lnTo>
                  <a:lnTo>
                    <a:pt x="1343721" y="327665"/>
                  </a:lnTo>
                  <a:lnTo>
                    <a:pt x="1330691" y="346991"/>
                  </a:lnTo>
                  <a:lnTo>
                    <a:pt x="1311365" y="360021"/>
                  </a:lnTo>
                  <a:lnTo>
                    <a:pt x="1287698" y="364799"/>
                  </a:lnTo>
                  <a:lnTo>
                    <a:pt x="60800" y="364799"/>
                  </a:lnTo>
                  <a:lnTo>
                    <a:pt x="37134" y="360021"/>
                  </a:lnTo>
                  <a:lnTo>
                    <a:pt x="17808" y="346991"/>
                  </a:lnTo>
                  <a:lnTo>
                    <a:pt x="4778" y="327665"/>
                  </a:lnTo>
                  <a:lnTo>
                    <a:pt x="0" y="303998"/>
                  </a:lnTo>
                  <a:lnTo>
                    <a:pt x="0" y="60801"/>
                  </a:lnTo>
                  <a:close/>
                </a:path>
              </a:pathLst>
            </a:custGeom>
            <a:ln w="9524">
              <a:solidFill>
                <a:srgbClr val="64738B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sp>
        <p:nvSpPr>
          <p:cNvPr id="31" name="object 31"/>
          <p:cNvSpPr txBox="1"/>
          <p:nvPr/>
        </p:nvSpPr>
        <p:spPr>
          <a:xfrm>
            <a:off x="8528556" y="3780145"/>
            <a:ext cx="1271692" cy="283774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733" spc="-47" dirty="0">
                <a:latin typeface="Lucida Sans Unicode"/>
                <a:cs typeface="Lucida Sans Unicode"/>
              </a:rPr>
              <a:t>&lt;|im_end|&gt;</a:t>
            </a:r>
            <a:endParaRPr sz="1733">
              <a:latin typeface="Lucida Sans Unicode"/>
              <a:cs typeface="Lucida Sans Unicode"/>
            </a:endParaRPr>
          </a:p>
        </p:txBody>
      </p:sp>
      <p:grpSp>
        <p:nvGrpSpPr>
          <p:cNvPr id="32" name="object 32"/>
          <p:cNvGrpSpPr/>
          <p:nvPr/>
        </p:nvGrpSpPr>
        <p:grpSpPr>
          <a:xfrm>
            <a:off x="4881244" y="2587666"/>
            <a:ext cx="3321473" cy="430107"/>
            <a:chOff x="3448099" y="1381075"/>
            <a:chExt cx="2491105" cy="322580"/>
          </a:xfrm>
        </p:grpSpPr>
        <p:sp>
          <p:nvSpPr>
            <p:cNvPr id="33" name="object 33"/>
            <p:cNvSpPr/>
            <p:nvPr/>
          </p:nvSpPr>
          <p:spPr>
            <a:xfrm>
              <a:off x="3448099" y="1381075"/>
              <a:ext cx="2491105" cy="185420"/>
            </a:xfrm>
            <a:custGeom>
              <a:avLst/>
              <a:gdLst/>
              <a:ahLst/>
              <a:cxnLst/>
              <a:rect l="l" t="t" r="r" b="b"/>
              <a:pathLst>
                <a:path w="2491104" h="185419">
                  <a:moveTo>
                    <a:pt x="2490599" y="184799"/>
                  </a:moveTo>
                  <a:lnTo>
                    <a:pt x="0" y="184799"/>
                  </a:lnTo>
                  <a:lnTo>
                    <a:pt x="0" y="0"/>
                  </a:lnTo>
                  <a:lnTo>
                    <a:pt x="2490599" y="0"/>
                  </a:lnTo>
                  <a:lnTo>
                    <a:pt x="2490599" y="184799"/>
                  </a:lnTo>
                  <a:close/>
                </a:path>
              </a:pathLst>
            </a:custGeom>
            <a:solidFill>
              <a:srgbClr val="FFFFFF">
                <a:alpha val="60128"/>
              </a:srgbClr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34" name="object 34"/>
            <p:cNvSpPr/>
            <p:nvPr/>
          </p:nvSpPr>
          <p:spPr>
            <a:xfrm>
              <a:off x="3624530" y="1585288"/>
              <a:ext cx="721995" cy="118110"/>
            </a:xfrm>
            <a:custGeom>
              <a:avLst/>
              <a:gdLst/>
              <a:ahLst/>
              <a:cxnLst/>
              <a:rect l="l" t="t" r="r" b="b"/>
              <a:pathLst>
                <a:path w="721995" h="118110">
                  <a:moveTo>
                    <a:pt x="721499" y="117899"/>
                  </a:moveTo>
                  <a:lnTo>
                    <a:pt x="0" y="117899"/>
                  </a:lnTo>
                  <a:lnTo>
                    <a:pt x="0" y="0"/>
                  </a:lnTo>
                  <a:lnTo>
                    <a:pt x="721499" y="0"/>
                  </a:lnTo>
                  <a:lnTo>
                    <a:pt x="721499" y="117899"/>
                  </a:lnTo>
                  <a:close/>
                </a:path>
              </a:pathLst>
            </a:custGeom>
            <a:solidFill>
              <a:srgbClr val="E6F4F6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sp>
        <p:nvSpPr>
          <p:cNvPr id="35" name="object 35"/>
          <p:cNvSpPr txBox="1"/>
          <p:nvPr/>
        </p:nvSpPr>
        <p:spPr>
          <a:xfrm>
            <a:off x="5213866" y="2836186"/>
            <a:ext cx="700193" cy="160664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933" spc="-27" dirty="0">
                <a:latin typeface="Lucida Sans Unicode"/>
                <a:cs typeface="Lucida Sans Unicode"/>
              </a:rPr>
              <a:t>&lt;|im_end|&gt;</a:t>
            </a:r>
            <a:endParaRPr sz="933"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71070" y="2730154"/>
            <a:ext cx="4084320" cy="3215640"/>
          </a:xfrm>
          <a:custGeom>
            <a:avLst/>
            <a:gdLst/>
            <a:ahLst/>
            <a:cxnLst/>
            <a:rect l="l" t="t" r="r" b="b"/>
            <a:pathLst>
              <a:path w="3063240" h="2411729">
                <a:moveTo>
                  <a:pt x="0" y="0"/>
                </a:moveTo>
                <a:lnTo>
                  <a:pt x="3062699" y="0"/>
                </a:lnTo>
                <a:lnTo>
                  <a:pt x="3062699" y="2411699"/>
                </a:lnTo>
                <a:lnTo>
                  <a:pt x="0" y="2411699"/>
                </a:lnTo>
                <a:lnTo>
                  <a:pt x="0" y="0"/>
                </a:lnTo>
                <a:close/>
              </a:path>
            </a:pathLst>
          </a:custGeom>
          <a:ln w="9524">
            <a:solidFill>
              <a:srgbClr val="595959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309316" y="670112"/>
            <a:ext cx="14020800" cy="512961"/>
          </a:xfrm>
          <a:prstGeom prst="rect">
            <a:avLst/>
          </a:prstGeom>
        </p:spPr>
        <p:txBody>
          <a:bodyPr vert="horz" wrap="square" lIns="0" tIns="20320" rIns="0" bIns="0" rtlCol="0" anchor="ctr">
            <a:spAutoFit/>
          </a:bodyPr>
          <a:lstStyle/>
          <a:p>
            <a:pPr marL="225208">
              <a:spcBef>
                <a:spcPts val="160"/>
              </a:spcBef>
            </a:pPr>
            <a:r>
              <a:rPr spc="113" dirty="0"/>
              <a:t>Step</a:t>
            </a:r>
            <a:r>
              <a:rPr spc="-152" dirty="0"/>
              <a:t> </a:t>
            </a:r>
            <a:r>
              <a:rPr spc="-180" dirty="0"/>
              <a:t>4:</a:t>
            </a:r>
            <a:r>
              <a:rPr spc="-147" dirty="0"/>
              <a:t> </a:t>
            </a:r>
            <a:r>
              <a:rPr spc="100" dirty="0"/>
              <a:t>Stop</a:t>
            </a:r>
            <a:r>
              <a:rPr spc="-147" dirty="0"/>
              <a:t> </a:t>
            </a:r>
            <a:r>
              <a:rPr dirty="0"/>
              <a:t>or</a:t>
            </a:r>
            <a:r>
              <a:rPr spc="-147" dirty="0"/>
              <a:t> </a:t>
            </a:r>
            <a:r>
              <a:rPr spc="87" dirty="0"/>
              <a:t>Continue?</a:t>
            </a:r>
            <a:endParaRPr/>
          </a:p>
        </p:txBody>
      </p:sp>
      <p:sp>
        <p:nvSpPr>
          <p:cNvPr id="4" name="object 4"/>
          <p:cNvSpPr/>
          <p:nvPr/>
        </p:nvSpPr>
        <p:spPr>
          <a:xfrm>
            <a:off x="1303619" y="1674004"/>
            <a:ext cx="1065107" cy="546945"/>
          </a:xfrm>
          <a:custGeom>
            <a:avLst/>
            <a:gdLst/>
            <a:ahLst/>
            <a:cxnLst/>
            <a:rect l="l" t="t" r="r" b="b"/>
            <a:pathLst>
              <a:path w="798830" h="410209">
                <a:moveTo>
                  <a:pt x="0" y="68351"/>
                </a:moveTo>
                <a:lnTo>
                  <a:pt x="5371" y="41745"/>
                </a:lnTo>
                <a:lnTo>
                  <a:pt x="20019" y="20019"/>
                </a:lnTo>
                <a:lnTo>
                  <a:pt x="41745" y="5371"/>
                </a:lnTo>
                <a:lnTo>
                  <a:pt x="68351" y="0"/>
                </a:lnTo>
                <a:lnTo>
                  <a:pt x="730248" y="0"/>
                </a:lnTo>
                <a:lnTo>
                  <a:pt x="768169" y="11483"/>
                </a:lnTo>
                <a:lnTo>
                  <a:pt x="793397" y="42194"/>
                </a:lnTo>
                <a:lnTo>
                  <a:pt x="798599" y="68351"/>
                </a:lnTo>
                <a:lnTo>
                  <a:pt x="798599" y="341748"/>
                </a:lnTo>
                <a:lnTo>
                  <a:pt x="793228" y="368354"/>
                </a:lnTo>
                <a:lnTo>
                  <a:pt x="778580" y="390080"/>
                </a:lnTo>
                <a:lnTo>
                  <a:pt x="756854" y="404728"/>
                </a:lnTo>
                <a:lnTo>
                  <a:pt x="730248" y="410099"/>
                </a:lnTo>
                <a:lnTo>
                  <a:pt x="68351" y="410099"/>
                </a:lnTo>
                <a:lnTo>
                  <a:pt x="41745" y="404728"/>
                </a:lnTo>
                <a:lnTo>
                  <a:pt x="20019" y="390080"/>
                </a:lnTo>
                <a:lnTo>
                  <a:pt x="5371" y="368354"/>
                </a:lnTo>
                <a:lnTo>
                  <a:pt x="0" y="341748"/>
                </a:lnTo>
                <a:lnTo>
                  <a:pt x="0" y="68351"/>
                </a:lnTo>
                <a:close/>
              </a:path>
            </a:pathLst>
          </a:custGeom>
          <a:ln w="19049">
            <a:solidFill>
              <a:srgbClr val="257693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5" name="object 5"/>
          <p:cNvSpPr txBox="1"/>
          <p:nvPr/>
        </p:nvSpPr>
        <p:spPr>
          <a:xfrm>
            <a:off x="1465722" y="1681042"/>
            <a:ext cx="740833" cy="514457"/>
          </a:xfrm>
          <a:prstGeom prst="rect">
            <a:avLst/>
          </a:prstGeom>
        </p:spPr>
        <p:txBody>
          <a:bodyPr vert="horz" wrap="square" lIns="0" tIns="26247" rIns="0" bIns="0" rtlCol="0">
            <a:spAutoFit/>
          </a:bodyPr>
          <a:lstStyle/>
          <a:p>
            <a:pPr marL="16933" marR="6773" indent="11006">
              <a:lnSpc>
                <a:spcPts val="1907"/>
              </a:lnSpc>
              <a:spcBef>
                <a:spcPts val="207"/>
              </a:spcBef>
            </a:pPr>
            <a:r>
              <a:rPr sz="1600" spc="-339" dirty="0">
                <a:latin typeface="Lucida Sans Unicode"/>
                <a:cs typeface="Lucida Sans Unicode"/>
              </a:rPr>
              <a:t>1:</a:t>
            </a:r>
            <a:r>
              <a:rPr sz="1600" spc="-73" dirty="0">
                <a:latin typeface="Lucida Sans Unicode"/>
                <a:cs typeface="Lucida Sans Unicode"/>
              </a:rPr>
              <a:t> </a:t>
            </a:r>
            <a:r>
              <a:rPr sz="1600" spc="-13" dirty="0">
                <a:latin typeface="Lucida Sans Unicode"/>
                <a:cs typeface="Lucida Sans Unicode"/>
              </a:rPr>
              <a:t>Input </a:t>
            </a:r>
            <a:r>
              <a:rPr sz="1600" spc="-20" dirty="0">
                <a:latin typeface="Lucida Sans Unicode"/>
                <a:cs typeface="Lucida Sans Unicode"/>
              </a:rPr>
              <a:t>Tokens</a:t>
            </a:r>
            <a:endParaRPr sz="1600">
              <a:latin typeface="Lucida Sans Unicode"/>
              <a:cs typeface="Lucida Sans Unicode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4749035" y="1674021"/>
            <a:ext cx="1674707" cy="546945"/>
          </a:xfrm>
          <a:custGeom>
            <a:avLst/>
            <a:gdLst/>
            <a:ahLst/>
            <a:cxnLst/>
            <a:rect l="l" t="t" r="r" b="b"/>
            <a:pathLst>
              <a:path w="1256029" h="410209">
                <a:moveTo>
                  <a:pt x="0" y="68351"/>
                </a:moveTo>
                <a:lnTo>
                  <a:pt x="5371" y="41745"/>
                </a:lnTo>
                <a:lnTo>
                  <a:pt x="20019" y="20019"/>
                </a:lnTo>
                <a:lnTo>
                  <a:pt x="41745" y="5371"/>
                </a:lnTo>
                <a:lnTo>
                  <a:pt x="68351" y="0"/>
                </a:lnTo>
                <a:lnTo>
                  <a:pt x="1187148" y="0"/>
                </a:lnTo>
                <a:lnTo>
                  <a:pt x="1225070" y="11483"/>
                </a:lnTo>
                <a:lnTo>
                  <a:pt x="1250297" y="42194"/>
                </a:lnTo>
                <a:lnTo>
                  <a:pt x="1255499" y="68351"/>
                </a:lnTo>
                <a:lnTo>
                  <a:pt x="1255499" y="341748"/>
                </a:lnTo>
                <a:lnTo>
                  <a:pt x="1250128" y="368354"/>
                </a:lnTo>
                <a:lnTo>
                  <a:pt x="1235480" y="390080"/>
                </a:lnTo>
                <a:lnTo>
                  <a:pt x="1213753" y="404728"/>
                </a:lnTo>
                <a:lnTo>
                  <a:pt x="1187148" y="410099"/>
                </a:lnTo>
                <a:lnTo>
                  <a:pt x="68351" y="410099"/>
                </a:lnTo>
                <a:lnTo>
                  <a:pt x="41745" y="404728"/>
                </a:lnTo>
                <a:lnTo>
                  <a:pt x="20019" y="390080"/>
                </a:lnTo>
                <a:lnTo>
                  <a:pt x="5371" y="368354"/>
                </a:lnTo>
                <a:lnTo>
                  <a:pt x="0" y="341748"/>
                </a:lnTo>
                <a:lnTo>
                  <a:pt x="0" y="68351"/>
                </a:lnTo>
                <a:close/>
              </a:path>
            </a:pathLst>
          </a:custGeom>
          <a:ln w="19049">
            <a:solidFill>
              <a:srgbClr val="257693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7" name="object 7"/>
          <p:cNvSpPr txBox="1"/>
          <p:nvPr/>
        </p:nvSpPr>
        <p:spPr>
          <a:xfrm>
            <a:off x="4948326" y="1681060"/>
            <a:ext cx="1275925" cy="514457"/>
          </a:xfrm>
          <a:prstGeom prst="rect">
            <a:avLst/>
          </a:prstGeom>
        </p:spPr>
        <p:txBody>
          <a:bodyPr vert="horz" wrap="square" lIns="0" tIns="26247" rIns="0" bIns="0" rtlCol="0">
            <a:spAutoFit/>
          </a:bodyPr>
          <a:lstStyle/>
          <a:p>
            <a:pPr marL="16933" marR="6773" indent="31326">
              <a:lnSpc>
                <a:spcPts val="1907"/>
              </a:lnSpc>
              <a:spcBef>
                <a:spcPts val="207"/>
              </a:spcBef>
            </a:pPr>
            <a:r>
              <a:rPr sz="1600" spc="-140" dirty="0">
                <a:latin typeface="Lucida Sans Unicode"/>
                <a:cs typeface="Lucida Sans Unicode"/>
              </a:rPr>
              <a:t>2:</a:t>
            </a:r>
            <a:r>
              <a:rPr sz="1600" spc="-60" dirty="0">
                <a:latin typeface="Lucida Sans Unicode"/>
                <a:cs typeface="Lucida Sans Unicode"/>
              </a:rPr>
              <a:t> </a:t>
            </a:r>
            <a:r>
              <a:rPr sz="1600" spc="53" dirty="0">
                <a:latin typeface="Lucida Sans Unicode"/>
                <a:cs typeface="Lucida Sans Unicode"/>
              </a:rPr>
              <a:t>Compute </a:t>
            </a:r>
            <a:r>
              <a:rPr sz="1600" spc="-13" dirty="0">
                <a:latin typeface="Lucida Sans Unicode"/>
                <a:cs typeface="Lucida Sans Unicode"/>
              </a:rPr>
              <a:t>Probabilities</a:t>
            </a:r>
            <a:endParaRPr sz="1600">
              <a:latin typeface="Lucida Sans Unicode"/>
              <a:cs typeface="Lucida Sans Unicode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2349369" y="1661321"/>
            <a:ext cx="6101080" cy="572345"/>
            <a:chOff x="1785674" y="796675"/>
            <a:chExt cx="4575810" cy="429259"/>
          </a:xfrm>
        </p:grpSpPr>
        <p:sp>
          <p:nvSpPr>
            <p:cNvPr id="9" name="object 9"/>
            <p:cNvSpPr/>
            <p:nvPr/>
          </p:nvSpPr>
          <p:spPr>
            <a:xfrm>
              <a:off x="1799962" y="1011237"/>
              <a:ext cx="1657350" cy="0"/>
            </a:xfrm>
            <a:custGeom>
              <a:avLst/>
              <a:gdLst/>
              <a:ahLst/>
              <a:cxnLst/>
              <a:rect l="l" t="t" r="r" b="b"/>
              <a:pathLst>
                <a:path w="1657350">
                  <a:moveTo>
                    <a:pt x="0" y="0"/>
                  </a:moveTo>
                  <a:lnTo>
                    <a:pt x="1657012" y="0"/>
                  </a:lnTo>
                </a:path>
              </a:pathLst>
            </a:custGeom>
            <a:ln w="28574">
              <a:solidFill>
                <a:srgbClr val="237A94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pic>
          <p:nvPicPr>
            <p:cNvPr id="10" name="object 1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442686" y="965352"/>
              <a:ext cx="115388" cy="91770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5248974" y="806200"/>
              <a:ext cx="1102995" cy="410209"/>
            </a:xfrm>
            <a:custGeom>
              <a:avLst/>
              <a:gdLst/>
              <a:ahLst/>
              <a:cxnLst/>
              <a:rect l="l" t="t" r="r" b="b"/>
              <a:pathLst>
                <a:path w="1102995" h="410209">
                  <a:moveTo>
                    <a:pt x="0" y="68351"/>
                  </a:moveTo>
                  <a:lnTo>
                    <a:pt x="5371" y="41745"/>
                  </a:lnTo>
                  <a:lnTo>
                    <a:pt x="20019" y="20019"/>
                  </a:lnTo>
                  <a:lnTo>
                    <a:pt x="41745" y="5371"/>
                  </a:lnTo>
                  <a:lnTo>
                    <a:pt x="68351" y="0"/>
                  </a:lnTo>
                  <a:lnTo>
                    <a:pt x="1034148" y="0"/>
                  </a:lnTo>
                  <a:lnTo>
                    <a:pt x="1072070" y="11483"/>
                  </a:lnTo>
                  <a:lnTo>
                    <a:pt x="1097297" y="42194"/>
                  </a:lnTo>
                  <a:lnTo>
                    <a:pt x="1102499" y="68351"/>
                  </a:lnTo>
                  <a:lnTo>
                    <a:pt x="1102499" y="341748"/>
                  </a:lnTo>
                  <a:lnTo>
                    <a:pt x="1097128" y="368354"/>
                  </a:lnTo>
                  <a:lnTo>
                    <a:pt x="1082480" y="390080"/>
                  </a:lnTo>
                  <a:lnTo>
                    <a:pt x="1060753" y="404728"/>
                  </a:lnTo>
                  <a:lnTo>
                    <a:pt x="1034148" y="410099"/>
                  </a:lnTo>
                  <a:lnTo>
                    <a:pt x="68351" y="410099"/>
                  </a:lnTo>
                  <a:lnTo>
                    <a:pt x="41745" y="404728"/>
                  </a:lnTo>
                  <a:lnTo>
                    <a:pt x="20019" y="390080"/>
                  </a:lnTo>
                  <a:lnTo>
                    <a:pt x="5371" y="368354"/>
                  </a:lnTo>
                  <a:lnTo>
                    <a:pt x="0" y="341748"/>
                  </a:lnTo>
                  <a:lnTo>
                    <a:pt x="0" y="68351"/>
                  </a:lnTo>
                  <a:close/>
                </a:path>
              </a:pathLst>
            </a:custGeom>
            <a:ln w="19049">
              <a:solidFill>
                <a:srgbClr val="257693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7267289" y="1681060"/>
            <a:ext cx="870373" cy="514457"/>
          </a:xfrm>
          <a:prstGeom prst="rect">
            <a:avLst/>
          </a:prstGeom>
        </p:spPr>
        <p:txBody>
          <a:bodyPr vert="horz" wrap="square" lIns="0" tIns="26247" rIns="0" bIns="0" rtlCol="0">
            <a:spAutoFit/>
          </a:bodyPr>
          <a:lstStyle/>
          <a:p>
            <a:pPr marL="133770" marR="6773" indent="-117684">
              <a:lnSpc>
                <a:spcPts val="1907"/>
              </a:lnSpc>
              <a:spcBef>
                <a:spcPts val="207"/>
              </a:spcBef>
            </a:pPr>
            <a:r>
              <a:rPr sz="1600" spc="-133" dirty="0">
                <a:solidFill>
                  <a:srgbClr val="0A0A0A"/>
                </a:solidFill>
                <a:latin typeface="Lucida Sans Unicode"/>
                <a:cs typeface="Lucida Sans Unicode"/>
              </a:rPr>
              <a:t>3:</a:t>
            </a:r>
            <a:r>
              <a:rPr sz="1600" spc="-60" dirty="0">
                <a:solidFill>
                  <a:srgbClr val="0A0A0A"/>
                </a:solidFill>
                <a:latin typeface="Lucida Sans Unicode"/>
                <a:cs typeface="Lucida Sans Unicode"/>
              </a:rPr>
              <a:t> </a:t>
            </a:r>
            <a:r>
              <a:rPr sz="1600" spc="-13" dirty="0">
                <a:solidFill>
                  <a:srgbClr val="0A0A0A"/>
                </a:solidFill>
                <a:latin typeface="Lucida Sans Unicode"/>
                <a:cs typeface="Lucida Sans Unicode"/>
              </a:rPr>
              <a:t>Select Token</a:t>
            </a:r>
            <a:endParaRPr sz="1600">
              <a:latin typeface="Lucida Sans Unicode"/>
              <a:cs typeface="Lucida Sans Unicode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6403987" y="1329237"/>
            <a:ext cx="4374727" cy="1317413"/>
            <a:chOff x="4826637" y="547612"/>
            <a:chExt cx="3281045" cy="988060"/>
          </a:xfrm>
        </p:grpSpPr>
        <p:sp>
          <p:nvSpPr>
            <p:cNvPr id="14" name="object 14"/>
            <p:cNvSpPr/>
            <p:nvPr/>
          </p:nvSpPr>
          <p:spPr>
            <a:xfrm>
              <a:off x="4840925" y="1011249"/>
              <a:ext cx="280035" cy="0"/>
            </a:xfrm>
            <a:custGeom>
              <a:avLst/>
              <a:gdLst/>
              <a:ahLst/>
              <a:cxnLst/>
              <a:rect l="l" t="t" r="r" b="b"/>
              <a:pathLst>
                <a:path w="280035">
                  <a:moveTo>
                    <a:pt x="0" y="0"/>
                  </a:moveTo>
                  <a:lnTo>
                    <a:pt x="279412" y="0"/>
                  </a:lnTo>
                </a:path>
              </a:pathLst>
            </a:custGeom>
            <a:ln w="28574">
              <a:solidFill>
                <a:srgbClr val="237A94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pic>
          <p:nvPicPr>
            <p:cNvPr id="15" name="object 1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106050" y="965364"/>
              <a:ext cx="115388" cy="91770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6899125" y="561900"/>
              <a:ext cx="1193800" cy="959485"/>
            </a:xfrm>
            <a:custGeom>
              <a:avLst/>
              <a:gdLst/>
              <a:ahLst/>
              <a:cxnLst/>
              <a:rect l="l" t="t" r="r" b="b"/>
              <a:pathLst>
                <a:path w="1193800" h="959485">
                  <a:moveTo>
                    <a:pt x="0" y="479549"/>
                  </a:moveTo>
                  <a:lnTo>
                    <a:pt x="596849" y="0"/>
                  </a:lnTo>
                  <a:lnTo>
                    <a:pt x="1193699" y="479549"/>
                  </a:lnTo>
                  <a:lnTo>
                    <a:pt x="596849" y="959099"/>
                  </a:lnTo>
                  <a:lnTo>
                    <a:pt x="0" y="479549"/>
                  </a:lnTo>
                  <a:close/>
                </a:path>
              </a:pathLst>
            </a:custGeom>
            <a:ln w="28574">
              <a:solidFill>
                <a:srgbClr val="F65B66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78128" y="2458693"/>
            <a:ext cx="1761913" cy="26332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600" spc="-67" dirty="0">
                <a:solidFill>
                  <a:srgbClr val="237A94"/>
                </a:solidFill>
                <a:latin typeface="Arial Black"/>
                <a:cs typeface="Arial Black"/>
              </a:rPr>
              <a:t>Context</a:t>
            </a:r>
            <a:r>
              <a:rPr sz="1600" spc="-152" dirty="0">
                <a:solidFill>
                  <a:srgbClr val="237A94"/>
                </a:solidFill>
                <a:latin typeface="Arial Black"/>
                <a:cs typeface="Arial Black"/>
              </a:rPr>
              <a:t> </a:t>
            </a:r>
            <a:r>
              <a:rPr sz="1600" spc="-13" dirty="0">
                <a:solidFill>
                  <a:srgbClr val="237A94"/>
                </a:solidFill>
                <a:latin typeface="Arial Black"/>
                <a:cs typeface="Arial Black"/>
              </a:rPr>
              <a:t>Window</a:t>
            </a:r>
            <a:endParaRPr sz="1600">
              <a:latin typeface="Arial Black"/>
              <a:cs typeface="Arial Black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9426068" y="1707509"/>
            <a:ext cx="1074420" cy="509541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 marR="6773" indent="33866">
              <a:spcBef>
                <a:spcPts val="133"/>
              </a:spcBef>
            </a:pPr>
            <a:r>
              <a:rPr sz="1600" spc="-40" dirty="0">
                <a:solidFill>
                  <a:srgbClr val="257693"/>
                </a:solidFill>
                <a:latin typeface="Arial Black"/>
                <a:cs typeface="Arial Black"/>
              </a:rPr>
              <a:t>4.</a:t>
            </a:r>
            <a:r>
              <a:rPr sz="1600" spc="-180" dirty="0">
                <a:solidFill>
                  <a:srgbClr val="257693"/>
                </a:solidFill>
                <a:latin typeface="Arial Black"/>
                <a:cs typeface="Arial Black"/>
              </a:rPr>
              <a:t> </a:t>
            </a:r>
            <a:r>
              <a:rPr sz="1600" spc="-80" dirty="0">
                <a:solidFill>
                  <a:srgbClr val="257693"/>
                </a:solidFill>
                <a:latin typeface="Arial Black"/>
                <a:cs typeface="Arial Black"/>
              </a:rPr>
              <a:t>Stop</a:t>
            </a:r>
            <a:r>
              <a:rPr sz="1600" spc="-180" dirty="0">
                <a:solidFill>
                  <a:srgbClr val="257693"/>
                </a:solidFill>
                <a:latin typeface="Arial Black"/>
                <a:cs typeface="Arial Black"/>
              </a:rPr>
              <a:t> </a:t>
            </a:r>
            <a:r>
              <a:rPr sz="1600" spc="-33" dirty="0">
                <a:solidFill>
                  <a:srgbClr val="257693"/>
                </a:solidFill>
                <a:latin typeface="Arial Black"/>
                <a:cs typeface="Arial Black"/>
              </a:rPr>
              <a:t>or </a:t>
            </a:r>
            <a:r>
              <a:rPr sz="1600" spc="-67" dirty="0">
                <a:solidFill>
                  <a:srgbClr val="257693"/>
                </a:solidFill>
                <a:latin typeface="Arial Black"/>
                <a:cs typeface="Arial Black"/>
              </a:rPr>
              <a:t>continue?</a:t>
            </a:r>
            <a:endParaRPr sz="1600">
              <a:latin typeface="Arial Black"/>
              <a:cs typeface="Arial Black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374671" y="2796187"/>
            <a:ext cx="3954780" cy="3009053"/>
            <a:chOff x="304650" y="1647825"/>
            <a:chExt cx="2966085" cy="2256790"/>
          </a:xfrm>
        </p:grpSpPr>
        <p:pic>
          <p:nvPicPr>
            <p:cNvPr id="20" name="object 2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13967" y="1732334"/>
              <a:ext cx="2956500" cy="2124499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304650" y="1647825"/>
              <a:ext cx="2827655" cy="1266825"/>
            </a:xfrm>
            <a:custGeom>
              <a:avLst/>
              <a:gdLst/>
              <a:ahLst/>
              <a:cxnLst/>
              <a:rect l="l" t="t" r="r" b="b"/>
              <a:pathLst>
                <a:path w="2827655" h="1266825">
                  <a:moveTo>
                    <a:pt x="2827499" y="1266599"/>
                  </a:moveTo>
                  <a:lnTo>
                    <a:pt x="0" y="1266599"/>
                  </a:lnTo>
                  <a:lnTo>
                    <a:pt x="0" y="0"/>
                  </a:lnTo>
                  <a:lnTo>
                    <a:pt x="2827499" y="0"/>
                  </a:lnTo>
                  <a:lnTo>
                    <a:pt x="2827499" y="1266599"/>
                  </a:lnTo>
                  <a:close/>
                </a:path>
              </a:pathLst>
            </a:custGeom>
            <a:solidFill>
              <a:srgbClr val="FFFFFF">
                <a:alpha val="60128"/>
              </a:srgbClr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22" name="object 22"/>
            <p:cNvSpPr/>
            <p:nvPr/>
          </p:nvSpPr>
          <p:spPr>
            <a:xfrm>
              <a:off x="2172731" y="3638025"/>
              <a:ext cx="1051560" cy="266700"/>
            </a:xfrm>
            <a:custGeom>
              <a:avLst/>
              <a:gdLst/>
              <a:ahLst/>
              <a:cxnLst/>
              <a:rect l="l" t="t" r="r" b="b"/>
              <a:pathLst>
                <a:path w="1051560" h="266700">
                  <a:moveTo>
                    <a:pt x="1051499" y="266099"/>
                  </a:moveTo>
                  <a:lnTo>
                    <a:pt x="0" y="266099"/>
                  </a:lnTo>
                  <a:lnTo>
                    <a:pt x="0" y="0"/>
                  </a:lnTo>
                  <a:lnTo>
                    <a:pt x="1051499" y="0"/>
                  </a:lnTo>
                  <a:lnTo>
                    <a:pt x="1051499" y="2660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grpSp>
        <p:nvGrpSpPr>
          <p:cNvPr id="23" name="object 23"/>
          <p:cNvGrpSpPr/>
          <p:nvPr/>
        </p:nvGrpSpPr>
        <p:grpSpPr>
          <a:xfrm>
            <a:off x="4565936" y="1926506"/>
            <a:ext cx="5188372" cy="4356100"/>
            <a:chOff x="3448099" y="995564"/>
            <a:chExt cx="3891279" cy="3267075"/>
          </a:xfrm>
        </p:grpSpPr>
        <p:sp>
          <p:nvSpPr>
            <p:cNvPr id="24" name="object 24"/>
            <p:cNvSpPr/>
            <p:nvPr/>
          </p:nvSpPr>
          <p:spPr>
            <a:xfrm>
              <a:off x="6351324" y="1041449"/>
              <a:ext cx="419734" cy="0"/>
            </a:xfrm>
            <a:custGeom>
              <a:avLst/>
              <a:gdLst/>
              <a:ahLst/>
              <a:cxnLst/>
              <a:rect l="l" t="t" r="r" b="b"/>
              <a:pathLst>
                <a:path w="419734">
                  <a:moveTo>
                    <a:pt x="0" y="0"/>
                  </a:moveTo>
                  <a:lnTo>
                    <a:pt x="419212" y="0"/>
                  </a:lnTo>
                </a:path>
              </a:pathLst>
            </a:custGeom>
            <a:ln w="28574">
              <a:solidFill>
                <a:srgbClr val="237A94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pic>
          <p:nvPicPr>
            <p:cNvPr id="25" name="object 2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756250" y="995564"/>
              <a:ext cx="115388" cy="91770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581861" y="1549911"/>
              <a:ext cx="2258567" cy="2217766"/>
            </a:xfrm>
            <a:prstGeom prst="rect">
              <a:avLst/>
            </a:prstGeom>
          </p:spPr>
        </p:pic>
        <p:sp>
          <p:nvSpPr>
            <p:cNvPr id="27" name="object 27"/>
            <p:cNvSpPr/>
            <p:nvPr/>
          </p:nvSpPr>
          <p:spPr>
            <a:xfrm>
              <a:off x="3577099" y="1516005"/>
              <a:ext cx="2268220" cy="2268220"/>
            </a:xfrm>
            <a:custGeom>
              <a:avLst/>
              <a:gdLst/>
              <a:ahLst/>
              <a:cxnLst/>
              <a:rect l="l" t="t" r="r" b="b"/>
              <a:pathLst>
                <a:path w="2268220" h="2268220">
                  <a:moveTo>
                    <a:pt x="0" y="0"/>
                  </a:moveTo>
                  <a:lnTo>
                    <a:pt x="2268092" y="0"/>
                  </a:lnTo>
                  <a:lnTo>
                    <a:pt x="2268092" y="2268091"/>
                  </a:lnTo>
                  <a:lnTo>
                    <a:pt x="0" y="2268091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237A94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28" name="object 28"/>
            <p:cNvSpPr/>
            <p:nvPr/>
          </p:nvSpPr>
          <p:spPr>
            <a:xfrm>
              <a:off x="3448088" y="1363281"/>
              <a:ext cx="2496185" cy="2899410"/>
            </a:xfrm>
            <a:custGeom>
              <a:avLst/>
              <a:gdLst/>
              <a:ahLst/>
              <a:cxnLst/>
              <a:rect l="l" t="t" r="r" b="b"/>
              <a:pathLst>
                <a:path w="2496185" h="2899410">
                  <a:moveTo>
                    <a:pt x="2495931" y="397052"/>
                  </a:moveTo>
                  <a:lnTo>
                    <a:pt x="2458059" y="397052"/>
                  </a:lnTo>
                  <a:lnTo>
                    <a:pt x="2458059" y="184797"/>
                  </a:lnTo>
                  <a:lnTo>
                    <a:pt x="2490609" y="184797"/>
                  </a:lnTo>
                  <a:lnTo>
                    <a:pt x="2490609" y="0"/>
                  </a:lnTo>
                  <a:lnTo>
                    <a:pt x="2378849" y="0"/>
                  </a:lnTo>
                  <a:lnTo>
                    <a:pt x="2378849" y="184797"/>
                  </a:lnTo>
                  <a:lnTo>
                    <a:pt x="2378849" y="397052"/>
                  </a:lnTo>
                  <a:lnTo>
                    <a:pt x="162306" y="397052"/>
                  </a:lnTo>
                  <a:lnTo>
                    <a:pt x="162306" y="184797"/>
                  </a:lnTo>
                  <a:lnTo>
                    <a:pt x="2378849" y="184797"/>
                  </a:lnTo>
                  <a:lnTo>
                    <a:pt x="2378849" y="0"/>
                  </a:lnTo>
                  <a:lnTo>
                    <a:pt x="0" y="0"/>
                  </a:lnTo>
                  <a:lnTo>
                    <a:pt x="0" y="184797"/>
                  </a:lnTo>
                  <a:lnTo>
                    <a:pt x="0" y="398094"/>
                  </a:lnTo>
                  <a:lnTo>
                    <a:pt x="5334" y="398094"/>
                  </a:lnTo>
                  <a:lnTo>
                    <a:pt x="5334" y="2899346"/>
                  </a:lnTo>
                  <a:lnTo>
                    <a:pt x="2495931" y="2899346"/>
                  </a:lnTo>
                  <a:lnTo>
                    <a:pt x="2495931" y="397052"/>
                  </a:lnTo>
                  <a:close/>
                </a:path>
              </a:pathLst>
            </a:custGeom>
            <a:solidFill>
              <a:srgbClr val="FFFFFF">
                <a:alpha val="60128"/>
              </a:srgbClr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29" name="object 29"/>
            <p:cNvSpPr/>
            <p:nvPr/>
          </p:nvSpPr>
          <p:spPr>
            <a:xfrm>
              <a:off x="5985904" y="2212349"/>
              <a:ext cx="1348740" cy="365125"/>
            </a:xfrm>
            <a:custGeom>
              <a:avLst/>
              <a:gdLst/>
              <a:ahLst/>
              <a:cxnLst/>
              <a:rect l="l" t="t" r="r" b="b"/>
              <a:pathLst>
                <a:path w="1348740" h="365125">
                  <a:moveTo>
                    <a:pt x="1287698" y="364799"/>
                  </a:moveTo>
                  <a:lnTo>
                    <a:pt x="60800" y="364799"/>
                  </a:lnTo>
                  <a:lnTo>
                    <a:pt x="37134" y="360021"/>
                  </a:lnTo>
                  <a:lnTo>
                    <a:pt x="17808" y="346991"/>
                  </a:lnTo>
                  <a:lnTo>
                    <a:pt x="4778" y="327665"/>
                  </a:lnTo>
                  <a:lnTo>
                    <a:pt x="0" y="303998"/>
                  </a:lnTo>
                  <a:lnTo>
                    <a:pt x="0" y="60801"/>
                  </a:lnTo>
                  <a:lnTo>
                    <a:pt x="4778" y="37134"/>
                  </a:lnTo>
                  <a:lnTo>
                    <a:pt x="17808" y="17808"/>
                  </a:lnTo>
                  <a:lnTo>
                    <a:pt x="37134" y="4778"/>
                  </a:lnTo>
                  <a:lnTo>
                    <a:pt x="60800" y="0"/>
                  </a:lnTo>
                  <a:lnTo>
                    <a:pt x="1287698" y="0"/>
                  </a:lnTo>
                  <a:lnTo>
                    <a:pt x="1330690" y="17808"/>
                  </a:lnTo>
                  <a:lnTo>
                    <a:pt x="1348499" y="60801"/>
                  </a:lnTo>
                  <a:lnTo>
                    <a:pt x="1348499" y="303998"/>
                  </a:lnTo>
                  <a:lnTo>
                    <a:pt x="1343721" y="327665"/>
                  </a:lnTo>
                  <a:lnTo>
                    <a:pt x="1330691" y="346991"/>
                  </a:lnTo>
                  <a:lnTo>
                    <a:pt x="1311365" y="360021"/>
                  </a:lnTo>
                  <a:lnTo>
                    <a:pt x="1287698" y="364799"/>
                  </a:lnTo>
                  <a:close/>
                </a:path>
              </a:pathLst>
            </a:custGeom>
            <a:solidFill>
              <a:srgbClr val="E6F4F6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30" name="object 30"/>
            <p:cNvSpPr/>
            <p:nvPr/>
          </p:nvSpPr>
          <p:spPr>
            <a:xfrm>
              <a:off x="5985904" y="2212349"/>
              <a:ext cx="1348740" cy="365125"/>
            </a:xfrm>
            <a:custGeom>
              <a:avLst/>
              <a:gdLst/>
              <a:ahLst/>
              <a:cxnLst/>
              <a:rect l="l" t="t" r="r" b="b"/>
              <a:pathLst>
                <a:path w="1348740" h="365125">
                  <a:moveTo>
                    <a:pt x="0" y="60801"/>
                  </a:moveTo>
                  <a:lnTo>
                    <a:pt x="4778" y="37134"/>
                  </a:lnTo>
                  <a:lnTo>
                    <a:pt x="17808" y="17808"/>
                  </a:lnTo>
                  <a:lnTo>
                    <a:pt x="37134" y="4778"/>
                  </a:lnTo>
                  <a:lnTo>
                    <a:pt x="60800" y="0"/>
                  </a:lnTo>
                  <a:lnTo>
                    <a:pt x="1287698" y="0"/>
                  </a:lnTo>
                  <a:lnTo>
                    <a:pt x="1330690" y="17808"/>
                  </a:lnTo>
                  <a:lnTo>
                    <a:pt x="1348499" y="60801"/>
                  </a:lnTo>
                  <a:lnTo>
                    <a:pt x="1348499" y="303998"/>
                  </a:lnTo>
                  <a:lnTo>
                    <a:pt x="1343721" y="327665"/>
                  </a:lnTo>
                  <a:lnTo>
                    <a:pt x="1330691" y="346991"/>
                  </a:lnTo>
                  <a:lnTo>
                    <a:pt x="1311365" y="360021"/>
                  </a:lnTo>
                  <a:lnTo>
                    <a:pt x="1287698" y="364799"/>
                  </a:lnTo>
                  <a:lnTo>
                    <a:pt x="60800" y="364799"/>
                  </a:lnTo>
                  <a:lnTo>
                    <a:pt x="37134" y="360021"/>
                  </a:lnTo>
                  <a:lnTo>
                    <a:pt x="17808" y="346991"/>
                  </a:lnTo>
                  <a:lnTo>
                    <a:pt x="4778" y="327665"/>
                  </a:lnTo>
                  <a:lnTo>
                    <a:pt x="0" y="303998"/>
                  </a:lnTo>
                  <a:lnTo>
                    <a:pt x="0" y="60801"/>
                  </a:lnTo>
                  <a:close/>
                </a:path>
              </a:pathLst>
            </a:custGeom>
            <a:ln w="9524">
              <a:solidFill>
                <a:srgbClr val="64738B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sp>
        <p:nvSpPr>
          <p:cNvPr id="31" name="object 31"/>
          <p:cNvSpPr txBox="1"/>
          <p:nvPr/>
        </p:nvSpPr>
        <p:spPr>
          <a:xfrm>
            <a:off x="8213248" y="3632999"/>
            <a:ext cx="1271692" cy="283774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733" spc="-47" dirty="0">
                <a:latin typeface="Lucida Sans Unicode"/>
                <a:cs typeface="Lucida Sans Unicode"/>
              </a:rPr>
              <a:t>&lt;|im_end|&gt;</a:t>
            </a:r>
            <a:endParaRPr sz="1733">
              <a:latin typeface="Lucida Sans Unicode"/>
              <a:cs typeface="Lucida Sans Unicode"/>
            </a:endParaRPr>
          </a:p>
        </p:txBody>
      </p:sp>
      <p:grpSp>
        <p:nvGrpSpPr>
          <p:cNvPr id="32" name="object 32"/>
          <p:cNvGrpSpPr/>
          <p:nvPr/>
        </p:nvGrpSpPr>
        <p:grpSpPr>
          <a:xfrm>
            <a:off x="10241500" y="3542537"/>
            <a:ext cx="1811020" cy="499533"/>
            <a:chOff x="7704772" y="2207587"/>
            <a:chExt cx="1358265" cy="374650"/>
          </a:xfrm>
        </p:grpSpPr>
        <p:sp>
          <p:nvSpPr>
            <p:cNvPr id="33" name="object 33"/>
            <p:cNvSpPr/>
            <p:nvPr/>
          </p:nvSpPr>
          <p:spPr>
            <a:xfrm>
              <a:off x="7709534" y="2212350"/>
              <a:ext cx="1348740" cy="365125"/>
            </a:xfrm>
            <a:custGeom>
              <a:avLst/>
              <a:gdLst/>
              <a:ahLst/>
              <a:cxnLst/>
              <a:rect l="l" t="t" r="r" b="b"/>
              <a:pathLst>
                <a:path w="1348740" h="365125">
                  <a:moveTo>
                    <a:pt x="1287698" y="364799"/>
                  </a:moveTo>
                  <a:lnTo>
                    <a:pt x="60801" y="364799"/>
                  </a:lnTo>
                  <a:lnTo>
                    <a:pt x="37135" y="360021"/>
                  </a:lnTo>
                  <a:lnTo>
                    <a:pt x="17808" y="346991"/>
                  </a:lnTo>
                  <a:lnTo>
                    <a:pt x="4778" y="327665"/>
                  </a:lnTo>
                  <a:lnTo>
                    <a:pt x="0" y="303998"/>
                  </a:lnTo>
                  <a:lnTo>
                    <a:pt x="0" y="60801"/>
                  </a:lnTo>
                  <a:lnTo>
                    <a:pt x="4778" y="37134"/>
                  </a:lnTo>
                  <a:lnTo>
                    <a:pt x="17808" y="17808"/>
                  </a:lnTo>
                  <a:lnTo>
                    <a:pt x="37135" y="4778"/>
                  </a:lnTo>
                  <a:lnTo>
                    <a:pt x="60801" y="0"/>
                  </a:lnTo>
                  <a:lnTo>
                    <a:pt x="1287698" y="0"/>
                  </a:lnTo>
                  <a:lnTo>
                    <a:pt x="1330691" y="17808"/>
                  </a:lnTo>
                  <a:lnTo>
                    <a:pt x="1348499" y="60801"/>
                  </a:lnTo>
                  <a:lnTo>
                    <a:pt x="1348499" y="303998"/>
                  </a:lnTo>
                  <a:lnTo>
                    <a:pt x="1343721" y="327665"/>
                  </a:lnTo>
                  <a:lnTo>
                    <a:pt x="1330691" y="346991"/>
                  </a:lnTo>
                  <a:lnTo>
                    <a:pt x="1311365" y="360021"/>
                  </a:lnTo>
                  <a:lnTo>
                    <a:pt x="1287698" y="364799"/>
                  </a:lnTo>
                  <a:close/>
                </a:path>
              </a:pathLst>
            </a:custGeom>
            <a:solidFill>
              <a:srgbClr val="E6F4F6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34" name="object 34"/>
            <p:cNvSpPr/>
            <p:nvPr/>
          </p:nvSpPr>
          <p:spPr>
            <a:xfrm>
              <a:off x="7709534" y="2212350"/>
              <a:ext cx="1348740" cy="365125"/>
            </a:xfrm>
            <a:custGeom>
              <a:avLst/>
              <a:gdLst/>
              <a:ahLst/>
              <a:cxnLst/>
              <a:rect l="l" t="t" r="r" b="b"/>
              <a:pathLst>
                <a:path w="1348740" h="365125">
                  <a:moveTo>
                    <a:pt x="0" y="60801"/>
                  </a:moveTo>
                  <a:lnTo>
                    <a:pt x="4778" y="37134"/>
                  </a:lnTo>
                  <a:lnTo>
                    <a:pt x="17808" y="17808"/>
                  </a:lnTo>
                  <a:lnTo>
                    <a:pt x="37135" y="4778"/>
                  </a:lnTo>
                  <a:lnTo>
                    <a:pt x="60801" y="0"/>
                  </a:lnTo>
                  <a:lnTo>
                    <a:pt x="1287698" y="0"/>
                  </a:lnTo>
                  <a:lnTo>
                    <a:pt x="1330691" y="17808"/>
                  </a:lnTo>
                  <a:lnTo>
                    <a:pt x="1348499" y="60801"/>
                  </a:lnTo>
                  <a:lnTo>
                    <a:pt x="1348499" y="303998"/>
                  </a:lnTo>
                  <a:lnTo>
                    <a:pt x="1343721" y="327665"/>
                  </a:lnTo>
                  <a:lnTo>
                    <a:pt x="1330691" y="346991"/>
                  </a:lnTo>
                  <a:lnTo>
                    <a:pt x="1311365" y="360021"/>
                  </a:lnTo>
                  <a:lnTo>
                    <a:pt x="1287698" y="364799"/>
                  </a:lnTo>
                  <a:lnTo>
                    <a:pt x="60801" y="364799"/>
                  </a:lnTo>
                  <a:lnTo>
                    <a:pt x="37135" y="360021"/>
                  </a:lnTo>
                  <a:lnTo>
                    <a:pt x="17808" y="346991"/>
                  </a:lnTo>
                  <a:lnTo>
                    <a:pt x="4778" y="327665"/>
                  </a:lnTo>
                  <a:lnTo>
                    <a:pt x="0" y="303998"/>
                  </a:lnTo>
                  <a:lnTo>
                    <a:pt x="0" y="60801"/>
                  </a:lnTo>
                  <a:close/>
                </a:path>
              </a:pathLst>
            </a:custGeom>
            <a:ln w="9524">
              <a:solidFill>
                <a:srgbClr val="64738B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sp>
        <p:nvSpPr>
          <p:cNvPr id="35" name="object 35"/>
          <p:cNvSpPr txBox="1"/>
          <p:nvPr/>
        </p:nvSpPr>
        <p:spPr>
          <a:xfrm>
            <a:off x="10511423" y="3632999"/>
            <a:ext cx="1271692" cy="283774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733" spc="-47" dirty="0">
                <a:latin typeface="Lucida Sans Unicode"/>
                <a:cs typeface="Lucida Sans Unicode"/>
              </a:rPr>
              <a:t>&lt;|im_end|&gt;</a:t>
            </a:r>
            <a:endParaRPr sz="1733">
              <a:latin typeface="Lucida Sans Unicode"/>
              <a:cs typeface="Lucida Sans Unicode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9530272" y="3567285"/>
            <a:ext cx="866140" cy="1122466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57572" algn="ctr">
              <a:spcBef>
                <a:spcPts val="133"/>
              </a:spcBef>
            </a:pPr>
            <a:r>
              <a:rPr sz="2533" spc="47" dirty="0">
                <a:latin typeface="Arial Black"/>
                <a:cs typeface="Arial Black"/>
              </a:rPr>
              <a:t>==</a:t>
            </a:r>
            <a:endParaRPr sz="2533">
              <a:latin typeface="Arial Black"/>
              <a:cs typeface="Arial Black"/>
            </a:endParaRPr>
          </a:p>
          <a:p>
            <a:pPr algn="ctr">
              <a:spcBef>
                <a:spcPts val="2680"/>
              </a:spcBef>
            </a:pPr>
            <a:r>
              <a:rPr sz="2400" spc="-13" dirty="0">
                <a:solidFill>
                  <a:srgbClr val="F65B66"/>
                </a:solidFill>
                <a:latin typeface="Arial Black"/>
                <a:cs typeface="Arial Black"/>
              </a:rPr>
              <a:t>Stop!</a:t>
            </a:r>
            <a:endParaRPr sz="2400">
              <a:latin typeface="Arial Black"/>
              <a:cs typeface="Arial Black"/>
            </a:endParaRPr>
          </a:p>
        </p:txBody>
      </p:sp>
      <p:sp>
        <p:nvSpPr>
          <p:cNvPr id="37" name="object 37"/>
          <p:cNvSpPr/>
          <p:nvPr/>
        </p:nvSpPr>
        <p:spPr>
          <a:xfrm>
            <a:off x="4801177" y="2712804"/>
            <a:ext cx="962660" cy="157480"/>
          </a:xfrm>
          <a:custGeom>
            <a:avLst/>
            <a:gdLst/>
            <a:ahLst/>
            <a:cxnLst/>
            <a:rect l="l" t="t" r="r" b="b"/>
            <a:pathLst>
              <a:path w="721995" h="118110">
                <a:moveTo>
                  <a:pt x="721499" y="117899"/>
                </a:moveTo>
                <a:lnTo>
                  <a:pt x="0" y="117899"/>
                </a:lnTo>
                <a:lnTo>
                  <a:pt x="0" y="0"/>
                </a:lnTo>
                <a:lnTo>
                  <a:pt x="721499" y="0"/>
                </a:lnTo>
                <a:lnTo>
                  <a:pt x="721499" y="117899"/>
                </a:lnTo>
                <a:close/>
              </a:path>
            </a:pathLst>
          </a:custGeom>
          <a:solidFill>
            <a:srgbClr val="E6F4F6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38" name="object 38"/>
          <p:cNvSpPr txBox="1"/>
          <p:nvPr/>
        </p:nvSpPr>
        <p:spPr>
          <a:xfrm>
            <a:off x="4898558" y="2689040"/>
            <a:ext cx="700193" cy="160664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933" spc="-27" dirty="0">
                <a:latin typeface="Lucida Sans Unicode"/>
                <a:cs typeface="Lucida Sans Unicode"/>
              </a:rPr>
              <a:t>&lt;|im_end|&gt;</a:t>
            </a:r>
            <a:endParaRPr sz="933"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96250" y="1966103"/>
            <a:ext cx="4097020" cy="4290907"/>
            <a:chOff x="222187" y="796662"/>
            <a:chExt cx="3072765" cy="3218180"/>
          </a:xfrm>
        </p:grpSpPr>
        <p:sp>
          <p:nvSpPr>
            <p:cNvPr id="3" name="object 3"/>
            <p:cNvSpPr/>
            <p:nvPr/>
          </p:nvSpPr>
          <p:spPr>
            <a:xfrm>
              <a:off x="226950" y="1598300"/>
              <a:ext cx="3063240" cy="2411730"/>
            </a:xfrm>
            <a:custGeom>
              <a:avLst/>
              <a:gdLst/>
              <a:ahLst/>
              <a:cxnLst/>
              <a:rect l="l" t="t" r="r" b="b"/>
              <a:pathLst>
                <a:path w="3063240" h="2411729">
                  <a:moveTo>
                    <a:pt x="0" y="0"/>
                  </a:moveTo>
                  <a:lnTo>
                    <a:pt x="3062699" y="0"/>
                  </a:lnTo>
                  <a:lnTo>
                    <a:pt x="3062699" y="2411699"/>
                  </a:lnTo>
                  <a:lnTo>
                    <a:pt x="0" y="24116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4" name="object 4"/>
            <p:cNvSpPr/>
            <p:nvPr/>
          </p:nvSpPr>
          <p:spPr>
            <a:xfrm>
              <a:off x="1001362" y="806187"/>
              <a:ext cx="798830" cy="410209"/>
            </a:xfrm>
            <a:custGeom>
              <a:avLst/>
              <a:gdLst/>
              <a:ahLst/>
              <a:cxnLst/>
              <a:rect l="l" t="t" r="r" b="b"/>
              <a:pathLst>
                <a:path w="798830" h="410209">
                  <a:moveTo>
                    <a:pt x="0" y="68351"/>
                  </a:moveTo>
                  <a:lnTo>
                    <a:pt x="5371" y="41745"/>
                  </a:lnTo>
                  <a:lnTo>
                    <a:pt x="20019" y="20019"/>
                  </a:lnTo>
                  <a:lnTo>
                    <a:pt x="41745" y="5371"/>
                  </a:lnTo>
                  <a:lnTo>
                    <a:pt x="68351" y="0"/>
                  </a:lnTo>
                  <a:lnTo>
                    <a:pt x="730248" y="0"/>
                  </a:lnTo>
                  <a:lnTo>
                    <a:pt x="768169" y="11483"/>
                  </a:lnTo>
                  <a:lnTo>
                    <a:pt x="793397" y="42194"/>
                  </a:lnTo>
                  <a:lnTo>
                    <a:pt x="798599" y="68351"/>
                  </a:lnTo>
                  <a:lnTo>
                    <a:pt x="798599" y="341748"/>
                  </a:lnTo>
                  <a:lnTo>
                    <a:pt x="793228" y="368354"/>
                  </a:lnTo>
                  <a:lnTo>
                    <a:pt x="778580" y="390080"/>
                  </a:lnTo>
                  <a:lnTo>
                    <a:pt x="756854" y="404728"/>
                  </a:lnTo>
                  <a:lnTo>
                    <a:pt x="730248" y="410099"/>
                  </a:lnTo>
                  <a:lnTo>
                    <a:pt x="68351" y="410099"/>
                  </a:lnTo>
                  <a:lnTo>
                    <a:pt x="41745" y="404728"/>
                  </a:lnTo>
                  <a:lnTo>
                    <a:pt x="20019" y="390080"/>
                  </a:lnTo>
                  <a:lnTo>
                    <a:pt x="5371" y="368354"/>
                  </a:lnTo>
                  <a:lnTo>
                    <a:pt x="0" y="341748"/>
                  </a:lnTo>
                  <a:lnTo>
                    <a:pt x="0" y="68351"/>
                  </a:lnTo>
                  <a:close/>
                </a:path>
              </a:pathLst>
            </a:custGeom>
            <a:ln w="19049">
              <a:solidFill>
                <a:srgbClr val="257693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xfrm>
            <a:off x="309316" y="670112"/>
            <a:ext cx="14020800" cy="512961"/>
          </a:xfrm>
          <a:prstGeom prst="rect">
            <a:avLst/>
          </a:prstGeom>
        </p:spPr>
        <p:txBody>
          <a:bodyPr vert="horz" wrap="square" lIns="0" tIns="20320" rIns="0" bIns="0" rtlCol="0" anchor="ctr">
            <a:spAutoFit/>
          </a:bodyPr>
          <a:lstStyle/>
          <a:p>
            <a:pPr marL="225208">
              <a:spcBef>
                <a:spcPts val="160"/>
              </a:spcBef>
            </a:pPr>
            <a:r>
              <a:rPr spc="113" dirty="0"/>
              <a:t>Step</a:t>
            </a:r>
            <a:r>
              <a:rPr spc="-152" dirty="0"/>
              <a:t> </a:t>
            </a:r>
            <a:r>
              <a:rPr spc="-180" dirty="0"/>
              <a:t>4:</a:t>
            </a:r>
            <a:r>
              <a:rPr spc="-147" dirty="0"/>
              <a:t> </a:t>
            </a:r>
            <a:r>
              <a:rPr spc="100" dirty="0"/>
              <a:t>Stop</a:t>
            </a:r>
            <a:r>
              <a:rPr spc="-147" dirty="0"/>
              <a:t> </a:t>
            </a:r>
            <a:r>
              <a:rPr dirty="0"/>
              <a:t>or</a:t>
            </a:r>
            <a:r>
              <a:rPr spc="-147" dirty="0"/>
              <a:t> </a:t>
            </a:r>
            <a:r>
              <a:rPr spc="87" dirty="0"/>
              <a:t>Continue?</a:t>
            </a:r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497252" y="1985842"/>
            <a:ext cx="740833" cy="514457"/>
          </a:xfrm>
          <a:prstGeom prst="rect">
            <a:avLst/>
          </a:prstGeom>
        </p:spPr>
        <p:txBody>
          <a:bodyPr vert="horz" wrap="square" lIns="0" tIns="26247" rIns="0" bIns="0" rtlCol="0">
            <a:spAutoFit/>
          </a:bodyPr>
          <a:lstStyle/>
          <a:p>
            <a:pPr marL="16933" marR="6773" indent="11006">
              <a:lnSpc>
                <a:spcPts val="1907"/>
              </a:lnSpc>
              <a:spcBef>
                <a:spcPts val="207"/>
              </a:spcBef>
            </a:pPr>
            <a:r>
              <a:rPr sz="1600" spc="-339" dirty="0">
                <a:latin typeface="Lucida Sans Unicode"/>
                <a:cs typeface="Lucida Sans Unicode"/>
              </a:rPr>
              <a:t>1:</a:t>
            </a:r>
            <a:r>
              <a:rPr sz="1600" spc="-73" dirty="0">
                <a:latin typeface="Lucida Sans Unicode"/>
                <a:cs typeface="Lucida Sans Unicode"/>
              </a:rPr>
              <a:t> </a:t>
            </a:r>
            <a:r>
              <a:rPr sz="1600" spc="-13" dirty="0">
                <a:latin typeface="Lucida Sans Unicode"/>
                <a:cs typeface="Lucida Sans Unicode"/>
              </a:rPr>
              <a:t>Input </a:t>
            </a:r>
            <a:r>
              <a:rPr sz="1600" spc="-20" dirty="0">
                <a:latin typeface="Lucida Sans Unicode"/>
                <a:cs typeface="Lucida Sans Unicode"/>
              </a:rPr>
              <a:t>Tokens</a:t>
            </a:r>
            <a:endParaRPr sz="1600">
              <a:latin typeface="Lucida Sans Unicode"/>
              <a:cs typeface="Lucida Sans Unicode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4780565" y="1978821"/>
            <a:ext cx="1674707" cy="546945"/>
          </a:xfrm>
          <a:custGeom>
            <a:avLst/>
            <a:gdLst/>
            <a:ahLst/>
            <a:cxnLst/>
            <a:rect l="l" t="t" r="r" b="b"/>
            <a:pathLst>
              <a:path w="1256029" h="410209">
                <a:moveTo>
                  <a:pt x="0" y="68351"/>
                </a:moveTo>
                <a:lnTo>
                  <a:pt x="5371" y="41745"/>
                </a:lnTo>
                <a:lnTo>
                  <a:pt x="20019" y="20019"/>
                </a:lnTo>
                <a:lnTo>
                  <a:pt x="41745" y="5371"/>
                </a:lnTo>
                <a:lnTo>
                  <a:pt x="68351" y="0"/>
                </a:lnTo>
                <a:lnTo>
                  <a:pt x="1187148" y="0"/>
                </a:lnTo>
                <a:lnTo>
                  <a:pt x="1225070" y="11483"/>
                </a:lnTo>
                <a:lnTo>
                  <a:pt x="1250297" y="42194"/>
                </a:lnTo>
                <a:lnTo>
                  <a:pt x="1255499" y="68351"/>
                </a:lnTo>
                <a:lnTo>
                  <a:pt x="1255499" y="341748"/>
                </a:lnTo>
                <a:lnTo>
                  <a:pt x="1250128" y="368354"/>
                </a:lnTo>
                <a:lnTo>
                  <a:pt x="1235480" y="390080"/>
                </a:lnTo>
                <a:lnTo>
                  <a:pt x="1213753" y="404728"/>
                </a:lnTo>
                <a:lnTo>
                  <a:pt x="1187148" y="410099"/>
                </a:lnTo>
                <a:lnTo>
                  <a:pt x="68351" y="410099"/>
                </a:lnTo>
                <a:lnTo>
                  <a:pt x="41745" y="404728"/>
                </a:lnTo>
                <a:lnTo>
                  <a:pt x="20019" y="390080"/>
                </a:lnTo>
                <a:lnTo>
                  <a:pt x="5371" y="368354"/>
                </a:lnTo>
                <a:lnTo>
                  <a:pt x="0" y="341748"/>
                </a:lnTo>
                <a:lnTo>
                  <a:pt x="0" y="68351"/>
                </a:lnTo>
                <a:close/>
              </a:path>
            </a:pathLst>
          </a:custGeom>
          <a:ln w="19049">
            <a:solidFill>
              <a:srgbClr val="257693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8" name="object 8"/>
          <p:cNvSpPr txBox="1"/>
          <p:nvPr/>
        </p:nvSpPr>
        <p:spPr>
          <a:xfrm>
            <a:off x="4979856" y="1985860"/>
            <a:ext cx="1275925" cy="514457"/>
          </a:xfrm>
          <a:prstGeom prst="rect">
            <a:avLst/>
          </a:prstGeom>
        </p:spPr>
        <p:txBody>
          <a:bodyPr vert="horz" wrap="square" lIns="0" tIns="26247" rIns="0" bIns="0" rtlCol="0">
            <a:spAutoFit/>
          </a:bodyPr>
          <a:lstStyle/>
          <a:p>
            <a:pPr marL="16933" marR="6773" indent="31326">
              <a:lnSpc>
                <a:spcPts val="1907"/>
              </a:lnSpc>
              <a:spcBef>
                <a:spcPts val="207"/>
              </a:spcBef>
            </a:pPr>
            <a:r>
              <a:rPr sz="1600" spc="-140" dirty="0">
                <a:latin typeface="Lucida Sans Unicode"/>
                <a:cs typeface="Lucida Sans Unicode"/>
              </a:rPr>
              <a:t>2:</a:t>
            </a:r>
            <a:r>
              <a:rPr sz="1600" spc="-60" dirty="0">
                <a:latin typeface="Lucida Sans Unicode"/>
                <a:cs typeface="Lucida Sans Unicode"/>
              </a:rPr>
              <a:t> </a:t>
            </a:r>
            <a:r>
              <a:rPr sz="1600" spc="53" dirty="0">
                <a:latin typeface="Lucida Sans Unicode"/>
                <a:cs typeface="Lucida Sans Unicode"/>
              </a:rPr>
              <a:t>Compute </a:t>
            </a:r>
            <a:r>
              <a:rPr sz="1600" spc="-13" dirty="0">
                <a:latin typeface="Lucida Sans Unicode"/>
                <a:cs typeface="Lucida Sans Unicode"/>
              </a:rPr>
              <a:t>Probabilities</a:t>
            </a:r>
            <a:endParaRPr sz="1600">
              <a:latin typeface="Lucida Sans Unicode"/>
              <a:cs typeface="Lucida Sans Unicode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2380899" y="1966121"/>
            <a:ext cx="6101080" cy="572345"/>
            <a:chOff x="1785674" y="796675"/>
            <a:chExt cx="4575810" cy="429259"/>
          </a:xfrm>
        </p:grpSpPr>
        <p:sp>
          <p:nvSpPr>
            <p:cNvPr id="10" name="object 10"/>
            <p:cNvSpPr/>
            <p:nvPr/>
          </p:nvSpPr>
          <p:spPr>
            <a:xfrm>
              <a:off x="1799962" y="1011237"/>
              <a:ext cx="1657350" cy="0"/>
            </a:xfrm>
            <a:custGeom>
              <a:avLst/>
              <a:gdLst/>
              <a:ahLst/>
              <a:cxnLst/>
              <a:rect l="l" t="t" r="r" b="b"/>
              <a:pathLst>
                <a:path w="1657350">
                  <a:moveTo>
                    <a:pt x="0" y="0"/>
                  </a:moveTo>
                  <a:lnTo>
                    <a:pt x="1657012" y="0"/>
                  </a:lnTo>
                </a:path>
              </a:pathLst>
            </a:custGeom>
            <a:ln w="28574">
              <a:solidFill>
                <a:srgbClr val="237A94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pic>
          <p:nvPicPr>
            <p:cNvPr id="11" name="object 1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442686" y="965352"/>
              <a:ext cx="115388" cy="91770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5248974" y="806200"/>
              <a:ext cx="1102995" cy="410209"/>
            </a:xfrm>
            <a:custGeom>
              <a:avLst/>
              <a:gdLst/>
              <a:ahLst/>
              <a:cxnLst/>
              <a:rect l="l" t="t" r="r" b="b"/>
              <a:pathLst>
                <a:path w="1102995" h="410209">
                  <a:moveTo>
                    <a:pt x="0" y="68351"/>
                  </a:moveTo>
                  <a:lnTo>
                    <a:pt x="5371" y="41745"/>
                  </a:lnTo>
                  <a:lnTo>
                    <a:pt x="20019" y="20019"/>
                  </a:lnTo>
                  <a:lnTo>
                    <a:pt x="41745" y="5371"/>
                  </a:lnTo>
                  <a:lnTo>
                    <a:pt x="68351" y="0"/>
                  </a:lnTo>
                  <a:lnTo>
                    <a:pt x="1034148" y="0"/>
                  </a:lnTo>
                  <a:lnTo>
                    <a:pt x="1072070" y="11483"/>
                  </a:lnTo>
                  <a:lnTo>
                    <a:pt x="1097297" y="42194"/>
                  </a:lnTo>
                  <a:lnTo>
                    <a:pt x="1102499" y="68351"/>
                  </a:lnTo>
                  <a:lnTo>
                    <a:pt x="1102499" y="341748"/>
                  </a:lnTo>
                  <a:lnTo>
                    <a:pt x="1097128" y="368354"/>
                  </a:lnTo>
                  <a:lnTo>
                    <a:pt x="1082480" y="390080"/>
                  </a:lnTo>
                  <a:lnTo>
                    <a:pt x="1060753" y="404728"/>
                  </a:lnTo>
                  <a:lnTo>
                    <a:pt x="1034148" y="410099"/>
                  </a:lnTo>
                  <a:lnTo>
                    <a:pt x="68351" y="410099"/>
                  </a:lnTo>
                  <a:lnTo>
                    <a:pt x="41745" y="404728"/>
                  </a:lnTo>
                  <a:lnTo>
                    <a:pt x="20019" y="390080"/>
                  </a:lnTo>
                  <a:lnTo>
                    <a:pt x="5371" y="368354"/>
                  </a:lnTo>
                  <a:lnTo>
                    <a:pt x="0" y="341748"/>
                  </a:lnTo>
                  <a:lnTo>
                    <a:pt x="0" y="68351"/>
                  </a:lnTo>
                  <a:close/>
                </a:path>
              </a:pathLst>
            </a:custGeom>
            <a:ln w="19049">
              <a:solidFill>
                <a:srgbClr val="257693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7298819" y="1985860"/>
            <a:ext cx="870373" cy="514457"/>
          </a:xfrm>
          <a:prstGeom prst="rect">
            <a:avLst/>
          </a:prstGeom>
        </p:spPr>
        <p:txBody>
          <a:bodyPr vert="horz" wrap="square" lIns="0" tIns="26247" rIns="0" bIns="0" rtlCol="0">
            <a:spAutoFit/>
          </a:bodyPr>
          <a:lstStyle/>
          <a:p>
            <a:pPr marL="133770" marR="6773" indent="-117684">
              <a:lnSpc>
                <a:spcPts val="1907"/>
              </a:lnSpc>
              <a:spcBef>
                <a:spcPts val="207"/>
              </a:spcBef>
            </a:pPr>
            <a:r>
              <a:rPr sz="1600" spc="-133" dirty="0">
                <a:solidFill>
                  <a:srgbClr val="0A0A0A"/>
                </a:solidFill>
                <a:latin typeface="Lucida Sans Unicode"/>
                <a:cs typeface="Lucida Sans Unicode"/>
              </a:rPr>
              <a:t>3:</a:t>
            </a:r>
            <a:r>
              <a:rPr sz="1600" spc="-60" dirty="0">
                <a:solidFill>
                  <a:srgbClr val="0A0A0A"/>
                </a:solidFill>
                <a:latin typeface="Lucida Sans Unicode"/>
                <a:cs typeface="Lucida Sans Unicode"/>
              </a:rPr>
              <a:t> </a:t>
            </a:r>
            <a:r>
              <a:rPr sz="1600" spc="-13" dirty="0">
                <a:solidFill>
                  <a:srgbClr val="0A0A0A"/>
                </a:solidFill>
                <a:latin typeface="Lucida Sans Unicode"/>
                <a:cs typeface="Lucida Sans Unicode"/>
              </a:rPr>
              <a:t>Select Token</a:t>
            </a:r>
            <a:endParaRPr sz="1600">
              <a:latin typeface="Lucida Sans Unicode"/>
              <a:cs typeface="Lucida Sans Unicode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6435517" y="1634037"/>
            <a:ext cx="4374727" cy="1317413"/>
            <a:chOff x="4826637" y="547612"/>
            <a:chExt cx="3281045" cy="988060"/>
          </a:xfrm>
        </p:grpSpPr>
        <p:sp>
          <p:nvSpPr>
            <p:cNvPr id="15" name="object 15"/>
            <p:cNvSpPr/>
            <p:nvPr/>
          </p:nvSpPr>
          <p:spPr>
            <a:xfrm>
              <a:off x="4840925" y="1011249"/>
              <a:ext cx="280035" cy="0"/>
            </a:xfrm>
            <a:custGeom>
              <a:avLst/>
              <a:gdLst/>
              <a:ahLst/>
              <a:cxnLst/>
              <a:rect l="l" t="t" r="r" b="b"/>
              <a:pathLst>
                <a:path w="280035">
                  <a:moveTo>
                    <a:pt x="0" y="0"/>
                  </a:moveTo>
                  <a:lnTo>
                    <a:pt x="279412" y="0"/>
                  </a:lnTo>
                </a:path>
              </a:pathLst>
            </a:custGeom>
            <a:ln w="28574">
              <a:solidFill>
                <a:srgbClr val="237A94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pic>
          <p:nvPicPr>
            <p:cNvPr id="16" name="object 1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106050" y="965364"/>
              <a:ext cx="115388" cy="91770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6899125" y="561900"/>
              <a:ext cx="1193800" cy="959485"/>
            </a:xfrm>
            <a:custGeom>
              <a:avLst/>
              <a:gdLst/>
              <a:ahLst/>
              <a:cxnLst/>
              <a:rect l="l" t="t" r="r" b="b"/>
              <a:pathLst>
                <a:path w="1193800" h="959485">
                  <a:moveTo>
                    <a:pt x="0" y="479549"/>
                  </a:moveTo>
                  <a:lnTo>
                    <a:pt x="596849" y="0"/>
                  </a:lnTo>
                  <a:lnTo>
                    <a:pt x="1193699" y="479549"/>
                  </a:lnTo>
                  <a:lnTo>
                    <a:pt x="596849" y="959099"/>
                  </a:lnTo>
                  <a:lnTo>
                    <a:pt x="0" y="479549"/>
                  </a:lnTo>
                  <a:close/>
                </a:path>
              </a:pathLst>
            </a:custGeom>
            <a:ln w="28574">
              <a:solidFill>
                <a:srgbClr val="F65B66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109658" y="2763493"/>
            <a:ext cx="1761913" cy="26332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600" spc="-67" dirty="0">
                <a:solidFill>
                  <a:srgbClr val="237A94"/>
                </a:solidFill>
                <a:latin typeface="Arial Black"/>
                <a:cs typeface="Arial Black"/>
              </a:rPr>
              <a:t>Context</a:t>
            </a:r>
            <a:r>
              <a:rPr sz="1600" spc="-152" dirty="0">
                <a:solidFill>
                  <a:srgbClr val="237A94"/>
                </a:solidFill>
                <a:latin typeface="Arial Black"/>
                <a:cs typeface="Arial Black"/>
              </a:rPr>
              <a:t> </a:t>
            </a:r>
            <a:r>
              <a:rPr sz="1600" spc="-13" dirty="0">
                <a:solidFill>
                  <a:srgbClr val="237A94"/>
                </a:solidFill>
                <a:latin typeface="Arial Black"/>
                <a:cs typeface="Arial Black"/>
              </a:rPr>
              <a:t>Window</a:t>
            </a:r>
            <a:endParaRPr sz="1600">
              <a:latin typeface="Arial Black"/>
              <a:cs typeface="Arial Black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9457598" y="2012309"/>
            <a:ext cx="1074420" cy="509541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 marR="6773" indent="33866">
              <a:spcBef>
                <a:spcPts val="133"/>
              </a:spcBef>
            </a:pPr>
            <a:r>
              <a:rPr sz="1600" spc="-40" dirty="0">
                <a:solidFill>
                  <a:srgbClr val="257693"/>
                </a:solidFill>
                <a:latin typeface="Arial Black"/>
                <a:cs typeface="Arial Black"/>
              </a:rPr>
              <a:t>4.</a:t>
            </a:r>
            <a:r>
              <a:rPr sz="1600" spc="-180" dirty="0">
                <a:solidFill>
                  <a:srgbClr val="257693"/>
                </a:solidFill>
                <a:latin typeface="Arial Black"/>
                <a:cs typeface="Arial Black"/>
              </a:rPr>
              <a:t> </a:t>
            </a:r>
            <a:r>
              <a:rPr sz="1600" spc="-80" dirty="0">
                <a:solidFill>
                  <a:srgbClr val="257693"/>
                </a:solidFill>
                <a:latin typeface="Arial Black"/>
                <a:cs typeface="Arial Black"/>
              </a:rPr>
              <a:t>Stop</a:t>
            </a:r>
            <a:r>
              <a:rPr sz="1600" spc="-180" dirty="0">
                <a:solidFill>
                  <a:srgbClr val="257693"/>
                </a:solidFill>
                <a:latin typeface="Arial Black"/>
                <a:cs typeface="Arial Black"/>
              </a:rPr>
              <a:t> </a:t>
            </a:r>
            <a:r>
              <a:rPr sz="1600" spc="-33" dirty="0">
                <a:solidFill>
                  <a:srgbClr val="257693"/>
                </a:solidFill>
                <a:latin typeface="Arial Black"/>
                <a:cs typeface="Arial Black"/>
              </a:rPr>
              <a:t>or </a:t>
            </a:r>
            <a:r>
              <a:rPr sz="1600" spc="-67" dirty="0">
                <a:solidFill>
                  <a:srgbClr val="257693"/>
                </a:solidFill>
                <a:latin typeface="Arial Black"/>
                <a:cs typeface="Arial Black"/>
              </a:rPr>
              <a:t>continue?</a:t>
            </a:r>
            <a:endParaRPr sz="1600">
              <a:latin typeface="Arial Black"/>
              <a:cs typeface="Arial Black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406200" y="2231306"/>
            <a:ext cx="8756227" cy="3945467"/>
            <a:chOff x="304650" y="995564"/>
            <a:chExt cx="6567170" cy="2959100"/>
          </a:xfrm>
        </p:grpSpPr>
        <p:sp>
          <p:nvSpPr>
            <p:cNvPr id="21" name="object 21"/>
            <p:cNvSpPr/>
            <p:nvPr/>
          </p:nvSpPr>
          <p:spPr>
            <a:xfrm>
              <a:off x="6351325" y="1041449"/>
              <a:ext cx="419734" cy="0"/>
            </a:xfrm>
            <a:custGeom>
              <a:avLst/>
              <a:gdLst/>
              <a:ahLst/>
              <a:cxnLst/>
              <a:rect l="l" t="t" r="r" b="b"/>
              <a:pathLst>
                <a:path w="419734">
                  <a:moveTo>
                    <a:pt x="0" y="0"/>
                  </a:moveTo>
                  <a:lnTo>
                    <a:pt x="419212" y="0"/>
                  </a:lnTo>
                </a:path>
              </a:pathLst>
            </a:custGeom>
            <a:ln w="28574">
              <a:solidFill>
                <a:srgbClr val="237A94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pic>
          <p:nvPicPr>
            <p:cNvPr id="22" name="object 2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756250" y="995564"/>
              <a:ext cx="115388" cy="91770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13967" y="1732333"/>
              <a:ext cx="2956500" cy="2124499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316788" y="3162122"/>
              <a:ext cx="2907665" cy="792480"/>
            </a:xfrm>
            <a:custGeom>
              <a:avLst/>
              <a:gdLst/>
              <a:ahLst/>
              <a:cxnLst/>
              <a:rect l="l" t="t" r="r" b="b"/>
              <a:pathLst>
                <a:path w="2907665" h="792479">
                  <a:moveTo>
                    <a:pt x="2907436" y="475907"/>
                  </a:moveTo>
                  <a:lnTo>
                    <a:pt x="2896031" y="475907"/>
                  </a:lnTo>
                  <a:lnTo>
                    <a:pt x="2896031" y="0"/>
                  </a:lnTo>
                  <a:lnTo>
                    <a:pt x="2267534" y="0"/>
                  </a:lnTo>
                  <a:lnTo>
                    <a:pt x="2267534" y="219240"/>
                  </a:lnTo>
                  <a:lnTo>
                    <a:pt x="0" y="219240"/>
                  </a:lnTo>
                  <a:lnTo>
                    <a:pt x="0" y="791933"/>
                  </a:lnTo>
                  <a:lnTo>
                    <a:pt x="2674505" y="791933"/>
                  </a:lnTo>
                  <a:lnTo>
                    <a:pt x="2674505" y="742010"/>
                  </a:lnTo>
                  <a:lnTo>
                    <a:pt x="2907436" y="742010"/>
                  </a:lnTo>
                  <a:lnTo>
                    <a:pt x="2907436" y="47590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25" name="object 25"/>
            <p:cNvSpPr/>
            <p:nvPr/>
          </p:nvSpPr>
          <p:spPr>
            <a:xfrm>
              <a:off x="304650" y="1647824"/>
              <a:ext cx="2827655" cy="1266825"/>
            </a:xfrm>
            <a:custGeom>
              <a:avLst/>
              <a:gdLst/>
              <a:ahLst/>
              <a:cxnLst/>
              <a:rect l="l" t="t" r="r" b="b"/>
              <a:pathLst>
                <a:path w="2827655" h="1266825">
                  <a:moveTo>
                    <a:pt x="2827499" y="1266599"/>
                  </a:moveTo>
                  <a:lnTo>
                    <a:pt x="0" y="1266599"/>
                  </a:lnTo>
                  <a:lnTo>
                    <a:pt x="0" y="0"/>
                  </a:lnTo>
                  <a:lnTo>
                    <a:pt x="2827499" y="0"/>
                  </a:lnTo>
                  <a:lnTo>
                    <a:pt x="2827499" y="1266599"/>
                  </a:lnTo>
                  <a:close/>
                </a:path>
              </a:pathLst>
            </a:custGeom>
            <a:solidFill>
              <a:srgbClr val="FFFFFF">
                <a:alpha val="80378"/>
              </a:srgbClr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401699" y="5650283"/>
            <a:ext cx="3293533" cy="34533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2133" spc="-47" dirty="0">
                <a:solidFill>
                  <a:srgbClr val="F65B66"/>
                </a:solidFill>
                <a:latin typeface="Arial Black"/>
                <a:cs typeface="Arial Black"/>
              </a:rPr>
              <a:t>Output</a:t>
            </a:r>
            <a:r>
              <a:rPr sz="2133" spc="-220" dirty="0">
                <a:solidFill>
                  <a:srgbClr val="F65B66"/>
                </a:solidFill>
                <a:latin typeface="Arial Black"/>
                <a:cs typeface="Arial Black"/>
              </a:rPr>
              <a:t> </a:t>
            </a:r>
            <a:r>
              <a:rPr sz="2133" spc="-73" dirty="0">
                <a:solidFill>
                  <a:srgbClr val="F65B66"/>
                </a:solidFill>
                <a:latin typeface="Arial Black"/>
                <a:cs typeface="Arial Black"/>
              </a:rPr>
              <a:t>count:</a:t>
            </a:r>
            <a:r>
              <a:rPr sz="2133" spc="-227" dirty="0">
                <a:solidFill>
                  <a:srgbClr val="F65B66"/>
                </a:solidFill>
                <a:latin typeface="Arial Black"/>
                <a:cs typeface="Arial Black"/>
              </a:rPr>
              <a:t> </a:t>
            </a:r>
            <a:r>
              <a:rPr sz="2133" spc="-387" dirty="0">
                <a:latin typeface="Arial Black"/>
                <a:cs typeface="Arial Black"/>
              </a:rPr>
              <a:t>13</a:t>
            </a:r>
            <a:r>
              <a:rPr sz="2133" spc="-220" dirty="0">
                <a:latin typeface="Arial Black"/>
                <a:cs typeface="Arial Black"/>
              </a:rPr>
              <a:t> </a:t>
            </a:r>
            <a:r>
              <a:rPr sz="2133" spc="-53" dirty="0">
                <a:latin typeface="Arial Black"/>
                <a:cs typeface="Arial Black"/>
              </a:rPr>
              <a:t>tokens</a:t>
            </a:r>
            <a:endParaRPr sz="2133">
              <a:latin typeface="Arial Black"/>
              <a:cs typeface="Arial Black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4765218" y="2926272"/>
            <a:ext cx="5685367" cy="2987040"/>
            <a:chOff x="3573913" y="1516789"/>
            <a:chExt cx="4264025" cy="2240280"/>
          </a:xfrm>
        </p:grpSpPr>
        <p:pic>
          <p:nvPicPr>
            <p:cNvPr id="28" name="object 2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583438" y="1557929"/>
              <a:ext cx="2242756" cy="2189384"/>
            </a:xfrm>
            <a:prstGeom prst="rect">
              <a:avLst/>
            </a:prstGeom>
          </p:spPr>
        </p:pic>
        <p:sp>
          <p:nvSpPr>
            <p:cNvPr id="29" name="object 29"/>
            <p:cNvSpPr/>
            <p:nvPr/>
          </p:nvSpPr>
          <p:spPr>
            <a:xfrm>
              <a:off x="3578676" y="1521551"/>
              <a:ext cx="2268220" cy="2230755"/>
            </a:xfrm>
            <a:custGeom>
              <a:avLst/>
              <a:gdLst/>
              <a:ahLst/>
              <a:cxnLst/>
              <a:rect l="l" t="t" r="r" b="b"/>
              <a:pathLst>
                <a:path w="2268220" h="2230754">
                  <a:moveTo>
                    <a:pt x="0" y="0"/>
                  </a:moveTo>
                  <a:lnTo>
                    <a:pt x="2268075" y="0"/>
                  </a:lnTo>
                  <a:lnTo>
                    <a:pt x="2268075" y="2230525"/>
                  </a:lnTo>
                  <a:lnTo>
                    <a:pt x="0" y="2230525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237A94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30" name="object 30"/>
            <p:cNvSpPr/>
            <p:nvPr/>
          </p:nvSpPr>
          <p:spPr>
            <a:xfrm>
              <a:off x="7158925" y="2412449"/>
              <a:ext cx="674370" cy="365125"/>
            </a:xfrm>
            <a:custGeom>
              <a:avLst/>
              <a:gdLst/>
              <a:ahLst/>
              <a:cxnLst/>
              <a:rect l="l" t="t" r="r" b="b"/>
              <a:pathLst>
                <a:path w="674370" h="365125">
                  <a:moveTo>
                    <a:pt x="613299" y="364799"/>
                  </a:moveTo>
                  <a:lnTo>
                    <a:pt x="60801" y="364799"/>
                  </a:lnTo>
                  <a:lnTo>
                    <a:pt x="37134" y="360021"/>
                  </a:lnTo>
                  <a:lnTo>
                    <a:pt x="17808" y="346991"/>
                  </a:lnTo>
                  <a:lnTo>
                    <a:pt x="4778" y="327665"/>
                  </a:lnTo>
                  <a:lnTo>
                    <a:pt x="0" y="303998"/>
                  </a:lnTo>
                  <a:lnTo>
                    <a:pt x="0" y="60801"/>
                  </a:lnTo>
                  <a:lnTo>
                    <a:pt x="4778" y="37134"/>
                  </a:lnTo>
                  <a:lnTo>
                    <a:pt x="17808" y="17808"/>
                  </a:lnTo>
                  <a:lnTo>
                    <a:pt x="37134" y="4778"/>
                  </a:lnTo>
                  <a:lnTo>
                    <a:pt x="60801" y="0"/>
                  </a:lnTo>
                  <a:lnTo>
                    <a:pt x="613299" y="0"/>
                  </a:lnTo>
                  <a:lnTo>
                    <a:pt x="656292" y="17808"/>
                  </a:lnTo>
                  <a:lnTo>
                    <a:pt x="674099" y="60801"/>
                  </a:lnTo>
                  <a:lnTo>
                    <a:pt x="674099" y="303998"/>
                  </a:lnTo>
                  <a:lnTo>
                    <a:pt x="669322" y="327665"/>
                  </a:lnTo>
                  <a:lnTo>
                    <a:pt x="656292" y="346991"/>
                  </a:lnTo>
                  <a:lnTo>
                    <a:pt x="636965" y="360021"/>
                  </a:lnTo>
                  <a:lnTo>
                    <a:pt x="613299" y="364799"/>
                  </a:lnTo>
                  <a:close/>
                </a:path>
              </a:pathLst>
            </a:custGeom>
            <a:solidFill>
              <a:srgbClr val="E6F4F6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31" name="object 31"/>
            <p:cNvSpPr/>
            <p:nvPr/>
          </p:nvSpPr>
          <p:spPr>
            <a:xfrm>
              <a:off x="7158925" y="2412449"/>
              <a:ext cx="674370" cy="365125"/>
            </a:xfrm>
            <a:custGeom>
              <a:avLst/>
              <a:gdLst/>
              <a:ahLst/>
              <a:cxnLst/>
              <a:rect l="l" t="t" r="r" b="b"/>
              <a:pathLst>
                <a:path w="674370" h="365125">
                  <a:moveTo>
                    <a:pt x="0" y="60801"/>
                  </a:moveTo>
                  <a:lnTo>
                    <a:pt x="4778" y="37134"/>
                  </a:lnTo>
                  <a:lnTo>
                    <a:pt x="17808" y="17808"/>
                  </a:lnTo>
                  <a:lnTo>
                    <a:pt x="37134" y="4778"/>
                  </a:lnTo>
                  <a:lnTo>
                    <a:pt x="60801" y="0"/>
                  </a:lnTo>
                  <a:lnTo>
                    <a:pt x="613299" y="0"/>
                  </a:lnTo>
                  <a:lnTo>
                    <a:pt x="656292" y="17808"/>
                  </a:lnTo>
                  <a:lnTo>
                    <a:pt x="674099" y="60801"/>
                  </a:lnTo>
                  <a:lnTo>
                    <a:pt x="674099" y="303998"/>
                  </a:lnTo>
                  <a:lnTo>
                    <a:pt x="669322" y="327665"/>
                  </a:lnTo>
                  <a:lnTo>
                    <a:pt x="656292" y="346991"/>
                  </a:lnTo>
                  <a:lnTo>
                    <a:pt x="636965" y="360021"/>
                  </a:lnTo>
                  <a:lnTo>
                    <a:pt x="613299" y="364799"/>
                  </a:lnTo>
                  <a:lnTo>
                    <a:pt x="60801" y="364799"/>
                  </a:lnTo>
                  <a:lnTo>
                    <a:pt x="37134" y="360021"/>
                  </a:lnTo>
                  <a:lnTo>
                    <a:pt x="17808" y="346991"/>
                  </a:lnTo>
                  <a:lnTo>
                    <a:pt x="4778" y="327665"/>
                  </a:lnTo>
                  <a:lnTo>
                    <a:pt x="0" y="303998"/>
                  </a:lnTo>
                  <a:lnTo>
                    <a:pt x="0" y="60801"/>
                  </a:lnTo>
                  <a:close/>
                </a:path>
              </a:pathLst>
            </a:custGeom>
            <a:ln w="9524">
              <a:solidFill>
                <a:srgbClr val="64738B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sp>
        <p:nvSpPr>
          <p:cNvPr id="32" name="object 32"/>
          <p:cNvSpPr txBox="1"/>
          <p:nvPr/>
        </p:nvSpPr>
        <p:spPr>
          <a:xfrm>
            <a:off x="8696779" y="3126093"/>
            <a:ext cx="2595880" cy="1884213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algn="ctr">
              <a:spcBef>
                <a:spcPts val="133"/>
              </a:spcBef>
            </a:pPr>
            <a:r>
              <a:rPr sz="2000" spc="-73" dirty="0">
                <a:solidFill>
                  <a:srgbClr val="F65B66"/>
                </a:solidFill>
                <a:latin typeface="Arial Black"/>
                <a:cs typeface="Arial Black"/>
              </a:rPr>
              <a:t>Max</a:t>
            </a:r>
            <a:r>
              <a:rPr sz="2000" spc="-213" dirty="0">
                <a:solidFill>
                  <a:srgbClr val="F65B66"/>
                </a:solidFill>
                <a:latin typeface="Arial Black"/>
                <a:cs typeface="Arial Black"/>
              </a:rPr>
              <a:t> </a:t>
            </a:r>
            <a:r>
              <a:rPr sz="2000" spc="-152" dirty="0">
                <a:solidFill>
                  <a:srgbClr val="F65B66"/>
                </a:solidFill>
                <a:latin typeface="Arial Black"/>
                <a:cs typeface="Arial Black"/>
              </a:rPr>
              <a:t>New</a:t>
            </a:r>
            <a:r>
              <a:rPr sz="2000" spc="-207" dirty="0">
                <a:solidFill>
                  <a:srgbClr val="F65B66"/>
                </a:solidFill>
                <a:latin typeface="Arial Black"/>
                <a:cs typeface="Arial Black"/>
              </a:rPr>
              <a:t> </a:t>
            </a:r>
            <a:r>
              <a:rPr sz="2000" spc="-120" dirty="0">
                <a:solidFill>
                  <a:srgbClr val="F65B66"/>
                </a:solidFill>
                <a:latin typeface="Arial Black"/>
                <a:cs typeface="Arial Black"/>
              </a:rPr>
              <a:t>Tokens:</a:t>
            </a:r>
            <a:r>
              <a:rPr sz="2000" spc="-207" dirty="0">
                <a:solidFill>
                  <a:srgbClr val="F65B66"/>
                </a:solidFill>
                <a:latin typeface="Arial Black"/>
                <a:cs typeface="Arial Black"/>
              </a:rPr>
              <a:t> </a:t>
            </a:r>
            <a:r>
              <a:rPr sz="2000" spc="-133" dirty="0">
                <a:latin typeface="Arial Black"/>
                <a:cs typeface="Arial Black"/>
              </a:rPr>
              <a:t>14</a:t>
            </a:r>
            <a:endParaRPr sz="2000">
              <a:latin typeface="Arial Black"/>
              <a:cs typeface="Arial Black"/>
            </a:endParaRPr>
          </a:p>
          <a:p>
            <a:pPr marL="38944" algn="ctr">
              <a:spcBef>
                <a:spcPts val="2400"/>
              </a:spcBef>
            </a:pPr>
            <a:r>
              <a:rPr sz="2000" dirty="0">
                <a:latin typeface="Lucida Sans Unicode"/>
                <a:cs typeface="Lucida Sans Unicode"/>
              </a:rPr>
              <a:t>Output</a:t>
            </a:r>
            <a:r>
              <a:rPr sz="2000" spc="33" dirty="0">
                <a:latin typeface="Lucida Sans Unicode"/>
                <a:cs typeface="Lucida Sans Unicode"/>
              </a:rPr>
              <a:t> </a:t>
            </a:r>
            <a:r>
              <a:rPr sz="2000" spc="-33" dirty="0">
                <a:latin typeface="Lucida Sans Unicode"/>
                <a:cs typeface="Lucida Sans Unicode"/>
              </a:rPr>
              <a:t>14</a:t>
            </a:r>
            <a:endParaRPr sz="2000">
              <a:latin typeface="Lucida Sans Unicode"/>
              <a:cs typeface="Lucida Sans Unicode"/>
            </a:endParaRPr>
          </a:p>
          <a:p>
            <a:pPr algn="ctr">
              <a:spcBef>
                <a:spcPts val="1293"/>
              </a:spcBef>
            </a:pPr>
            <a:r>
              <a:rPr sz="1733" spc="33" dirty="0">
                <a:latin typeface="Lucida Sans Unicode"/>
                <a:cs typeface="Lucida Sans Unicode"/>
              </a:rPr>
              <a:t>end</a:t>
            </a:r>
            <a:endParaRPr sz="1733">
              <a:latin typeface="Lucida Sans Unicode"/>
              <a:cs typeface="Lucida Sans Unicode"/>
            </a:endParaRPr>
          </a:p>
          <a:p>
            <a:pPr algn="ctr">
              <a:spcBef>
                <a:spcPts val="1147"/>
              </a:spcBef>
            </a:pPr>
            <a:r>
              <a:rPr sz="2400" spc="-13" dirty="0">
                <a:solidFill>
                  <a:srgbClr val="F65B66"/>
                </a:solidFill>
                <a:latin typeface="Arial Black"/>
                <a:cs typeface="Arial Black"/>
              </a:rPr>
              <a:t>Stop!</a:t>
            </a:r>
            <a:endParaRPr sz="2400">
              <a:latin typeface="Arial Black"/>
              <a:cs typeface="Arial Black"/>
            </a:endParaRPr>
          </a:p>
        </p:txBody>
      </p:sp>
      <p:grpSp>
        <p:nvGrpSpPr>
          <p:cNvPr id="33" name="object 33"/>
          <p:cNvGrpSpPr/>
          <p:nvPr/>
        </p:nvGrpSpPr>
        <p:grpSpPr>
          <a:xfrm>
            <a:off x="3425905" y="4390037"/>
            <a:ext cx="6165427" cy="1015153"/>
            <a:chOff x="2569429" y="2614612"/>
            <a:chExt cx="4624070" cy="761365"/>
          </a:xfrm>
        </p:grpSpPr>
        <p:sp>
          <p:nvSpPr>
            <p:cNvPr id="34" name="object 34"/>
            <p:cNvSpPr/>
            <p:nvPr/>
          </p:nvSpPr>
          <p:spPr>
            <a:xfrm>
              <a:off x="3166959" y="2619375"/>
              <a:ext cx="4021454" cy="631190"/>
            </a:xfrm>
            <a:custGeom>
              <a:avLst/>
              <a:gdLst/>
              <a:ahLst/>
              <a:cxnLst/>
              <a:rect l="l" t="t" r="r" b="b"/>
              <a:pathLst>
                <a:path w="4021454" h="631189">
                  <a:moveTo>
                    <a:pt x="4021440" y="0"/>
                  </a:moveTo>
                  <a:lnTo>
                    <a:pt x="0" y="631040"/>
                  </a:lnTo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35" name="object 35"/>
            <p:cNvSpPr/>
            <p:nvPr/>
          </p:nvSpPr>
          <p:spPr>
            <a:xfrm>
              <a:off x="3124256" y="3234872"/>
              <a:ext cx="45720" cy="31115"/>
            </a:xfrm>
            <a:custGeom>
              <a:avLst/>
              <a:gdLst/>
              <a:ahLst/>
              <a:cxnLst/>
              <a:rect l="l" t="t" r="r" b="b"/>
              <a:pathLst>
                <a:path w="45719" h="31114">
                  <a:moveTo>
                    <a:pt x="45141" y="31085"/>
                  </a:moveTo>
                  <a:lnTo>
                    <a:pt x="0" y="22243"/>
                  </a:lnTo>
                  <a:lnTo>
                    <a:pt x="40263" y="0"/>
                  </a:lnTo>
                  <a:lnTo>
                    <a:pt x="45141" y="31085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36" name="object 36"/>
            <p:cNvSpPr/>
            <p:nvPr/>
          </p:nvSpPr>
          <p:spPr>
            <a:xfrm>
              <a:off x="3124256" y="3234872"/>
              <a:ext cx="45720" cy="31115"/>
            </a:xfrm>
            <a:custGeom>
              <a:avLst/>
              <a:gdLst/>
              <a:ahLst/>
              <a:cxnLst/>
              <a:rect l="l" t="t" r="r" b="b"/>
              <a:pathLst>
                <a:path w="45719" h="31114">
                  <a:moveTo>
                    <a:pt x="40263" y="0"/>
                  </a:moveTo>
                  <a:lnTo>
                    <a:pt x="0" y="22243"/>
                  </a:lnTo>
                  <a:lnTo>
                    <a:pt x="45141" y="31085"/>
                  </a:lnTo>
                  <a:lnTo>
                    <a:pt x="40263" y="0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pic>
          <p:nvPicPr>
            <p:cNvPr id="37" name="object 3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569429" y="3147040"/>
              <a:ext cx="480059" cy="228599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96250" y="2029169"/>
            <a:ext cx="4097020" cy="4290907"/>
            <a:chOff x="222187" y="796662"/>
            <a:chExt cx="3072765" cy="3218180"/>
          </a:xfrm>
        </p:grpSpPr>
        <p:sp>
          <p:nvSpPr>
            <p:cNvPr id="3" name="object 3"/>
            <p:cNvSpPr/>
            <p:nvPr/>
          </p:nvSpPr>
          <p:spPr>
            <a:xfrm>
              <a:off x="226950" y="1598300"/>
              <a:ext cx="3063240" cy="2411730"/>
            </a:xfrm>
            <a:custGeom>
              <a:avLst/>
              <a:gdLst/>
              <a:ahLst/>
              <a:cxnLst/>
              <a:rect l="l" t="t" r="r" b="b"/>
              <a:pathLst>
                <a:path w="3063240" h="2411729">
                  <a:moveTo>
                    <a:pt x="0" y="0"/>
                  </a:moveTo>
                  <a:lnTo>
                    <a:pt x="3062699" y="0"/>
                  </a:lnTo>
                  <a:lnTo>
                    <a:pt x="3062699" y="2411699"/>
                  </a:lnTo>
                  <a:lnTo>
                    <a:pt x="0" y="24116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4" name="object 4"/>
            <p:cNvSpPr/>
            <p:nvPr/>
          </p:nvSpPr>
          <p:spPr>
            <a:xfrm>
              <a:off x="1001362" y="806187"/>
              <a:ext cx="798830" cy="410209"/>
            </a:xfrm>
            <a:custGeom>
              <a:avLst/>
              <a:gdLst/>
              <a:ahLst/>
              <a:cxnLst/>
              <a:rect l="l" t="t" r="r" b="b"/>
              <a:pathLst>
                <a:path w="798830" h="410209">
                  <a:moveTo>
                    <a:pt x="0" y="68351"/>
                  </a:moveTo>
                  <a:lnTo>
                    <a:pt x="5371" y="41745"/>
                  </a:lnTo>
                  <a:lnTo>
                    <a:pt x="20019" y="20019"/>
                  </a:lnTo>
                  <a:lnTo>
                    <a:pt x="41745" y="5371"/>
                  </a:lnTo>
                  <a:lnTo>
                    <a:pt x="68351" y="0"/>
                  </a:lnTo>
                  <a:lnTo>
                    <a:pt x="730248" y="0"/>
                  </a:lnTo>
                  <a:lnTo>
                    <a:pt x="768169" y="11483"/>
                  </a:lnTo>
                  <a:lnTo>
                    <a:pt x="793397" y="42194"/>
                  </a:lnTo>
                  <a:lnTo>
                    <a:pt x="798599" y="68351"/>
                  </a:lnTo>
                  <a:lnTo>
                    <a:pt x="798599" y="341748"/>
                  </a:lnTo>
                  <a:lnTo>
                    <a:pt x="793228" y="368354"/>
                  </a:lnTo>
                  <a:lnTo>
                    <a:pt x="778580" y="390080"/>
                  </a:lnTo>
                  <a:lnTo>
                    <a:pt x="756854" y="404728"/>
                  </a:lnTo>
                  <a:lnTo>
                    <a:pt x="730248" y="410099"/>
                  </a:lnTo>
                  <a:lnTo>
                    <a:pt x="68351" y="410099"/>
                  </a:lnTo>
                  <a:lnTo>
                    <a:pt x="41745" y="404728"/>
                  </a:lnTo>
                  <a:lnTo>
                    <a:pt x="20019" y="390080"/>
                  </a:lnTo>
                  <a:lnTo>
                    <a:pt x="5371" y="368354"/>
                  </a:lnTo>
                  <a:lnTo>
                    <a:pt x="0" y="341748"/>
                  </a:lnTo>
                  <a:lnTo>
                    <a:pt x="0" y="68351"/>
                  </a:lnTo>
                  <a:close/>
                </a:path>
              </a:pathLst>
            </a:custGeom>
            <a:ln w="19049">
              <a:solidFill>
                <a:srgbClr val="257693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xfrm>
            <a:off x="309316" y="670112"/>
            <a:ext cx="14020800" cy="512961"/>
          </a:xfrm>
          <a:prstGeom prst="rect">
            <a:avLst/>
          </a:prstGeom>
        </p:spPr>
        <p:txBody>
          <a:bodyPr vert="horz" wrap="square" lIns="0" tIns="20320" rIns="0" bIns="0" rtlCol="0" anchor="ctr">
            <a:spAutoFit/>
          </a:bodyPr>
          <a:lstStyle/>
          <a:p>
            <a:pPr marL="225208">
              <a:spcBef>
                <a:spcPts val="160"/>
              </a:spcBef>
            </a:pPr>
            <a:r>
              <a:rPr spc="113" dirty="0"/>
              <a:t>Step</a:t>
            </a:r>
            <a:r>
              <a:rPr spc="-152" dirty="0"/>
              <a:t> </a:t>
            </a:r>
            <a:r>
              <a:rPr spc="-180" dirty="0"/>
              <a:t>4:</a:t>
            </a:r>
            <a:r>
              <a:rPr spc="-147" dirty="0"/>
              <a:t> </a:t>
            </a:r>
            <a:r>
              <a:rPr spc="100" dirty="0"/>
              <a:t>Stop</a:t>
            </a:r>
            <a:r>
              <a:rPr spc="-147" dirty="0"/>
              <a:t> </a:t>
            </a:r>
            <a:r>
              <a:rPr dirty="0"/>
              <a:t>or</a:t>
            </a:r>
            <a:r>
              <a:rPr spc="-147" dirty="0"/>
              <a:t> </a:t>
            </a:r>
            <a:r>
              <a:rPr spc="87" dirty="0"/>
              <a:t>Continue?</a:t>
            </a:r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497252" y="2048908"/>
            <a:ext cx="740833" cy="514457"/>
          </a:xfrm>
          <a:prstGeom prst="rect">
            <a:avLst/>
          </a:prstGeom>
        </p:spPr>
        <p:txBody>
          <a:bodyPr vert="horz" wrap="square" lIns="0" tIns="26247" rIns="0" bIns="0" rtlCol="0">
            <a:spAutoFit/>
          </a:bodyPr>
          <a:lstStyle/>
          <a:p>
            <a:pPr marL="16933" marR="6773" indent="11006">
              <a:lnSpc>
                <a:spcPts val="1907"/>
              </a:lnSpc>
              <a:spcBef>
                <a:spcPts val="207"/>
              </a:spcBef>
            </a:pPr>
            <a:r>
              <a:rPr sz="1600" spc="-339" dirty="0">
                <a:latin typeface="Lucida Sans Unicode"/>
                <a:cs typeface="Lucida Sans Unicode"/>
              </a:rPr>
              <a:t>1:</a:t>
            </a:r>
            <a:r>
              <a:rPr sz="1600" spc="-73" dirty="0">
                <a:latin typeface="Lucida Sans Unicode"/>
                <a:cs typeface="Lucida Sans Unicode"/>
              </a:rPr>
              <a:t> </a:t>
            </a:r>
            <a:r>
              <a:rPr sz="1600" spc="-13" dirty="0">
                <a:latin typeface="Lucida Sans Unicode"/>
                <a:cs typeface="Lucida Sans Unicode"/>
              </a:rPr>
              <a:t>Input </a:t>
            </a:r>
            <a:r>
              <a:rPr sz="1600" spc="-20" dirty="0">
                <a:latin typeface="Lucida Sans Unicode"/>
                <a:cs typeface="Lucida Sans Unicode"/>
              </a:rPr>
              <a:t>Tokens</a:t>
            </a:r>
            <a:endParaRPr sz="1600">
              <a:latin typeface="Lucida Sans Unicode"/>
              <a:cs typeface="Lucida Sans Unicode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4780565" y="2041887"/>
            <a:ext cx="1674707" cy="546945"/>
          </a:xfrm>
          <a:custGeom>
            <a:avLst/>
            <a:gdLst/>
            <a:ahLst/>
            <a:cxnLst/>
            <a:rect l="l" t="t" r="r" b="b"/>
            <a:pathLst>
              <a:path w="1256029" h="410209">
                <a:moveTo>
                  <a:pt x="0" y="68351"/>
                </a:moveTo>
                <a:lnTo>
                  <a:pt x="5371" y="41745"/>
                </a:lnTo>
                <a:lnTo>
                  <a:pt x="20019" y="20019"/>
                </a:lnTo>
                <a:lnTo>
                  <a:pt x="41745" y="5371"/>
                </a:lnTo>
                <a:lnTo>
                  <a:pt x="68351" y="0"/>
                </a:lnTo>
                <a:lnTo>
                  <a:pt x="1187148" y="0"/>
                </a:lnTo>
                <a:lnTo>
                  <a:pt x="1225070" y="11483"/>
                </a:lnTo>
                <a:lnTo>
                  <a:pt x="1250297" y="42194"/>
                </a:lnTo>
                <a:lnTo>
                  <a:pt x="1255499" y="68351"/>
                </a:lnTo>
                <a:lnTo>
                  <a:pt x="1255499" y="341748"/>
                </a:lnTo>
                <a:lnTo>
                  <a:pt x="1250128" y="368354"/>
                </a:lnTo>
                <a:lnTo>
                  <a:pt x="1235480" y="390080"/>
                </a:lnTo>
                <a:lnTo>
                  <a:pt x="1213753" y="404728"/>
                </a:lnTo>
                <a:lnTo>
                  <a:pt x="1187148" y="410099"/>
                </a:lnTo>
                <a:lnTo>
                  <a:pt x="68351" y="410099"/>
                </a:lnTo>
                <a:lnTo>
                  <a:pt x="41745" y="404728"/>
                </a:lnTo>
                <a:lnTo>
                  <a:pt x="20019" y="390080"/>
                </a:lnTo>
                <a:lnTo>
                  <a:pt x="5371" y="368354"/>
                </a:lnTo>
                <a:lnTo>
                  <a:pt x="0" y="341748"/>
                </a:lnTo>
                <a:lnTo>
                  <a:pt x="0" y="68351"/>
                </a:lnTo>
                <a:close/>
              </a:path>
            </a:pathLst>
          </a:custGeom>
          <a:ln w="19049">
            <a:solidFill>
              <a:srgbClr val="257693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8" name="object 8"/>
          <p:cNvSpPr txBox="1"/>
          <p:nvPr/>
        </p:nvSpPr>
        <p:spPr>
          <a:xfrm>
            <a:off x="4979856" y="2048926"/>
            <a:ext cx="1275925" cy="514457"/>
          </a:xfrm>
          <a:prstGeom prst="rect">
            <a:avLst/>
          </a:prstGeom>
        </p:spPr>
        <p:txBody>
          <a:bodyPr vert="horz" wrap="square" lIns="0" tIns="26247" rIns="0" bIns="0" rtlCol="0">
            <a:spAutoFit/>
          </a:bodyPr>
          <a:lstStyle/>
          <a:p>
            <a:pPr marL="16933" marR="6773" indent="31326">
              <a:lnSpc>
                <a:spcPts val="1907"/>
              </a:lnSpc>
              <a:spcBef>
                <a:spcPts val="207"/>
              </a:spcBef>
            </a:pPr>
            <a:r>
              <a:rPr sz="1600" spc="-140" dirty="0">
                <a:latin typeface="Lucida Sans Unicode"/>
                <a:cs typeface="Lucida Sans Unicode"/>
              </a:rPr>
              <a:t>2:</a:t>
            </a:r>
            <a:r>
              <a:rPr sz="1600" spc="-60" dirty="0">
                <a:latin typeface="Lucida Sans Unicode"/>
                <a:cs typeface="Lucida Sans Unicode"/>
              </a:rPr>
              <a:t> </a:t>
            </a:r>
            <a:r>
              <a:rPr sz="1600" spc="53" dirty="0">
                <a:latin typeface="Lucida Sans Unicode"/>
                <a:cs typeface="Lucida Sans Unicode"/>
              </a:rPr>
              <a:t>Compute </a:t>
            </a:r>
            <a:r>
              <a:rPr sz="1600" spc="-13" dirty="0">
                <a:latin typeface="Lucida Sans Unicode"/>
                <a:cs typeface="Lucida Sans Unicode"/>
              </a:rPr>
              <a:t>Probabilities</a:t>
            </a:r>
            <a:endParaRPr sz="1600">
              <a:latin typeface="Lucida Sans Unicode"/>
              <a:cs typeface="Lucida Sans Unicode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2380899" y="2029187"/>
            <a:ext cx="6101080" cy="572345"/>
            <a:chOff x="1785674" y="796675"/>
            <a:chExt cx="4575810" cy="429259"/>
          </a:xfrm>
        </p:grpSpPr>
        <p:sp>
          <p:nvSpPr>
            <p:cNvPr id="10" name="object 10"/>
            <p:cNvSpPr/>
            <p:nvPr/>
          </p:nvSpPr>
          <p:spPr>
            <a:xfrm>
              <a:off x="1799962" y="1011237"/>
              <a:ext cx="1657350" cy="0"/>
            </a:xfrm>
            <a:custGeom>
              <a:avLst/>
              <a:gdLst/>
              <a:ahLst/>
              <a:cxnLst/>
              <a:rect l="l" t="t" r="r" b="b"/>
              <a:pathLst>
                <a:path w="1657350">
                  <a:moveTo>
                    <a:pt x="0" y="0"/>
                  </a:moveTo>
                  <a:lnTo>
                    <a:pt x="1657012" y="0"/>
                  </a:lnTo>
                </a:path>
              </a:pathLst>
            </a:custGeom>
            <a:ln w="28574">
              <a:solidFill>
                <a:srgbClr val="237A94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pic>
          <p:nvPicPr>
            <p:cNvPr id="11" name="object 1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442686" y="965352"/>
              <a:ext cx="115388" cy="91770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5248974" y="806200"/>
              <a:ext cx="1102995" cy="410209"/>
            </a:xfrm>
            <a:custGeom>
              <a:avLst/>
              <a:gdLst/>
              <a:ahLst/>
              <a:cxnLst/>
              <a:rect l="l" t="t" r="r" b="b"/>
              <a:pathLst>
                <a:path w="1102995" h="410209">
                  <a:moveTo>
                    <a:pt x="0" y="68351"/>
                  </a:moveTo>
                  <a:lnTo>
                    <a:pt x="5371" y="41745"/>
                  </a:lnTo>
                  <a:lnTo>
                    <a:pt x="20019" y="20019"/>
                  </a:lnTo>
                  <a:lnTo>
                    <a:pt x="41745" y="5371"/>
                  </a:lnTo>
                  <a:lnTo>
                    <a:pt x="68351" y="0"/>
                  </a:lnTo>
                  <a:lnTo>
                    <a:pt x="1034148" y="0"/>
                  </a:lnTo>
                  <a:lnTo>
                    <a:pt x="1072070" y="11483"/>
                  </a:lnTo>
                  <a:lnTo>
                    <a:pt x="1097297" y="42194"/>
                  </a:lnTo>
                  <a:lnTo>
                    <a:pt x="1102499" y="68351"/>
                  </a:lnTo>
                  <a:lnTo>
                    <a:pt x="1102499" y="341748"/>
                  </a:lnTo>
                  <a:lnTo>
                    <a:pt x="1097128" y="368354"/>
                  </a:lnTo>
                  <a:lnTo>
                    <a:pt x="1082480" y="390080"/>
                  </a:lnTo>
                  <a:lnTo>
                    <a:pt x="1060753" y="404728"/>
                  </a:lnTo>
                  <a:lnTo>
                    <a:pt x="1034148" y="410099"/>
                  </a:lnTo>
                  <a:lnTo>
                    <a:pt x="68351" y="410099"/>
                  </a:lnTo>
                  <a:lnTo>
                    <a:pt x="41745" y="404728"/>
                  </a:lnTo>
                  <a:lnTo>
                    <a:pt x="20019" y="390080"/>
                  </a:lnTo>
                  <a:lnTo>
                    <a:pt x="5371" y="368354"/>
                  </a:lnTo>
                  <a:lnTo>
                    <a:pt x="0" y="341748"/>
                  </a:lnTo>
                  <a:lnTo>
                    <a:pt x="0" y="68351"/>
                  </a:lnTo>
                  <a:close/>
                </a:path>
              </a:pathLst>
            </a:custGeom>
            <a:ln w="19049">
              <a:solidFill>
                <a:srgbClr val="257693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7298819" y="2048926"/>
            <a:ext cx="870373" cy="514457"/>
          </a:xfrm>
          <a:prstGeom prst="rect">
            <a:avLst/>
          </a:prstGeom>
        </p:spPr>
        <p:txBody>
          <a:bodyPr vert="horz" wrap="square" lIns="0" tIns="26247" rIns="0" bIns="0" rtlCol="0">
            <a:spAutoFit/>
          </a:bodyPr>
          <a:lstStyle/>
          <a:p>
            <a:pPr marL="133770" marR="6773" indent="-117684">
              <a:lnSpc>
                <a:spcPts val="1907"/>
              </a:lnSpc>
              <a:spcBef>
                <a:spcPts val="207"/>
              </a:spcBef>
            </a:pPr>
            <a:r>
              <a:rPr sz="1600" spc="-133" dirty="0">
                <a:solidFill>
                  <a:srgbClr val="0A0A0A"/>
                </a:solidFill>
                <a:latin typeface="Lucida Sans Unicode"/>
                <a:cs typeface="Lucida Sans Unicode"/>
              </a:rPr>
              <a:t>3:</a:t>
            </a:r>
            <a:r>
              <a:rPr sz="1600" spc="-60" dirty="0">
                <a:solidFill>
                  <a:srgbClr val="0A0A0A"/>
                </a:solidFill>
                <a:latin typeface="Lucida Sans Unicode"/>
                <a:cs typeface="Lucida Sans Unicode"/>
              </a:rPr>
              <a:t> </a:t>
            </a:r>
            <a:r>
              <a:rPr sz="1600" spc="-13" dirty="0">
                <a:solidFill>
                  <a:srgbClr val="0A0A0A"/>
                </a:solidFill>
                <a:latin typeface="Lucida Sans Unicode"/>
                <a:cs typeface="Lucida Sans Unicode"/>
              </a:rPr>
              <a:t>Select Token</a:t>
            </a:r>
            <a:endParaRPr sz="1600">
              <a:latin typeface="Lucida Sans Unicode"/>
              <a:cs typeface="Lucida Sans Unicode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6435517" y="1697103"/>
            <a:ext cx="4374727" cy="1317413"/>
            <a:chOff x="4826637" y="547612"/>
            <a:chExt cx="3281045" cy="988060"/>
          </a:xfrm>
        </p:grpSpPr>
        <p:sp>
          <p:nvSpPr>
            <p:cNvPr id="15" name="object 15"/>
            <p:cNvSpPr/>
            <p:nvPr/>
          </p:nvSpPr>
          <p:spPr>
            <a:xfrm>
              <a:off x="4840925" y="1011249"/>
              <a:ext cx="280035" cy="0"/>
            </a:xfrm>
            <a:custGeom>
              <a:avLst/>
              <a:gdLst/>
              <a:ahLst/>
              <a:cxnLst/>
              <a:rect l="l" t="t" r="r" b="b"/>
              <a:pathLst>
                <a:path w="280035">
                  <a:moveTo>
                    <a:pt x="0" y="0"/>
                  </a:moveTo>
                  <a:lnTo>
                    <a:pt x="279412" y="0"/>
                  </a:lnTo>
                </a:path>
              </a:pathLst>
            </a:custGeom>
            <a:ln w="28574">
              <a:solidFill>
                <a:srgbClr val="237A94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pic>
          <p:nvPicPr>
            <p:cNvPr id="16" name="object 1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106050" y="965364"/>
              <a:ext cx="115388" cy="91770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6899125" y="561900"/>
              <a:ext cx="1193800" cy="959485"/>
            </a:xfrm>
            <a:custGeom>
              <a:avLst/>
              <a:gdLst/>
              <a:ahLst/>
              <a:cxnLst/>
              <a:rect l="l" t="t" r="r" b="b"/>
              <a:pathLst>
                <a:path w="1193800" h="959485">
                  <a:moveTo>
                    <a:pt x="0" y="479549"/>
                  </a:moveTo>
                  <a:lnTo>
                    <a:pt x="596849" y="0"/>
                  </a:lnTo>
                  <a:lnTo>
                    <a:pt x="1193699" y="479549"/>
                  </a:lnTo>
                  <a:lnTo>
                    <a:pt x="596849" y="959099"/>
                  </a:lnTo>
                  <a:lnTo>
                    <a:pt x="0" y="479549"/>
                  </a:lnTo>
                  <a:close/>
                </a:path>
              </a:pathLst>
            </a:custGeom>
            <a:ln w="28574">
              <a:solidFill>
                <a:srgbClr val="F65B66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109658" y="2826559"/>
            <a:ext cx="1761913" cy="26332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600" spc="-67" dirty="0">
                <a:solidFill>
                  <a:srgbClr val="237A94"/>
                </a:solidFill>
                <a:latin typeface="Arial Black"/>
                <a:cs typeface="Arial Black"/>
              </a:rPr>
              <a:t>Context</a:t>
            </a:r>
            <a:r>
              <a:rPr sz="1600" spc="-152" dirty="0">
                <a:solidFill>
                  <a:srgbClr val="237A94"/>
                </a:solidFill>
                <a:latin typeface="Arial Black"/>
                <a:cs typeface="Arial Black"/>
              </a:rPr>
              <a:t> </a:t>
            </a:r>
            <a:r>
              <a:rPr sz="1600" spc="-13" dirty="0">
                <a:solidFill>
                  <a:srgbClr val="237A94"/>
                </a:solidFill>
                <a:latin typeface="Arial Black"/>
                <a:cs typeface="Arial Black"/>
              </a:rPr>
              <a:t>Window</a:t>
            </a:r>
            <a:endParaRPr sz="1600">
              <a:latin typeface="Arial Black"/>
              <a:cs typeface="Arial Black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9457598" y="2075375"/>
            <a:ext cx="1074420" cy="509541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 marR="6773" indent="33866">
              <a:spcBef>
                <a:spcPts val="133"/>
              </a:spcBef>
            </a:pPr>
            <a:r>
              <a:rPr sz="1600" spc="-40" dirty="0">
                <a:solidFill>
                  <a:srgbClr val="257693"/>
                </a:solidFill>
                <a:latin typeface="Arial Black"/>
                <a:cs typeface="Arial Black"/>
              </a:rPr>
              <a:t>4.</a:t>
            </a:r>
            <a:r>
              <a:rPr sz="1600" spc="-180" dirty="0">
                <a:solidFill>
                  <a:srgbClr val="257693"/>
                </a:solidFill>
                <a:latin typeface="Arial Black"/>
                <a:cs typeface="Arial Black"/>
              </a:rPr>
              <a:t> </a:t>
            </a:r>
            <a:r>
              <a:rPr sz="1600" spc="-80" dirty="0">
                <a:solidFill>
                  <a:srgbClr val="257693"/>
                </a:solidFill>
                <a:latin typeface="Arial Black"/>
                <a:cs typeface="Arial Black"/>
              </a:rPr>
              <a:t>Stop</a:t>
            </a:r>
            <a:r>
              <a:rPr sz="1600" spc="-180" dirty="0">
                <a:solidFill>
                  <a:srgbClr val="257693"/>
                </a:solidFill>
                <a:latin typeface="Arial Black"/>
                <a:cs typeface="Arial Black"/>
              </a:rPr>
              <a:t> </a:t>
            </a:r>
            <a:r>
              <a:rPr sz="1600" spc="-33" dirty="0">
                <a:solidFill>
                  <a:srgbClr val="257693"/>
                </a:solidFill>
                <a:latin typeface="Arial Black"/>
                <a:cs typeface="Arial Black"/>
              </a:rPr>
              <a:t>or </a:t>
            </a:r>
            <a:r>
              <a:rPr sz="1600" spc="-67" dirty="0">
                <a:solidFill>
                  <a:srgbClr val="257693"/>
                </a:solidFill>
                <a:latin typeface="Arial Black"/>
                <a:cs typeface="Arial Black"/>
              </a:rPr>
              <a:t>continue?</a:t>
            </a:r>
            <a:endParaRPr sz="1600">
              <a:latin typeface="Arial Black"/>
              <a:cs typeface="Arial Black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406189" y="2294372"/>
            <a:ext cx="8756227" cy="3945467"/>
            <a:chOff x="304642" y="995564"/>
            <a:chExt cx="6567170" cy="2959100"/>
          </a:xfrm>
        </p:grpSpPr>
        <p:sp>
          <p:nvSpPr>
            <p:cNvPr id="21" name="object 21"/>
            <p:cNvSpPr/>
            <p:nvPr/>
          </p:nvSpPr>
          <p:spPr>
            <a:xfrm>
              <a:off x="6351325" y="1041449"/>
              <a:ext cx="419734" cy="0"/>
            </a:xfrm>
            <a:custGeom>
              <a:avLst/>
              <a:gdLst/>
              <a:ahLst/>
              <a:cxnLst/>
              <a:rect l="l" t="t" r="r" b="b"/>
              <a:pathLst>
                <a:path w="419734">
                  <a:moveTo>
                    <a:pt x="0" y="0"/>
                  </a:moveTo>
                  <a:lnTo>
                    <a:pt x="419212" y="0"/>
                  </a:lnTo>
                </a:path>
              </a:pathLst>
            </a:custGeom>
            <a:ln w="28574">
              <a:solidFill>
                <a:srgbClr val="237A94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pic>
          <p:nvPicPr>
            <p:cNvPr id="22" name="object 2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756250" y="995564"/>
              <a:ext cx="115388" cy="91770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04642" y="1741908"/>
              <a:ext cx="2956500" cy="2124499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316788" y="3162122"/>
              <a:ext cx="2907665" cy="792480"/>
            </a:xfrm>
            <a:custGeom>
              <a:avLst/>
              <a:gdLst/>
              <a:ahLst/>
              <a:cxnLst/>
              <a:rect l="l" t="t" r="r" b="b"/>
              <a:pathLst>
                <a:path w="2907665" h="792479">
                  <a:moveTo>
                    <a:pt x="2907436" y="475907"/>
                  </a:moveTo>
                  <a:lnTo>
                    <a:pt x="2876905" y="475907"/>
                  </a:lnTo>
                  <a:lnTo>
                    <a:pt x="2876905" y="0"/>
                  </a:lnTo>
                  <a:lnTo>
                    <a:pt x="2248408" y="0"/>
                  </a:lnTo>
                  <a:lnTo>
                    <a:pt x="2248408" y="219240"/>
                  </a:lnTo>
                  <a:lnTo>
                    <a:pt x="0" y="219240"/>
                  </a:lnTo>
                  <a:lnTo>
                    <a:pt x="0" y="791933"/>
                  </a:lnTo>
                  <a:lnTo>
                    <a:pt x="2674505" y="791933"/>
                  </a:lnTo>
                  <a:lnTo>
                    <a:pt x="2674505" y="742010"/>
                  </a:lnTo>
                  <a:lnTo>
                    <a:pt x="2907436" y="742010"/>
                  </a:lnTo>
                  <a:lnTo>
                    <a:pt x="2907436" y="47590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sp>
        <p:nvSpPr>
          <p:cNvPr id="25" name="object 25"/>
          <p:cNvSpPr txBox="1"/>
          <p:nvPr/>
        </p:nvSpPr>
        <p:spPr>
          <a:xfrm>
            <a:off x="719499" y="5677710"/>
            <a:ext cx="3074247" cy="324875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2000" spc="-73" dirty="0">
                <a:solidFill>
                  <a:srgbClr val="F65B66"/>
                </a:solidFill>
                <a:latin typeface="Arial Black"/>
                <a:cs typeface="Arial Black"/>
              </a:rPr>
              <a:t>Max</a:t>
            </a:r>
            <a:r>
              <a:rPr sz="2000" spc="-247" dirty="0">
                <a:solidFill>
                  <a:srgbClr val="F65B66"/>
                </a:solidFill>
                <a:latin typeface="Arial Black"/>
                <a:cs typeface="Arial Black"/>
              </a:rPr>
              <a:t> </a:t>
            </a:r>
            <a:r>
              <a:rPr sz="2000" spc="-53" dirty="0">
                <a:solidFill>
                  <a:srgbClr val="F65B66"/>
                </a:solidFill>
                <a:latin typeface="Arial Black"/>
                <a:cs typeface="Arial Black"/>
              </a:rPr>
              <a:t>Context:</a:t>
            </a:r>
            <a:r>
              <a:rPr sz="2000" spc="-13" dirty="0">
                <a:solidFill>
                  <a:srgbClr val="F65B66"/>
                </a:solidFill>
                <a:latin typeface="Arial Black"/>
                <a:cs typeface="Arial Black"/>
              </a:rPr>
              <a:t> </a:t>
            </a:r>
            <a:r>
              <a:rPr sz="2000" spc="-293" dirty="0">
                <a:latin typeface="Arial Black"/>
                <a:cs typeface="Arial Black"/>
              </a:rPr>
              <a:t>41</a:t>
            </a:r>
            <a:r>
              <a:rPr sz="2000" spc="-247" dirty="0">
                <a:latin typeface="Arial Black"/>
                <a:cs typeface="Arial Black"/>
              </a:rPr>
              <a:t> </a:t>
            </a:r>
            <a:r>
              <a:rPr sz="2000" spc="-47" dirty="0">
                <a:latin typeface="Arial Black"/>
                <a:cs typeface="Arial Black"/>
              </a:rPr>
              <a:t>tokens</a:t>
            </a:r>
            <a:endParaRPr sz="2000">
              <a:latin typeface="Arial Black"/>
              <a:cs typeface="Arial Black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4765218" y="2989338"/>
            <a:ext cx="5685367" cy="2987040"/>
            <a:chOff x="3573913" y="1516789"/>
            <a:chExt cx="4264025" cy="2240280"/>
          </a:xfrm>
        </p:grpSpPr>
        <p:pic>
          <p:nvPicPr>
            <p:cNvPr id="27" name="object 2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583438" y="1557929"/>
              <a:ext cx="2242756" cy="2189384"/>
            </a:xfrm>
            <a:prstGeom prst="rect">
              <a:avLst/>
            </a:prstGeom>
          </p:spPr>
        </p:pic>
        <p:sp>
          <p:nvSpPr>
            <p:cNvPr id="28" name="object 28"/>
            <p:cNvSpPr/>
            <p:nvPr/>
          </p:nvSpPr>
          <p:spPr>
            <a:xfrm>
              <a:off x="3578676" y="1521551"/>
              <a:ext cx="2268220" cy="2230755"/>
            </a:xfrm>
            <a:custGeom>
              <a:avLst/>
              <a:gdLst/>
              <a:ahLst/>
              <a:cxnLst/>
              <a:rect l="l" t="t" r="r" b="b"/>
              <a:pathLst>
                <a:path w="2268220" h="2230754">
                  <a:moveTo>
                    <a:pt x="0" y="0"/>
                  </a:moveTo>
                  <a:lnTo>
                    <a:pt x="2268075" y="0"/>
                  </a:lnTo>
                  <a:lnTo>
                    <a:pt x="2268075" y="2230525"/>
                  </a:lnTo>
                  <a:lnTo>
                    <a:pt x="0" y="2230525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237A94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29" name="object 29"/>
            <p:cNvSpPr/>
            <p:nvPr/>
          </p:nvSpPr>
          <p:spPr>
            <a:xfrm>
              <a:off x="7158925" y="2412449"/>
              <a:ext cx="674370" cy="365125"/>
            </a:xfrm>
            <a:custGeom>
              <a:avLst/>
              <a:gdLst/>
              <a:ahLst/>
              <a:cxnLst/>
              <a:rect l="l" t="t" r="r" b="b"/>
              <a:pathLst>
                <a:path w="674370" h="365125">
                  <a:moveTo>
                    <a:pt x="613299" y="364799"/>
                  </a:moveTo>
                  <a:lnTo>
                    <a:pt x="60801" y="364799"/>
                  </a:lnTo>
                  <a:lnTo>
                    <a:pt x="37134" y="360021"/>
                  </a:lnTo>
                  <a:lnTo>
                    <a:pt x="17808" y="346991"/>
                  </a:lnTo>
                  <a:lnTo>
                    <a:pt x="4778" y="327665"/>
                  </a:lnTo>
                  <a:lnTo>
                    <a:pt x="0" y="303998"/>
                  </a:lnTo>
                  <a:lnTo>
                    <a:pt x="0" y="60801"/>
                  </a:lnTo>
                  <a:lnTo>
                    <a:pt x="4778" y="37134"/>
                  </a:lnTo>
                  <a:lnTo>
                    <a:pt x="17808" y="17808"/>
                  </a:lnTo>
                  <a:lnTo>
                    <a:pt x="37134" y="4778"/>
                  </a:lnTo>
                  <a:lnTo>
                    <a:pt x="60801" y="0"/>
                  </a:lnTo>
                  <a:lnTo>
                    <a:pt x="613299" y="0"/>
                  </a:lnTo>
                  <a:lnTo>
                    <a:pt x="656292" y="17808"/>
                  </a:lnTo>
                  <a:lnTo>
                    <a:pt x="674099" y="60801"/>
                  </a:lnTo>
                  <a:lnTo>
                    <a:pt x="674099" y="303998"/>
                  </a:lnTo>
                  <a:lnTo>
                    <a:pt x="669322" y="327665"/>
                  </a:lnTo>
                  <a:lnTo>
                    <a:pt x="656292" y="346991"/>
                  </a:lnTo>
                  <a:lnTo>
                    <a:pt x="636965" y="360021"/>
                  </a:lnTo>
                  <a:lnTo>
                    <a:pt x="613299" y="364799"/>
                  </a:lnTo>
                  <a:close/>
                </a:path>
              </a:pathLst>
            </a:custGeom>
            <a:solidFill>
              <a:srgbClr val="E6F4F6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30" name="object 30"/>
            <p:cNvSpPr/>
            <p:nvPr/>
          </p:nvSpPr>
          <p:spPr>
            <a:xfrm>
              <a:off x="7158925" y="2412449"/>
              <a:ext cx="674370" cy="365125"/>
            </a:xfrm>
            <a:custGeom>
              <a:avLst/>
              <a:gdLst/>
              <a:ahLst/>
              <a:cxnLst/>
              <a:rect l="l" t="t" r="r" b="b"/>
              <a:pathLst>
                <a:path w="674370" h="365125">
                  <a:moveTo>
                    <a:pt x="0" y="60801"/>
                  </a:moveTo>
                  <a:lnTo>
                    <a:pt x="4778" y="37134"/>
                  </a:lnTo>
                  <a:lnTo>
                    <a:pt x="17808" y="17808"/>
                  </a:lnTo>
                  <a:lnTo>
                    <a:pt x="37134" y="4778"/>
                  </a:lnTo>
                  <a:lnTo>
                    <a:pt x="60801" y="0"/>
                  </a:lnTo>
                  <a:lnTo>
                    <a:pt x="613299" y="0"/>
                  </a:lnTo>
                  <a:lnTo>
                    <a:pt x="656292" y="17808"/>
                  </a:lnTo>
                  <a:lnTo>
                    <a:pt x="674099" y="60801"/>
                  </a:lnTo>
                  <a:lnTo>
                    <a:pt x="674099" y="303998"/>
                  </a:lnTo>
                  <a:lnTo>
                    <a:pt x="669322" y="327665"/>
                  </a:lnTo>
                  <a:lnTo>
                    <a:pt x="656292" y="346991"/>
                  </a:lnTo>
                  <a:lnTo>
                    <a:pt x="636965" y="360021"/>
                  </a:lnTo>
                  <a:lnTo>
                    <a:pt x="613299" y="364799"/>
                  </a:lnTo>
                  <a:lnTo>
                    <a:pt x="60801" y="364799"/>
                  </a:lnTo>
                  <a:lnTo>
                    <a:pt x="37134" y="360021"/>
                  </a:lnTo>
                  <a:lnTo>
                    <a:pt x="17808" y="346991"/>
                  </a:lnTo>
                  <a:lnTo>
                    <a:pt x="4778" y="327665"/>
                  </a:lnTo>
                  <a:lnTo>
                    <a:pt x="0" y="303998"/>
                  </a:lnTo>
                  <a:lnTo>
                    <a:pt x="0" y="60801"/>
                  </a:lnTo>
                  <a:close/>
                </a:path>
              </a:pathLst>
            </a:custGeom>
            <a:ln w="9524">
              <a:solidFill>
                <a:srgbClr val="64738B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sp>
        <p:nvSpPr>
          <p:cNvPr id="31" name="object 31"/>
          <p:cNvSpPr txBox="1"/>
          <p:nvPr/>
        </p:nvSpPr>
        <p:spPr>
          <a:xfrm>
            <a:off x="8484690" y="3255494"/>
            <a:ext cx="3020060" cy="1832916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algn="ctr">
              <a:spcBef>
                <a:spcPts val="133"/>
              </a:spcBef>
            </a:pPr>
            <a:r>
              <a:rPr sz="2000" spc="-73" dirty="0">
                <a:solidFill>
                  <a:srgbClr val="F65B66"/>
                </a:solidFill>
                <a:latin typeface="Arial Black"/>
                <a:cs typeface="Arial Black"/>
              </a:rPr>
              <a:t>Max</a:t>
            </a:r>
            <a:r>
              <a:rPr sz="2000" spc="-207" dirty="0">
                <a:solidFill>
                  <a:srgbClr val="F65B66"/>
                </a:solidFill>
                <a:latin typeface="Arial Black"/>
                <a:cs typeface="Arial Black"/>
              </a:rPr>
              <a:t> </a:t>
            </a:r>
            <a:r>
              <a:rPr sz="2000" spc="-93" dirty="0">
                <a:solidFill>
                  <a:srgbClr val="F65B66"/>
                </a:solidFill>
                <a:latin typeface="Arial Black"/>
                <a:cs typeface="Arial Black"/>
              </a:rPr>
              <a:t>Context:</a:t>
            </a:r>
            <a:r>
              <a:rPr sz="2000" spc="-200" dirty="0">
                <a:solidFill>
                  <a:srgbClr val="F65B66"/>
                </a:solidFill>
                <a:latin typeface="Arial Black"/>
                <a:cs typeface="Arial Black"/>
              </a:rPr>
              <a:t> </a:t>
            </a:r>
            <a:r>
              <a:rPr sz="2000" spc="-293" dirty="0">
                <a:latin typeface="Arial Black"/>
                <a:cs typeface="Arial Black"/>
              </a:rPr>
              <a:t>41</a:t>
            </a:r>
            <a:r>
              <a:rPr sz="2000" spc="-207" dirty="0">
                <a:latin typeface="Arial Black"/>
                <a:cs typeface="Arial Black"/>
              </a:rPr>
              <a:t> </a:t>
            </a:r>
            <a:r>
              <a:rPr sz="2000" spc="-27" dirty="0">
                <a:latin typeface="Arial Black"/>
                <a:cs typeface="Arial Black"/>
              </a:rPr>
              <a:t>tokens</a:t>
            </a:r>
            <a:endParaRPr sz="2000">
              <a:latin typeface="Arial Black"/>
              <a:cs typeface="Arial Black"/>
            </a:endParaRPr>
          </a:p>
          <a:p>
            <a:pPr marL="38944" algn="ctr">
              <a:spcBef>
                <a:spcPts val="1873"/>
              </a:spcBef>
            </a:pPr>
            <a:r>
              <a:rPr sz="2000" dirty="0">
                <a:latin typeface="Lucida Sans Unicode"/>
                <a:cs typeface="Lucida Sans Unicode"/>
              </a:rPr>
              <a:t>Total</a:t>
            </a:r>
            <a:r>
              <a:rPr sz="2000" spc="-80" dirty="0">
                <a:latin typeface="Lucida Sans Unicode"/>
                <a:cs typeface="Lucida Sans Unicode"/>
              </a:rPr>
              <a:t> </a:t>
            </a:r>
            <a:r>
              <a:rPr sz="2000" spc="-27" dirty="0">
                <a:latin typeface="Lucida Sans Unicode"/>
                <a:cs typeface="Lucida Sans Unicode"/>
              </a:rPr>
              <a:t>Context:</a:t>
            </a:r>
            <a:r>
              <a:rPr sz="2000" spc="-73" dirty="0">
                <a:latin typeface="Lucida Sans Unicode"/>
                <a:cs typeface="Lucida Sans Unicode"/>
              </a:rPr>
              <a:t> </a:t>
            </a:r>
            <a:r>
              <a:rPr sz="2000" spc="-33" dirty="0">
                <a:latin typeface="Lucida Sans Unicode"/>
                <a:cs typeface="Lucida Sans Unicode"/>
              </a:rPr>
              <a:t>41</a:t>
            </a:r>
            <a:endParaRPr sz="2000">
              <a:latin typeface="Lucida Sans Unicode"/>
              <a:cs typeface="Lucida Sans Unicode"/>
            </a:endParaRPr>
          </a:p>
          <a:p>
            <a:pPr algn="ctr">
              <a:spcBef>
                <a:spcPts val="1292"/>
              </a:spcBef>
            </a:pPr>
            <a:r>
              <a:rPr sz="1733" spc="33" dirty="0">
                <a:latin typeface="Lucida Sans Unicode"/>
                <a:cs typeface="Lucida Sans Unicode"/>
              </a:rPr>
              <a:t>end</a:t>
            </a:r>
            <a:endParaRPr sz="1733">
              <a:latin typeface="Lucida Sans Unicode"/>
              <a:cs typeface="Lucida Sans Unicode"/>
            </a:endParaRPr>
          </a:p>
          <a:p>
            <a:pPr algn="ctr">
              <a:spcBef>
                <a:spcPts val="1153"/>
              </a:spcBef>
            </a:pPr>
            <a:r>
              <a:rPr sz="2400" spc="-13" dirty="0">
                <a:solidFill>
                  <a:srgbClr val="F65B66"/>
                </a:solidFill>
                <a:latin typeface="Arial Black"/>
                <a:cs typeface="Arial Black"/>
              </a:rPr>
              <a:t>Stop!</a:t>
            </a:r>
            <a:endParaRPr sz="2400">
              <a:latin typeface="Arial Black"/>
              <a:cs typeface="Arial Black"/>
            </a:endParaRPr>
          </a:p>
        </p:txBody>
      </p:sp>
      <p:grpSp>
        <p:nvGrpSpPr>
          <p:cNvPr id="32" name="object 32"/>
          <p:cNvGrpSpPr/>
          <p:nvPr/>
        </p:nvGrpSpPr>
        <p:grpSpPr>
          <a:xfrm>
            <a:off x="3425905" y="4453103"/>
            <a:ext cx="6165427" cy="1015153"/>
            <a:chOff x="2569429" y="2614612"/>
            <a:chExt cx="4624070" cy="761365"/>
          </a:xfrm>
        </p:grpSpPr>
        <p:sp>
          <p:nvSpPr>
            <p:cNvPr id="33" name="object 33"/>
            <p:cNvSpPr/>
            <p:nvPr/>
          </p:nvSpPr>
          <p:spPr>
            <a:xfrm>
              <a:off x="3166959" y="2619375"/>
              <a:ext cx="4021454" cy="631190"/>
            </a:xfrm>
            <a:custGeom>
              <a:avLst/>
              <a:gdLst/>
              <a:ahLst/>
              <a:cxnLst/>
              <a:rect l="l" t="t" r="r" b="b"/>
              <a:pathLst>
                <a:path w="4021454" h="631189">
                  <a:moveTo>
                    <a:pt x="4021440" y="0"/>
                  </a:moveTo>
                  <a:lnTo>
                    <a:pt x="0" y="631040"/>
                  </a:lnTo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34" name="object 34"/>
            <p:cNvSpPr/>
            <p:nvPr/>
          </p:nvSpPr>
          <p:spPr>
            <a:xfrm>
              <a:off x="3124256" y="3234872"/>
              <a:ext cx="45720" cy="31115"/>
            </a:xfrm>
            <a:custGeom>
              <a:avLst/>
              <a:gdLst/>
              <a:ahLst/>
              <a:cxnLst/>
              <a:rect l="l" t="t" r="r" b="b"/>
              <a:pathLst>
                <a:path w="45719" h="31114">
                  <a:moveTo>
                    <a:pt x="45141" y="31085"/>
                  </a:moveTo>
                  <a:lnTo>
                    <a:pt x="0" y="22243"/>
                  </a:lnTo>
                  <a:lnTo>
                    <a:pt x="40263" y="0"/>
                  </a:lnTo>
                  <a:lnTo>
                    <a:pt x="45141" y="31085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35" name="object 35"/>
            <p:cNvSpPr/>
            <p:nvPr/>
          </p:nvSpPr>
          <p:spPr>
            <a:xfrm>
              <a:off x="3124256" y="3234872"/>
              <a:ext cx="45720" cy="31115"/>
            </a:xfrm>
            <a:custGeom>
              <a:avLst/>
              <a:gdLst/>
              <a:ahLst/>
              <a:cxnLst/>
              <a:rect l="l" t="t" r="r" b="b"/>
              <a:pathLst>
                <a:path w="45719" h="31114">
                  <a:moveTo>
                    <a:pt x="40263" y="0"/>
                  </a:moveTo>
                  <a:lnTo>
                    <a:pt x="0" y="22243"/>
                  </a:lnTo>
                  <a:lnTo>
                    <a:pt x="45141" y="31085"/>
                  </a:lnTo>
                  <a:lnTo>
                    <a:pt x="40263" y="0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pic>
          <p:nvPicPr>
            <p:cNvPr id="36" name="object 3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569429" y="3147040"/>
              <a:ext cx="480059" cy="228599"/>
            </a:xfrm>
            <a:prstGeom prst="rect">
              <a:avLst/>
            </a:prstGeom>
          </p:spPr>
        </p:pic>
      </p:grpSp>
      <p:sp>
        <p:nvSpPr>
          <p:cNvPr id="37" name="object 37"/>
          <p:cNvSpPr txBox="1"/>
          <p:nvPr/>
        </p:nvSpPr>
        <p:spPr>
          <a:xfrm>
            <a:off x="3329666" y="2826559"/>
            <a:ext cx="1121833" cy="26332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600" spc="-100" dirty="0">
                <a:solidFill>
                  <a:srgbClr val="237A94"/>
                </a:solidFill>
                <a:latin typeface="Arial Black"/>
                <a:cs typeface="Arial Black"/>
              </a:rPr>
              <a:t>Size:</a:t>
            </a:r>
            <a:r>
              <a:rPr sz="1600" spc="-200" dirty="0">
                <a:solidFill>
                  <a:srgbClr val="237A94"/>
                </a:solidFill>
                <a:latin typeface="Arial Black"/>
                <a:cs typeface="Arial Black"/>
              </a:rPr>
              <a:t> </a:t>
            </a:r>
            <a:r>
              <a:rPr sz="1600" spc="-27" dirty="0">
                <a:latin typeface="Arial Black"/>
                <a:cs typeface="Arial Black"/>
              </a:rPr>
              <a:t>40/41</a:t>
            </a:r>
            <a:endParaRPr sz="1600">
              <a:latin typeface="Arial Black"/>
              <a:cs typeface="Arial Black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323D0DA-B91D-6497-8A1F-2FFF1AB7C3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Decoding</a:t>
            </a:r>
            <a:endParaRPr lang="en-IN" dirty="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C2B548BB-38AD-DBBE-A4F5-5CEE799A1E3B}"/>
              </a:ext>
            </a:extLst>
          </p:cNvPr>
          <p:cNvPicPr>
            <a:picLocks noGrp="1" noChangeAspect="1" noChangeArrowheads="1"/>
          </p:cNvPicPr>
          <p:nvPr>
            <p:ph idx="10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50272" y="2244264"/>
            <a:ext cx="7443812" cy="2162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18C7AF9-3AB4-EAFA-A32B-0107120F32F9}"/>
              </a:ext>
            </a:extLst>
          </p:cNvPr>
          <p:cNvSpPr txBox="1"/>
          <p:nvPr/>
        </p:nvSpPr>
        <p:spPr>
          <a:xfrm>
            <a:off x="171237" y="6529330"/>
            <a:ext cx="60960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Image credit: https://medium.com/@lmpo/mastering-llms-a-guide-to-decoding-algorithms-c90a48fd167b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FBD88CD-096D-B18A-5C75-B307B9E68092}"/>
              </a:ext>
            </a:extLst>
          </p:cNvPr>
          <p:cNvSpPr txBox="1"/>
          <p:nvPr/>
        </p:nvSpPr>
        <p:spPr>
          <a:xfrm>
            <a:off x="171237" y="1382932"/>
            <a:ext cx="10441967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+mn-cs"/>
              </a:rPr>
              <a:t>Task of choosing a token to generate based on the model’s probabilities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Factors in word sampling:  quality and diversity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6D8E40C-4D69-44FF-827E-2C5AA3E5EF23}"/>
              </a:ext>
            </a:extLst>
          </p:cNvPr>
          <p:cNvSpPr txBox="1"/>
          <p:nvPr/>
        </p:nvSpPr>
        <p:spPr>
          <a:xfrm>
            <a:off x="304801" y="2213929"/>
            <a:ext cx="3962399" cy="3170099"/>
          </a:xfrm>
          <a:prstGeom prst="rect">
            <a:avLst/>
          </a:prstGeom>
          <a:solidFill>
            <a:schemeClr val="bg2"/>
          </a:solidFill>
        </p:spPr>
        <p:txBody>
          <a:bodyPr wrap="square">
            <a:spAutoFit/>
          </a:bodyPr>
          <a:lstStyle/>
          <a:p>
            <a:r>
              <a:rPr lang="en-IN" sz="2000" dirty="0"/>
              <a:t>3 pillars of modern LLM generation</a:t>
            </a:r>
          </a:p>
          <a:p>
            <a:pPr marL="342900" indent="-342900">
              <a:buFont typeface="+mj-lt"/>
              <a:buAutoNum type="arabicPeriod"/>
            </a:pPr>
            <a:r>
              <a:rPr lang="en-IN" sz="2000" dirty="0"/>
              <a:t>Greedy Search: The baseline for all decoding</a:t>
            </a:r>
          </a:p>
          <a:p>
            <a:pPr marL="342900" indent="-342900">
              <a:buFont typeface="+mj-lt"/>
              <a:buAutoNum type="arabicPeriod"/>
            </a:pPr>
            <a:r>
              <a:rPr lang="en-IN" sz="2000" dirty="0"/>
              <a:t>Top-P (Nucleus) &amp; Top-K Sampling: The industry standard for open-ended generation and chatbots</a:t>
            </a:r>
          </a:p>
          <a:p>
            <a:pPr marL="342900" indent="-342900">
              <a:buFont typeface="+mj-lt"/>
              <a:buAutoNum type="arabicPeriod"/>
            </a:pPr>
            <a:r>
              <a:rPr lang="en-IN" sz="2000" dirty="0"/>
              <a:t>Temperature: The universal dial used in every production API today to control creativity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DA1105B-2B7F-531C-63DD-D3B77CC8DAAF}"/>
              </a:ext>
            </a:extLst>
          </p:cNvPr>
          <p:cNvSpPr txBox="1"/>
          <p:nvPr/>
        </p:nvSpPr>
        <p:spPr>
          <a:xfrm>
            <a:off x="4944358" y="4957734"/>
            <a:ext cx="7247642" cy="1323439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r>
              <a:rPr lang="en-US" sz="2000" dirty="0"/>
              <a:t>Beam search was the backbone of early machine translation (Seq2Seq), gave way to sampling methods in modern chatbots for diversity, but is now making a strong comeback in AI reasoning agents that need to systematically explore multiple solution paths.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269742351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1F8FDD4-63F4-82D3-49A7-8DA90DB3EAF7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304800" y="1545224"/>
            <a:ext cx="11480800" cy="5061059"/>
          </a:xfrm>
        </p:spPr>
        <p:txBody>
          <a:bodyPr>
            <a:normAutofit lnSpcReduction="10000"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Choses the next word  to be the most probable word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Selection of the next token is deterministic given the model’s raw predictions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Limitations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Generated text is not necessarily globally optimal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Response may lack creativity, as the model always selects the token with the highest predicted probability without exploring other, less probable but potentially valuable, options</a:t>
            </a:r>
            <a:endParaRPr lang="en-IN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73ECD83-5165-79CF-1D17-09B5C63F65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Greedy decoding</a:t>
            </a:r>
            <a:br>
              <a:rPr lang="en-US" dirty="0"/>
            </a:br>
            <a:endParaRPr lang="en-IN" dirty="0"/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98670C37-D364-F141-9DED-AAFFD904D7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81413" y="3018670"/>
            <a:ext cx="7119252" cy="18849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CEB88F62-B4A5-4B1E-83C4-6E1F5981A1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9859" y="3348366"/>
            <a:ext cx="3236619" cy="61275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5A2FD9C-43DA-CB4D-DE76-51863A5F17AE}"/>
              </a:ext>
            </a:extLst>
          </p:cNvPr>
          <p:cNvSpPr txBox="1"/>
          <p:nvPr/>
        </p:nvSpPr>
        <p:spPr>
          <a:xfrm>
            <a:off x="171237" y="6529330"/>
            <a:ext cx="60960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Image credit: https://medium.com/@lmpo/mastering-llms-a-guide-to-decoding-algorithms-c90a48fd167b</a:t>
            </a:r>
          </a:p>
        </p:txBody>
      </p:sp>
    </p:spTree>
    <p:extLst>
      <p:ext uri="{BB962C8B-B14F-4D97-AF65-F5344CB8AC3E}">
        <p14:creationId xmlns:p14="http://schemas.microsoft.com/office/powerpoint/2010/main" val="421370576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6374C85-294C-CA72-DFE7-9C47F228CA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Random sampling</a:t>
            </a:r>
            <a:endParaRPr lang="en-IN" dirty="0"/>
          </a:p>
        </p:txBody>
      </p:sp>
      <p:pic>
        <p:nvPicPr>
          <p:cNvPr id="6146" name="Picture 2">
            <a:extLst>
              <a:ext uri="{FF2B5EF4-FFF2-40B4-BE49-F238E27FC236}">
                <a16:creationId xmlns:a16="http://schemas.microsoft.com/office/drawing/2014/main" id="{20FBCFB7-EB94-8F2C-5B9C-32FC12A13AAD}"/>
              </a:ext>
            </a:extLst>
          </p:cNvPr>
          <p:cNvPicPr>
            <a:picLocks noGrp="1" noChangeAspect="1" noChangeArrowheads="1"/>
          </p:cNvPicPr>
          <p:nvPr>
            <p:ph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5600" y="1348131"/>
            <a:ext cx="11480800" cy="32692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C52C89A-7991-10DE-CBD4-E35E814B65A6}"/>
              </a:ext>
            </a:extLst>
          </p:cNvPr>
          <p:cNvSpPr txBox="1"/>
          <p:nvPr/>
        </p:nvSpPr>
        <p:spPr>
          <a:xfrm>
            <a:off x="304801" y="5161296"/>
            <a:ext cx="11887199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+mn-cs"/>
              </a:rPr>
              <a:t>Problem </a:t>
            </a:r>
          </a:p>
          <a:p>
            <a:pPr marL="800100" marR="0" lvl="1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+mn-cs"/>
              </a:rPr>
              <a:t>Many odd, low-probability tokens in the tail of the distribution</a:t>
            </a:r>
          </a:p>
          <a:p>
            <a:pPr marL="800100" marR="0" lvl="1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+mn-cs"/>
              </a:rPr>
              <a:t>They combine constitute a large enough portion of the distribution that they get chosen resulting  in generating weird sentences</a:t>
            </a:r>
            <a:endParaRPr kumimoji="0" lang="en-IN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mbria" panose="02040503050406030204" pitchFamily="18" charset="0"/>
              <a:ea typeface="Cambria" panose="02040503050406030204" pitchFamily="18" charset="0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3203D93-414E-4ABB-13F5-0D389282E325}"/>
              </a:ext>
            </a:extLst>
          </p:cNvPr>
          <p:cNvSpPr txBox="1"/>
          <p:nvPr/>
        </p:nvSpPr>
        <p:spPr>
          <a:xfrm>
            <a:off x="171237" y="6529330"/>
            <a:ext cx="60960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Image credit: https://medium.com/@lmpo/mastering-llms-a-guide-to-decoding-algorithms-c90a48fd167b</a:t>
            </a:r>
          </a:p>
        </p:txBody>
      </p:sp>
    </p:spTree>
    <p:extLst>
      <p:ext uri="{BB962C8B-B14F-4D97-AF65-F5344CB8AC3E}">
        <p14:creationId xmlns:p14="http://schemas.microsoft.com/office/powerpoint/2010/main" val="149666928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2C6F675-4BDB-837F-5278-579DEFD30C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Top K</a:t>
            </a:r>
            <a:endParaRPr lang="en-IN" dirty="0"/>
          </a:p>
        </p:txBody>
      </p:sp>
      <p:pic>
        <p:nvPicPr>
          <p:cNvPr id="8194" name="Picture 2">
            <a:extLst>
              <a:ext uri="{FF2B5EF4-FFF2-40B4-BE49-F238E27FC236}">
                <a16:creationId xmlns:a16="http://schemas.microsoft.com/office/drawing/2014/main" id="{3A60FE57-B925-1DC4-77A0-363401BDEC3D}"/>
              </a:ext>
            </a:extLst>
          </p:cNvPr>
          <p:cNvPicPr>
            <a:picLocks noGrp="1" noChangeAspect="1" noChangeArrowheads="1"/>
          </p:cNvPicPr>
          <p:nvPr>
            <p:ph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5600" y="1106384"/>
            <a:ext cx="11480800" cy="35645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0BB5767-32B8-5F25-DEBC-794EAD7895A1}"/>
              </a:ext>
            </a:extLst>
          </p:cNvPr>
          <p:cNvSpPr txBox="1"/>
          <p:nvPr/>
        </p:nvSpPr>
        <p:spPr>
          <a:xfrm>
            <a:off x="210312" y="4978674"/>
            <a:ext cx="7042068" cy="132343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wrap="square">
            <a:sp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+mn-cs"/>
              </a:rPr>
              <a:t>A small </a:t>
            </a:r>
            <a:r>
              <a:rPr kumimoji="0" lang="en-US" sz="20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+mn-cs"/>
              </a:rPr>
              <a:t>k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+mn-cs"/>
              </a:rPr>
              <a:t> may limit diversity, while a large </a:t>
            </a:r>
            <a:r>
              <a:rPr kumimoji="0" lang="en-US" sz="20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+mn-cs"/>
              </a:rPr>
              <a:t>k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+mn-cs"/>
              </a:rPr>
              <a:t> may reintroduce noise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+mn-cs"/>
              </a:rPr>
              <a:t>Greedy decoding setting is equivalent to Top K = 1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+mn-cs"/>
              </a:rPr>
              <a:t>Unconditioned Tasks: Creative writing, chatbots.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BF58CD5-4A11-B1F1-B86F-830FBE1249CA}"/>
              </a:ext>
            </a:extLst>
          </p:cNvPr>
          <p:cNvSpPr txBox="1"/>
          <p:nvPr/>
        </p:nvSpPr>
        <p:spPr>
          <a:xfrm>
            <a:off x="7612083" y="4994063"/>
            <a:ext cx="457991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Renormalize scores of the k words to be a legitimate probability distribution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E5B3616-0C3A-C306-96CC-33247B723C08}"/>
              </a:ext>
            </a:extLst>
          </p:cNvPr>
          <p:cNvSpPr txBox="1"/>
          <p:nvPr/>
        </p:nvSpPr>
        <p:spPr>
          <a:xfrm>
            <a:off x="171237" y="6529330"/>
            <a:ext cx="60960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Image credit: https://medium.com/@lmpo/mastering-llms-a-guide-to-decoding-algorithms-c90a48fd167b</a:t>
            </a:r>
          </a:p>
        </p:txBody>
      </p:sp>
    </p:spTree>
    <p:extLst>
      <p:ext uri="{BB962C8B-B14F-4D97-AF65-F5344CB8AC3E}">
        <p14:creationId xmlns:p14="http://schemas.microsoft.com/office/powerpoint/2010/main" val="12744375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3C5BD56-ECE3-E7B0-5052-7F9CA5083A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Nucleus or top-p sampling</a:t>
            </a:r>
          </a:p>
        </p:txBody>
      </p:sp>
      <p:pic>
        <p:nvPicPr>
          <p:cNvPr id="9218" name="Picture 2">
            <a:extLst>
              <a:ext uri="{FF2B5EF4-FFF2-40B4-BE49-F238E27FC236}">
                <a16:creationId xmlns:a16="http://schemas.microsoft.com/office/drawing/2014/main" id="{3E388241-1CC7-459D-B9A3-E3DF17AAE2B7}"/>
              </a:ext>
            </a:extLst>
          </p:cNvPr>
          <p:cNvPicPr>
            <a:picLocks noGrp="1" noChangeAspect="1" noChangeArrowheads="1"/>
          </p:cNvPicPr>
          <p:nvPr>
            <p:ph idx="10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4900" y="1010392"/>
            <a:ext cx="7247907" cy="27196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220" name="Picture 4">
            <a:extLst>
              <a:ext uri="{FF2B5EF4-FFF2-40B4-BE49-F238E27FC236}">
                <a16:creationId xmlns:a16="http://schemas.microsoft.com/office/drawing/2014/main" id="{EFEF7280-175B-96A0-AD97-830FEA4DF1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45137" y="4209678"/>
            <a:ext cx="5998113" cy="22564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89A09F3-E5D7-1067-0024-BB49EB91AA9C}"/>
              </a:ext>
            </a:extLst>
          </p:cNvPr>
          <p:cNvSpPr txBox="1"/>
          <p:nvPr/>
        </p:nvSpPr>
        <p:spPr>
          <a:xfrm>
            <a:off x="7452807" y="1400741"/>
            <a:ext cx="4739193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242424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+mn-cs"/>
              </a:rPr>
              <a:t>selecting tokens whose cumulative probability exceeds a threshold </a:t>
            </a:r>
            <a:r>
              <a:rPr kumimoji="0" lang="en-US" sz="2000" b="0" i="1" u="none" strike="noStrike" kern="1200" cap="none" spc="0" normalizeH="0" baseline="0" noProof="0" dirty="0">
                <a:ln>
                  <a:noFill/>
                </a:ln>
                <a:solidFill>
                  <a:srgbClr val="242424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+mn-cs"/>
              </a:rPr>
              <a:t>p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most popular, balanced method for modern chatbots and creative generation</a:t>
            </a:r>
            <a:endParaRPr kumimoji="0" lang="en-IN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IN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mbria" panose="02040503050406030204" pitchFamily="18" charset="0"/>
              <a:ea typeface="Cambria" panose="02040503050406030204" pitchFamily="18" charset="0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2F250690-F641-31BD-7116-A005D7975B4F}"/>
                  </a:ext>
                </a:extLst>
              </p:cNvPr>
              <p:cNvSpPr txBox="1"/>
              <p:nvPr/>
            </p:nvSpPr>
            <p:spPr>
              <a:xfrm>
                <a:off x="204900" y="3891222"/>
                <a:ext cx="4555759" cy="1477328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txBody>
              <a:bodyPr wrap="square">
                <a:spAutoFit/>
              </a:bodyPr>
              <a:lstStyle/>
              <a:p>
                <a:r>
                  <a:rPr lang="en-US" dirty="0"/>
                  <a:t>Lower 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dirty="0"/>
                  <a:t>: more coherent, less diverse.</a:t>
                </a:r>
              </a:p>
              <a:p>
                <a:r>
                  <a:rPr lang="en-US" dirty="0"/>
                  <a:t>Higher 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dirty="0"/>
                  <a:t>: more diverse, potentially less coherent.</a:t>
                </a:r>
              </a:p>
              <a:p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US" dirty="0"/>
                  <a:t>: effectively no nucleus truncation, so sampling can consider the full distribution.</a:t>
                </a: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2F250690-F641-31BD-7116-A005D7975B4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4900" y="3891222"/>
                <a:ext cx="4555759" cy="1477328"/>
              </a:xfrm>
              <a:prstGeom prst="rect">
                <a:avLst/>
              </a:prstGeom>
              <a:blipFill>
                <a:blip r:embed="rId5"/>
                <a:stretch>
                  <a:fillRect l="-1205" t="-2058" b="-535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02B838BE-A085-4381-678D-77CB63767DC1}"/>
              </a:ext>
            </a:extLst>
          </p:cNvPr>
          <p:cNvSpPr txBox="1"/>
          <p:nvPr/>
        </p:nvSpPr>
        <p:spPr>
          <a:xfrm>
            <a:off x="619679" y="5529690"/>
            <a:ext cx="4235125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27251E"/>
                </a:solidFill>
                <a:effectLst/>
                <a:latin typeface="pplxSerif"/>
              </a:rPr>
              <a:t>For the same top-p threshold, a flatter distribution keeps more candidate tokens, while a sharper distribution keeps fewer.</a:t>
            </a:r>
            <a:endParaRPr lang="en-IN" dirty="0"/>
          </a:p>
        </p:txBody>
      </p:sp>
      <p:sp>
        <p:nvSpPr>
          <p:cNvPr id="5" name="Arrow: Right 4">
            <a:extLst>
              <a:ext uri="{FF2B5EF4-FFF2-40B4-BE49-F238E27FC236}">
                <a16:creationId xmlns:a16="http://schemas.microsoft.com/office/drawing/2014/main" id="{DB479242-D685-D89E-421A-6B98E2937386}"/>
              </a:ext>
            </a:extLst>
          </p:cNvPr>
          <p:cNvSpPr/>
          <p:nvPr/>
        </p:nvSpPr>
        <p:spPr>
          <a:xfrm>
            <a:off x="4854804" y="5605292"/>
            <a:ext cx="978408" cy="4846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F36FB11-62D7-12ED-D1A0-074F3E783AFD}"/>
              </a:ext>
            </a:extLst>
          </p:cNvPr>
          <p:cNvSpPr txBox="1"/>
          <p:nvPr/>
        </p:nvSpPr>
        <p:spPr>
          <a:xfrm>
            <a:off x="171237" y="6529330"/>
            <a:ext cx="60960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Image credit: https://medium.com/@lmpo/mastering-llms-a-guide-to-decoding-algorithms-c90a48fd167b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046CAD4-7CC1-D875-D6ED-DC331AE29E24}"/>
              </a:ext>
            </a:extLst>
          </p:cNvPr>
          <p:cNvSpPr txBox="1"/>
          <p:nvPr/>
        </p:nvSpPr>
        <p:spPr>
          <a:xfrm>
            <a:off x="6594576" y="3223129"/>
            <a:ext cx="5449666" cy="92333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US" dirty="0"/>
              <a:t>Top-P is smart enough to </a:t>
            </a:r>
            <a:r>
              <a:rPr lang="en-US" b="1" dirty="0"/>
              <a:t>be creative when needed and decisive when warranted</a:t>
            </a:r>
            <a:r>
              <a:rPr lang="en-US" dirty="0"/>
              <a:t> — all using the same single threshold parameter (e.g., p=0.8)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1414795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BA8E811-37CC-9CA4-6272-FFBFE9F6E8F7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dirty="0"/>
              <a:t>A hyperparameter</a:t>
            </a:r>
            <a:r>
              <a:rPr lang="en-US" b="1" dirty="0"/>
              <a:t> </a:t>
            </a:r>
            <a:r>
              <a:rPr lang="en-US" dirty="0"/>
              <a:t>that </a:t>
            </a:r>
            <a:r>
              <a:rPr lang="en-US" b="1" dirty="0"/>
              <a:t>modifies the probability distribution</a:t>
            </a:r>
            <a:r>
              <a:rPr lang="en-US" dirty="0"/>
              <a:t> before applying a decoding strategy. </a:t>
            </a:r>
            <a:endParaRPr lang="en-IN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6E663AF-1738-E247-5C9E-F4A32F5832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Temperature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58670AD-CB94-70CB-8DB2-8E98A6B63B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172" y="2726479"/>
            <a:ext cx="6409883" cy="255103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1063C28-66F9-2400-0C5D-FC946819027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437" y="2126044"/>
            <a:ext cx="2654389" cy="70456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0B006F5-F39F-9A9F-6EBB-0C9E26005EF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36829" y="3246901"/>
            <a:ext cx="2863997" cy="22353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707698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8AF7A32-502C-F50F-EF2A-7B5FBCA3A2EA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171237" y="1284622"/>
            <a:ext cx="11480800" cy="4525963"/>
          </a:xfrm>
        </p:spPr>
        <p:txBody>
          <a:bodyPr/>
          <a:lstStyle/>
          <a:p>
            <a:r>
              <a:rPr lang="en-US" dirty="0" err="1"/>
              <a:t>Softmax</a:t>
            </a:r>
            <a:r>
              <a:rPr lang="en-US" dirty="0"/>
              <a:t> temperature is not a decoding algorithm, which is </a:t>
            </a:r>
            <a:r>
              <a:rPr lang="en-US" b="1" dirty="0"/>
              <a:t>the way of controlling the diversity </a:t>
            </a:r>
            <a:r>
              <a:rPr lang="en-US" dirty="0"/>
              <a:t>via any decoding algorithm</a:t>
            </a:r>
          </a:p>
          <a:p>
            <a:endParaRPr lang="en-IN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639D502-72B1-C406-0CAB-963689FF92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Temperature</a:t>
            </a:r>
          </a:p>
        </p:txBody>
      </p:sp>
      <p:pic>
        <p:nvPicPr>
          <p:cNvPr id="11266" name="Picture 2">
            <a:extLst>
              <a:ext uri="{FF2B5EF4-FFF2-40B4-BE49-F238E27FC236}">
                <a16:creationId xmlns:a16="http://schemas.microsoft.com/office/drawing/2014/main" id="{0AB8604A-AEAB-19A7-AC90-822244DB0B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4780" y="2118486"/>
            <a:ext cx="10001250" cy="2381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414A466-C5E3-D1A9-922F-3C4597DF696A}"/>
              </a:ext>
            </a:extLst>
          </p:cNvPr>
          <p:cNvSpPr txBox="1"/>
          <p:nvPr/>
        </p:nvSpPr>
        <p:spPr>
          <a:xfrm>
            <a:off x="171237" y="4709427"/>
            <a:ext cx="11843656" cy="1727901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sz="2400">
                <a:latin typeface="Cambria" panose="02040503050406030204" pitchFamily="18" charset="0"/>
                <a:ea typeface="Cambria" panose="02040503050406030204" pitchFamily="18" charset="0"/>
              </a:defRPr>
            </a:lvl1pPr>
            <a:lvl2pPr>
              <a:defRPr sz="2400">
                <a:latin typeface="Cambria" panose="02040503050406030204" pitchFamily="18" charset="0"/>
                <a:ea typeface="Cambria" panose="02040503050406030204" pitchFamily="18" charset="0"/>
              </a:defRPr>
            </a:lvl2pPr>
            <a:lvl3pPr>
              <a:defRPr sz="2400">
                <a:latin typeface="Cambria" panose="02040503050406030204" pitchFamily="18" charset="0"/>
                <a:ea typeface="Cambria" panose="02040503050406030204" pitchFamily="18" charset="0"/>
              </a:defRPr>
            </a:lvl3pPr>
            <a:lvl4pPr>
              <a:defRPr sz="2400">
                <a:latin typeface="Cambria" panose="02040503050406030204" pitchFamily="18" charset="0"/>
                <a:ea typeface="Cambria" panose="02040503050406030204" pitchFamily="18" charset="0"/>
              </a:defRPr>
            </a:lvl4pPr>
            <a:lvl5pPr>
              <a:defRPr sz="2400">
                <a:latin typeface="Cambria" panose="02040503050406030204" pitchFamily="18" charset="0"/>
                <a:ea typeface="Cambria" panose="02040503050406030204" pitchFamily="18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+mn-cs"/>
              </a:rPr>
              <a:t>T = 1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+mn-cs"/>
                <a:sym typeface="Wingdings" panose="05000000000000000000" pitchFamily="2" charset="2"/>
              </a:rPr>
              <a:t> O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+mn-cs"/>
              </a:rPr>
              <a:t>riginal distribution is unchanged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+mn-cs"/>
              </a:rPr>
              <a:t>If T &gt; 1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+mn-cs"/>
                <a:sym typeface="Wingdings" panose="05000000000000000000" pitchFamily="2" charset="2"/>
              </a:rPr>
              <a:t>D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+mn-cs"/>
              </a:rPr>
              <a:t>istribution becomes flatter, increasing randomness and creativity, potentially less coherent outputs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+mn-cs"/>
              </a:rPr>
              <a:t>If T &lt; 1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+mn-cs"/>
                <a:sym typeface="Wingdings" panose="05000000000000000000" pitchFamily="2" charset="2"/>
              </a:rPr>
              <a:t> D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+mn-cs"/>
              </a:rPr>
              <a:t>istribution becomes sharper, output more deterministic and focused, similar to Greedy Search at low temperatures</a:t>
            </a:r>
            <a:endParaRPr kumimoji="0" lang="en-IN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mbria" panose="02040503050406030204" pitchFamily="18" charset="0"/>
              <a:ea typeface="Cambria" panose="02040503050406030204" pitchFamily="18" charset="0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E67496A-BA04-A42B-BC7B-F9D58F6BC370}"/>
              </a:ext>
            </a:extLst>
          </p:cNvPr>
          <p:cNvSpPr txBox="1"/>
          <p:nvPr/>
        </p:nvSpPr>
        <p:spPr>
          <a:xfrm>
            <a:off x="171237" y="6529330"/>
            <a:ext cx="60960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Image credit: https://medium.com/@lmpo/mastering-llms-a-guide-to-decoding-algorithms-c90a48fd167b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46999EF-4B84-570C-0A62-9B84A583711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04960" y="387832"/>
            <a:ext cx="1162478" cy="90730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81733904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- 1</a:t>
            </a:r>
            <a:endParaRPr lang="en-IN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29338922"/>
              </p:ext>
            </p:extLst>
          </p:nvPr>
        </p:nvGraphicFramePr>
        <p:xfrm>
          <a:off x="2846895" y="1316229"/>
          <a:ext cx="9272317" cy="347472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0275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7261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84083">
                  <a:extLst>
                    <a:ext uri="{9D8B030D-6E8A-4147-A177-3AD203B41FA5}">
                      <a16:colId xmlns:a16="http://schemas.microsoft.com/office/drawing/2014/main" val="3505854420"/>
                    </a:ext>
                  </a:extLst>
                </a:gridCol>
                <a:gridCol w="263007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4803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0998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 fontAlgn="base"/>
                      <a:r>
                        <a:rPr lang="en-IN" sz="16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Token</a:t>
                      </a:r>
                      <a:endParaRPr lang="en-IN" sz="1600" b="1" dirty="0">
                        <a:solidFill>
                          <a:schemeClr val="tx1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6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Original probability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600" b="1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Top-k = 3 retained tokens</a:t>
                      </a:r>
                      <a:endParaRPr lang="en-IN" sz="1600" b="0" i="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br>
                        <a:rPr lang="en-IN" sz="1600" dirty="0"/>
                      </a:br>
                      <a:endParaRPr lang="en-IN" sz="1600" b="1" dirty="0">
                        <a:solidFill>
                          <a:schemeClr val="tx1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600" b="1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Top-k normalized probability</a:t>
                      </a:r>
                      <a:endParaRPr lang="en-IN" sz="1600" b="0" i="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l" fontAlgn="base"/>
                      <a:r>
                        <a:rPr lang="en-US" sz="1600" b="1" baseline="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(Renormalize by dividing with 0.4+0.25+0.17 =0.82)</a:t>
                      </a:r>
                      <a:endParaRPr lang="en-IN" sz="1600" b="1" dirty="0">
                        <a:solidFill>
                          <a:schemeClr val="tx1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IN" sz="16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Top p</a:t>
                      </a:r>
                      <a:r>
                        <a:rPr lang="en-IN" sz="1600" baseline="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= 0.8</a:t>
                      </a:r>
                      <a:r>
                        <a:rPr lang="en-IN" sz="16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</a:t>
                      </a:r>
                      <a:r>
                        <a:rPr lang="en-IN" sz="16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retained tokens</a:t>
                      </a:r>
                      <a:endParaRPr lang="en-IN" sz="1600" b="1" dirty="0">
                        <a:solidFill>
                          <a:schemeClr val="tx1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IN" sz="16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Top-p=0.8 normalized probability</a:t>
                      </a:r>
                      <a:endParaRPr lang="en-IN" sz="1600" b="1" dirty="0">
                        <a:solidFill>
                          <a:schemeClr val="tx1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en-IN" sz="16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for</a:t>
                      </a:r>
                      <a:endParaRPr lang="en-IN" sz="1600" dirty="0">
                        <a:solidFill>
                          <a:schemeClr val="tx1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6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0.4</a:t>
                      </a:r>
                      <a:endParaRPr lang="en-IN" sz="1600" dirty="0">
                        <a:solidFill>
                          <a:schemeClr val="tx1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6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0.4</a:t>
                      </a:r>
                      <a:endParaRPr lang="en-IN" sz="1600" dirty="0">
                        <a:solidFill>
                          <a:schemeClr val="tx1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0.4/0.82= 0.487</a:t>
                      </a:r>
                      <a:endParaRPr lang="en-IN" sz="1600" dirty="0">
                        <a:solidFill>
                          <a:schemeClr val="tx1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6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0.4</a:t>
                      </a:r>
                      <a:endParaRPr lang="en-IN" sz="1600" dirty="0">
                        <a:solidFill>
                          <a:schemeClr val="tx1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0.4/0.82= 0.487</a:t>
                      </a:r>
                      <a:endParaRPr lang="en-IN" sz="1600" dirty="0">
                        <a:solidFill>
                          <a:schemeClr val="tx1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  <a:p>
                      <a:pPr algn="l" fontAlgn="ctr"/>
                      <a:endParaRPr lang="en-IN" sz="1600" dirty="0">
                        <a:solidFill>
                          <a:schemeClr val="tx1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en-IN" sz="160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to</a:t>
                      </a:r>
                      <a:endParaRPr lang="en-IN" sz="1600">
                        <a:solidFill>
                          <a:schemeClr val="tx1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6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0.25</a:t>
                      </a:r>
                      <a:endParaRPr lang="en-IN" sz="1600" dirty="0">
                        <a:solidFill>
                          <a:schemeClr val="tx1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6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0.25</a:t>
                      </a:r>
                      <a:endParaRPr lang="en-IN" sz="1600" dirty="0">
                        <a:solidFill>
                          <a:schemeClr val="tx1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0.25/0.82=0.304</a:t>
                      </a:r>
                      <a:endParaRPr lang="en-IN" sz="1600" dirty="0">
                        <a:solidFill>
                          <a:schemeClr val="tx1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6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0.25</a:t>
                      </a:r>
                      <a:endParaRPr lang="en-IN" sz="1600" dirty="0">
                        <a:solidFill>
                          <a:schemeClr val="tx1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0.25/0.82=0.304</a:t>
                      </a:r>
                      <a:endParaRPr lang="en-IN" sz="1600" dirty="0">
                        <a:solidFill>
                          <a:schemeClr val="tx1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4991">
                <a:tc>
                  <a:txBody>
                    <a:bodyPr/>
                    <a:lstStyle/>
                    <a:p>
                      <a:pPr algn="l" fontAlgn="ctr"/>
                      <a:r>
                        <a:rPr lang="en-IN" sz="16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with</a:t>
                      </a:r>
                      <a:endParaRPr lang="en-IN" sz="1600" dirty="0">
                        <a:solidFill>
                          <a:schemeClr val="tx1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6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0.17</a:t>
                      </a:r>
                      <a:endParaRPr lang="en-IN" sz="1600" dirty="0">
                        <a:solidFill>
                          <a:schemeClr val="tx1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6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0.17</a:t>
                      </a:r>
                      <a:endParaRPr lang="en-IN" sz="1600" dirty="0">
                        <a:solidFill>
                          <a:schemeClr val="tx1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0.17/0.82</a:t>
                      </a:r>
                      <a:r>
                        <a:rPr lang="en-US" sz="1600" baseline="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=0.207</a:t>
                      </a:r>
                      <a:endParaRPr lang="en-IN" sz="1600" dirty="0">
                        <a:solidFill>
                          <a:schemeClr val="tx1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6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0.17</a:t>
                      </a:r>
                      <a:endParaRPr lang="en-IN" sz="1600" dirty="0">
                        <a:solidFill>
                          <a:schemeClr val="tx1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0.17/0.82</a:t>
                      </a:r>
                      <a:r>
                        <a:rPr lang="en-US" sz="1600" baseline="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=0.207</a:t>
                      </a:r>
                      <a:endParaRPr lang="en-IN" sz="1600" dirty="0">
                        <a:solidFill>
                          <a:schemeClr val="tx1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  <a:p>
                      <a:pPr marL="0" marR="0" lvl="0" indent="0" algn="l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N" sz="1600" dirty="0">
                        <a:solidFill>
                          <a:schemeClr val="tx1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en-IN" sz="160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and</a:t>
                      </a:r>
                      <a:endParaRPr lang="en-IN" sz="1600">
                        <a:solidFill>
                          <a:schemeClr val="tx1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6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0.13</a:t>
                      </a:r>
                      <a:endParaRPr lang="en-IN" sz="1600" dirty="0">
                        <a:solidFill>
                          <a:schemeClr val="tx1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en-IN" sz="1600" dirty="0">
                        <a:solidFill>
                          <a:schemeClr val="tx1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en-IN" sz="1600" dirty="0">
                        <a:solidFill>
                          <a:schemeClr val="tx1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en-IN" sz="1600" dirty="0">
                        <a:solidFill>
                          <a:schemeClr val="tx1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en-IN" sz="1600" dirty="0">
                        <a:solidFill>
                          <a:schemeClr val="tx1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en-IN" sz="160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by</a:t>
                      </a:r>
                      <a:endParaRPr lang="en-IN" sz="1600">
                        <a:solidFill>
                          <a:schemeClr val="tx1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6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0.05</a:t>
                      </a:r>
                      <a:endParaRPr lang="en-IN" sz="1600" dirty="0">
                        <a:solidFill>
                          <a:schemeClr val="tx1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en-IN" sz="1600" dirty="0">
                        <a:solidFill>
                          <a:schemeClr val="tx1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en-IN" sz="1600" dirty="0">
                        <a:solidFill>
                          <a:schemeClr val="tx1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en-IN" sz="1600" dirty="0">
                        <a:solidFill>
                          <a:schemeClr val="tx1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en-IN" sz="1600" dirty="0">
                        <a:solidFill>
                          <a:schemeClr val="tx1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F301CD45-910C-7188-986A-0229FE021DF6}"/>
              </a:ext>
            </a:extLst>
          </p:cNvPr>
          <p:cNvSpPr txBox="1"/>
          <p:nvPr/>
        </p:nvSpPr>
        <p:spPr>
          <a:xfrm>
            <a:off x="0" y="1490008"/>
            <a:ext cx="3223966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base"/>
            <a:r>
              <a:rPr lang="en-US" i="1" dirty="0"/>
              <a:t>I took my dog...</a:t>
            </a:r>
            <a:endParaRPr lang="en-US" dirty="0"/>
          </a:p>
          <a:p>
            <a:pPr lvl="1" fontAlgn="base"/>
            <a:r>
              <a:rPr lang="en-US" i="1" dirty="0"/>
              <a:t>for</a:t>
            </a:r>
            <a:r>
              <a:rPr lang="en-US" dirty="0"/>
              <a:t> a walk.</a:t>
            </a:r>
          </a:p>
          <a:p>
            <a:pPr lvl="1" fontAlgn="base"/>
            <a:r>
              <a:rPr lang="en-US" i="1" dirty="0"/>
              <a:t>to</a:t>
            </a:r>
            <a:r>
              <a:rPr lang="en-US" dirty="0"/>
              <a:t> the vet.</a:t>
            </a:r>
          </a:p>
          <a:p>
            <a:pPr lvl="1" fontAlgn="base"/>
            <a:r>
              <a:rPr lang="en-US" i="1" dirty="0"/>
              <a:t>with</a:t>
            </a:r>
            <a:r>
              <a:rPr lang="en-US" dirty="0"/>
              <a:t> me.</a:t>
            </a:r>
          </a:p>
          <a:p>
            <a:pPr lvl="1" fontAlgn="base"/>
            <a:r>
              <a:rPr lang="en-US" i="1" dirty="0"/>
              <a:t>and</a:t>
            </a:r>
            <a:r>
              <a:rPr lang="en-US" dirty="0"/>
              <a:t> my cat on vacation.</a:t>
            </a:r>
          </a:p>
          <a:p>
            <a:pPr lvl="1" fontAlgn="base"/>
            <a:r>
              <a:rPr lang="en-US" i="1" dirty="0"/>
              <a:t>by</a:t>
            </a:r>
            <a:r>
              <a:rPr lang="en-US" dirty="0"/>
              <a:t> the collar.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1DCECAD0-635E-D1EB-2C29-9C741FBF3B73}"/>
                  </a:ext>
                </a:extLst>
              </p:cNvPr>
              <p:cNvSpPr txBox="1"/>
              <p:nvPr/>
            </p:nvSpPr>
            <p:spPr>
              <a:xfrm>
                <a:off x="1082253" y="5199147"/>
                <a:ext cx="9767998" cy="126188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1" algn="l" rtl="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dirty="0"/>
                  <a:t>In this example, top-k = 3 and top-p = 0.8 retain the same tokens, but in general top-p uses a variable-size set while top-k always keeps exactly 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dirty="0"/>
                  <a:t> tokens</a:t>
                </a:r>
                <a:endParaRPr lang="en-US" altLang="en-US" sz="2000" dirty="0">
                  <a:solidFill>
                    <a:schemeClr val="tx1"/>
                  </a:solidFill>
                </a:endParaRPr>
              </a:p>
              <a:p>
                <a:pPr fontAlgn="base"/>
                <a:endParaRPr lang="en-US" sz="2000" dirty="0"/>
              </a:p>
              <a:p>
                <a:pPr fontAlgn="base"/>
                <a:endParaRPr lang="en-US" sz="20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1DCECAD0-635E-D1EB-2C29-9C741FBF3B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2253" y="5199147"/>
                <a:ext cx="9767998" cy="1261884"/>
              </a:xfrm>
              <a:prstGeom prst="rect">
                <a:avLst/>
              </a:prstGeom>
              <a:blipFill>
                <a:blip r:embed="rId3"/>
                <a:stretch>
                  <a:fillRect t="-289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6203847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/>
          <p:cNvGraphicFramePr>
            <a:graphicFrameLocks noGrp="1"/>
          </p:cNvGraphicFramePr>
          <p:nvPr>
            <p:ph idx="10"/>
          </p:nvPr>
        </p:nvGraphicFramePr>
        <p:xfrm>
          <a:off x="460828" y="2488191"/>
          <a:ext cx="3556000" cy="4093083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77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7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20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Word</a:t>
                      </a:r>
                      <a:endParaRPr lang="en-IN" sz="20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200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Probability</a:t>
                      </a:r>
                      <a:endParaRPr lang="en-IN" sz="200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200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1. gold</a:t>
                      </a:r>
                      <a:endParaRPr lang="en-IN" sz="200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200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40%</a:t>
                      </a:r>
                      <a:endParaRPr lang="en-IN" sz="200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200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2. a</a:t>
                      </a:r>
                      <a:endParaRPr lang="en-IN" sz="200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200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25%</a:t>
                      </a:r>
                      <a:endParaRPr lang="en-IN" sz="200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200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3. treasure</a:t>
                      </a:r>
                      <a:endParaRPr lang="en-IN" sz="200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20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15%</a:t>
                      </a:r>
                      <a:endParaRPr lang="en-IN" sz="20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200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4. an</a:t>
                      </a:r>
                      <a:endParaRPr lang="en-IN" sz="200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200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10%</a:t>
                      </a:r>
                      <a:endParaRPr lang="en-IN" sz="200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200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5. nothing</a:t>
                      </a:r>
                      <a:endParaRPr lang="en-IN" sz="200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200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5%</a:t>
                      </a:r>
                      <a:endParaRPr lang="en-IN" sz="200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200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6. magic</a:t>
                      </a:r>
                      <a:endParaRPr lang="en-IN" sz="200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200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3%</a:t>
                      </a:r>
                      <a:endParaRPr lang="en-IN" sz="200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200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7. his</a:t>
                      </a:r>
                      <a:endParaRPr lang="en-IN" sz="200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200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1.5%</a:t>
                      </a:r>
                      <a:endParaRPr lang="en-IN" sz="200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200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8. a dragon</a:t>
                      </a:r>
                      <a:endParaRPr lang="en-IN" sz="200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20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0.5%</a:t>
                      </a:r>
                      <a:endParaRPr lang="en-IN" sz="20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- 2</a:t>
            </a:r>
            <a:endParaRPr lang="en-IN" dirty="0"/>
          </a:p>
        </p:txBody>
      </p:sp>
      <p:sp>
        <p:nvSpPr>
          <p:cNvPr id="7" name="Rectangle 6"/>
          <p:cNvSpPr/>
          <p:nvPr/>
        </p:nvSpPr>
        <p:spPr>
          <a:xfrm>
            <a:off x="304800" y="1387639"/>
            <a:ext cx="11887199" cy="10802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en-IN" sz="2000" dirty="0">
                <a:solidFill>
                  <a:srgbClr val="1B1C1D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Imagine we give a language model the following prompt, and we're asking it to generate the </a:t>
            </a:r>
            <a:r>
              <a:rPr lang="en-IN" sz="2000" i="1" dirty="0">
                <a:solidFill>
                  <a:srgbClr val="1B1C1D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next word</a:t>
            </a:r>
            <a:r>
              <a:rPr lang="en-IN" sz="2000" dirty="0">
                <a:solidFill>
                  <a:srgbClr val="1B1C1D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.</a:t>
            </a:r>
            <a:endParaRPr lang="en-IN" sz="2000" dirty="0"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</a:pPr>
            <a:r>
              <a:rPr lang="en-IN" sz="2000" b="1" dirty="0">
                <a:solidFill>
                  <a:srgbClr val="1B1C1D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Prompt:</a:t>
            </a:r>
            <a:r>
              <a:rPr lang="en-IN" sz="2000" dirty="0">
                <a:solidFill>
                  <a:srgbClr val="1B1C1D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"The hero opened the chest and </a:t>
            </a:r>
            <a:r>
              <a:rPr lang="en-IN" sz="2000">
                <a:solidFill>
                  <a:srgbClr val="1B1C1D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found...“     </a:t>
            </a:r>
            <a:r>
              <a:rPr lang="en-US" altLang="en-US" sz="2000">
                <a:solidFill>
                  <a:srgbClr val="1B1C1D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After </a:t>
            </a:r>
            <a:r>
              <a:rPr lang="en-US" altLang="en-US" sz="2000" dirty="0">
                <a:solidFill>
                  <a:srgbClr val="1B1C1D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processing this, the model has calculated the probability for all possible next words</a:t>
            </a:r>
            <a:endParaRPr lang="en-IN" sz="2000" dirty="0">
              <a:effectLst/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090010" y="3297471"/>
            <a:ext cx="6096000" cy="2474524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07000"/>
              </a:lnSpc>
              <a:spcAft>
                <a:spcPts val="600"/>
              </a:spcAft>
            </a:pPr>
            <a:r>
              <a:rPr lang="en-IN" sz="2000" b="1" dirty="0">
                <a:solidFill>
                  <a:srgbClr val="1B1C1D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1. Greedy Search</a:t>
            </a:r>
            <a:endParaRPr lang="en-IN" sz="2000" dirty="0"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2000" dirty="0">
                <a:solidFill>
                  <a:srgbClr val="1B1C1D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It </a:t>
            </a:r>
            <a:r>
              <a:rPr lang="en-IN" sz="2000" i="1" dirty="0">
                <a:solidFill>
                  <a:srgbClr val="1B1C1D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always</a:t>
            </a:r>
            <a:r>
              <a:rPr lang="en-IN" sz="2000" dirty="0">
                <a:solidFill>
                  <a:srgbClr val="1B1C1D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picks the single word with the highest probability. No randomness.</a:t>
            </a:r>
            <a:endParaRPr lang="en-IN" sz="2000" dirty="0"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2000" dirty="0">
                <a:solidFill>
                  <a:srgbClr val="1B1C1D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It picks </a:t>
            </a:r>
            <a:r>
              <a:rPr lang="en-IN" sz="2000" dirty="0">
                <a:solidFill>
                  <a:srgbClr val="444746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gold</a:t>
            </a:r>
            <a:r>
              <a:rPr lang="en-IN" sz="2000" dirty="0">
                <a:solidFill>
                  <a:srgbClr val="1B1C1D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(40%).</a:t>
            </a:r>
            <a:endParaRPr lang="en-IN" sz="2000" dirty="0"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2000" b="1" dirty="0">
                <a:solidFill>
                  <a:srgbClr val="1B1C1D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Final Output:</a:t>
            </a:r>
            <a:r>
              <a:rPr lang="en-IN" sz="2000" dirty="0">
                <a:solidFill>
                  <a:srgbClr val="1B1C1D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"The hero opened the chest and found </a:t>
            </a:r>
            <a:r>
              <a:rPr lang="en-IN" sz="2000" b="1" dirty="0">
                <a:solidFill>
                  <a:srgbClr val="1B1C1D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gold</a:t>
            </a:r>
            <a:r>
              <a:rPr lang="en-IN" sz="2000" dirty="0">
                <a:solidFill>
                  <a:srgbClr val="1B1C1D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."</a:t>
            </a:r>
            <a:endParaRPr lang="en-IN" sz="2000" dirty="0"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600"/>
              </a:spcAft>
            </a:pPr>
            <a:r>
              <a:rPr lang="en-IN" sz="2000" dirty="0">
                <a:solidFill>
                  <a:srgbClr val="1B1C1D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 </a:t>
            </a:r>
            <a:endParaRPr lang="en-IN" sz="2000" dirty="0">
              <a:effectLst/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7972569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0"/>
          </p:nvPr>
        </p:nvSpPr>
        <p:spPr>
          <a:xfrm>
            <a:off x="304800" y="1545224"/>
            <a:ext cx="11887200" cy="4525963"/>
          </a:xfrm>
        </p:spPr>
        <p:txBody>
          <a:bodyPr>
            <a:normAutofit/>
          </a:bodyPr>
          <a:lstStyle/>
          <a:p>
            <a:r>
              <a:rPr lang="en-IN" b="1" dirty="0"/>
              <a:t>3. Top-K Sampling (k=3)</a:t>
            </a:r>
            <a:endParaRPr lang="en-IN" dirty="0"/>
          </a:p>
          <a:p>
            <a:pPr lvl="0"/>
            <a:r>
              <a:rPr lang="en-IN" dirty="0"/>
              <a:t>Keeping </a:t>
            </a:r>
            <a:r>
              <a:rPr lang="en-IN" i="1" dirty="0"/>
              <a:t>only</a:t>
            </a:r>
            <a:r>
              <a:rPr lang="en-IN" dirty="0"/>
              <a:t> the top 3 words, then randomly samples from them.</a:t>
            </a:r>
          </a:p>
          <a:p>
            <a:pPr lvl="1"/>
            <a:r>
              <a:rPr lang="en-IN" dirty="0"/>
              <a:t>gold (40%), a (25%), treasure (15%)</a:t>
            </a:r>
          </a:p>
          <a:p>
            <a:pPr lvl="0"/>
            <a:r>
              <a:rPr lang="en-IN" b="1" dirty="0"/>
              <a:t>Final Output:</a:t>
            </a:r>
            <a:r>
              <a:rPr lang="en-IN" dirty="0"/>
              <a:t> It might pick gold. It might pick a. It might pick treasure. But it will </a:t>
            </a:r>
            <a:r>
              <a:rPr lang="en-IN" i="1" dirty="0"/>
              <a:t>never</a:t>
            </a:r>
            <a:r>
              <a:rPr lang="en-IN" dirty="0"/>
              <a:t> pick magic.</a:t>
            </a:r>
          </a:p>
          <a:p>
            <a:r>
              <a:rPr lang="en-IN" dirty="0"/>
              <a:t> </a:t>
            </a:r>
          </a:p>
          <a:p>
            <a:r>
              <a:rPr lang="en-IN" b="1" dirty="0"/>
              <a:t>4. Top-P (Nucleus) Sampling (p=0.80 or 80%)</a:t>
            </a:r>
            <a:endParaRPr lang="en-IN" dirty="0"/>
          </a:p>
          <a:p>
            <a:pPr lvl="0"/>
            <a:r>
              <a:rPr lang="en-IN" dirty="0"/>
              <a:t>Keeps the smallest set of words whose probabilities add up to at least 80%.</a:t>
            </a:r>
          </a:p>
          <a:p>
            <a:pPr lvl="0"/>
            <a:r>
              <a:rPr lang="en-IN" b="1" dirty="0"/>
              <a:t>Final Output:</a:t>
            </a:r>
            <a:r>
              <a:rPr lang="en-IN" dirty="0"/>
              <a:t>  Randomly chooses from he list is gold, a, treasure (40 + 25 + 15 = 80 %) . It randomly samples from this list.</a:t>
            </a:r>
          </a:p>
          <a:p>
            <a:endParaRPr lang="en-IN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6342798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0"/>
          </p:nvPr>
        </p:nvSpPr>
        <p:spPr>
          <a:xfrm>
            <a:off x="304800" y="1371600"/>
            <a:ext cx="11887200" cy="5143500"/>
          </a:xfrm>
        </p:spPr>
        <p:txBody>
          <a:bodyPr>
            <a:noAutofit/>
          </a:bodyPr>
          <a:lstStyle/>
          <a:p>
            <a:r>
              <a:rPr lang="en-IN" b="1" dirty="0"/>
              <a:t>5. Sampling with High Temperature (T=1.5)</a:t>
            </a:r>
            <a:endParaRPr lang="en-IN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IN" dirty="0"/>
              <a:t>Temperature is a </a:t>
            </a:r>
            <a:r>
              <a:rPr lang="en-IN" i="1" dirty="0"/>
              <a:t>modifier</a:t>
            </a:r>
            <a:r>
              <a:rPr lang="en-IN" dirty="0"/>
              <a:t> used </a:t>
            </a:r>
            <a:r>
              <a:rPr lang="en-IN" i="1" dirty="0"/>
              <a:t>with</a:t>
            </a:r>
            <a:r>
              <a:rPr lang="en-IN" dirty="0"/>
              <a:t> Top-K or Top-P. A high T "flattens" the  probabilities, making everything more equal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IN" b="1" dirty="0"/>
              <a:t>Original </a:t>
            </a:r>
            <a:r>
              <a:rPr lang="en-IN" b="1" dirty="0" err="1"/>
              <a:t>Probs</a:t>
            </a:r>
            <a:r>
              <a:rPr lang="en-IN" b="1" dirty="0"/>
              <a:t>:</a:t>
            </a:r>
            <a:r>
              <a:rPr lang="en-IN" dirty="0"/>
              <a:t> gold (40%), magic (3%)</a:t>
            </a:r>
          </a:p>
          <a:p>
            <a:pPr lvl="3"/>
            <a:r>
              <a:rPr lang="en-IN" dirty="0"/>
              <a:t>Logit for gold: </a:t>
            </a:r>
            <a:r>
              <a:rPr lang="en-IN" b="1" dirty="0"/>
              <a:t>2.5</a:t>
            </a:r>
            <a:endParaRPr lang="en-IN" dirty="0"/>
          </a:p>
          <a:p>
            <a:pPr lvl="3"/>
            <a:r>
              <a:rPr lang="en-IN" dirty="0"/>
              <a:t>Logit for magic: </a:t>
            </a:r>
            <a:r>
              <a:rPr lang="en-IN" b="1" dirty="0"/>
              <a:t>-1.1</a:t>
            </a:r>
            <a:endParaRPr lang="en-IN" dirty="0"/>
          </a:p>
          <a:p>
            <a:pPr lvl="3"/>
            <a:r>
              <a:rPr lang="en-IN" dirty="0"/>
              <a:t>gold logit: 2.5 / 1 = 2.5 </a:t>
            </a:r>
            <a:r>
              <a:rPr lang="en-IN" dirty="0">
                <a:sym typeface="Wingdings" panose="05000000000000000000" pitchFamily="2" charset="2"/>
              </a:rPr>
              <a:t></a:t>
            </a:r>
            <a:r>
              <a:rPr lang="en-IN" dirty="0"/>
              <a:t> e</a:t>
            </a:r>
            <a:r>
              <a:rPr lang="en-IN" baseline="30000" dirty="0"/>
              <a:t>2.5/1  </a:t>
            </a:r>
            <a:r>
              <a:rPr lang="en-IN" dirty="0">
                <a:sym typeface="Wingdings" panose="05000000000000000000" pitchFamily="2" charset="2"/>
              </a:rPr>
              <a:t> </a:t>
            </a:r>
            <a:r>
              <a:rPr lang="en-IN" b="1" dirty="0"/>
              <a:t>Probability = 40%</a:t>
            </a:r>
            <a:endParaRPr lang="en-IN" dirty="0"/>
          </a:p>
          <a:p>
            <a:pPr lvl="3"/>
            <a:r>
              <a:rPr lang="en-IN" dirty="0"/>
              <a:t>magic logit: -1.1 / 1 = -1.1 </a:t>
            </a:r>
            <a:r>
              <a:rPr lang="en-IN" dirty="0">
                <a:sym typeface="Wingdings" panose="05000000000000000000" pitchFamily="2" charset="2"/>
              </a:rPr>
              <a:t> </a:t>
            </a:r>
            <a:r>
              <a:rPr lang="en-IN" dirty="0"/>
              <a:t>e</a:t>
            </a:r>
            <a:r>
              <a:rPr lang="en-IN" baseline="30000" dirty="0"/>
              <a:t>-1.1/1  </a:t>
            </a:r>
            <a:r>
              <a:rPr lang="en-IN" dirty="0">
                <a:sym typeface="Wingdings" panose="05000000000000000000" pitchFamily="2" charset="2"/>
              </a:rPr>
              <a:t> </a:t>
            </a:r>
            <a:r>
              <a:rPr lang="en-IN" b="1" dirty="0"/>
              <a:t>Probability = 3%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b="1" dirty="0"/>
              <a:t>T=1.5 </a:t>
            </a:r>
          </a:p>
          <a:p>
            <a:pPr lvl="2" algn="l" rtl="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</a:pPr>
            <a:r>
              <a:rPr lang="en-US" altLang="en-US" dirty="0">
                <a:solidFill>
                  <a:schemeClr val="tx1"/>
                </a:solidFill>
                <a:cs typeface="Courier New" panose="02070309020205020404" pitchFamily="49" charset="0"/>
              </a:rPr>
              <a:t>      gold</a:t>
            </a:r>
            <a:r>
              <a:rPr lang="en-US" altLang="en-US" dirty="0">
                <a:solidFill>
                  <a:schemeClr val="tx1"/>
                </a:solidFill>
              </a:rPr>
              <a:t> logit: 2.5 / 1.5 = </a:t>
            </a:r>
            <a:r>
              <a:rPr lang="en-US" altLang="en-US" b="1" dirty="0">
                <a:solidFill>
                  <a:schemeClr val="tx1"/>
                </a:solidFill>
              </a:rPr>
              <a:t>1.67</a:t>
            </a:r>
            <a:endParaRPr lang="en-US" altLang="en-US" dirty="0">
              <a:solidFill>
                <a:schemeClr val="tx1"/>
              </a:solidFill>
            </a:endParaRPr>
          </a:p>
          <a:p>
            <a:pPr lvl="3" algn="l" rtl="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</a:pPr>
            <a:r>
              <a:rPr lang="en-US" altLang="en-US" dirty="0">
                <a:solidFill>
                  <a:schemeClr val="tx1"/>
                </a:solidFill>
                <a:cs typeface="Courier New" panose="02070309020205020404" pitchFamily="49" charset="0"/>
              </a:rPr>
              <a:t>magic</a:t>
            </a:r>
            <a:r>
              <a:rPr lang="en-US" altLang="en-US" dirty="0">
                <a:solidFill>
                  <a:schemeClr val="tx1"/>
                </a:solidFill>
              </a:rPr>
              <a:t> logit: -1.1 / 1.5 = </a:t>
            </a:r>
            <a:r>
              <a:rPr lang="en-US" altLang="en-US" b="1" dirty="0">
                <a:solidFill>
                  <a:schemeClr val="tx1"/>
                </a:solidFill>
              </a:rPr>
              <a:t>-0.73</a:t>
            </a:r>
          </a:p>
          <a:p>
            <a:pPr lvl="3"/>
            <a:r>
              <a:rPr lang="en-US" altLang="en-US" dirty="0">
                <a:solidFill>
                  <a:schemeClr val="tx1"/>
                </a:solidFill>
                <a:cs typeface="Courier New" panose="02070309020205020404" pitchFamily="49" charset="0"/>
              </a:rPr>
              <a:t>gold </a:t>
            </a:r>
            <a:r>
              <a:rPr lang="en-US" altLang="en-US" dirty="0">
                <a:solidFill>
                  <a:schemeClr val="tx1"/>
                </a:solidFill>
              </a:rPr>
              <a:t> </a:t>
            </a:r>
            <a:r>
              <a:rPr lang="en-US" altLang="en-US" b="1" dirty="0"/>
              <a:t>Probability </a:t>
            </a:r>
            <a:r>
              <a:rPr lang="en-US" altLang="en-US" b="1" dirty="0">
                <a:sym typeface="Wingdings" panose="05000000000000000000" pitchFamily="2" charset="2"/>
              </a:rPr>
              <a:t> </a:t>
            </a:r>
            <a:r>
              <a:rPr lang="en-US" altLang="en-US" b="1" dirty="0"/>
              <a:t>20%</a:t>
            </a:r>
            <a:r>
              <a:rPr lang="en-US" altLang="en-US" dirty="0"/>
              <a:t> (It went </a:t>
            </a:r>
            <a:r>
              <a:rPr lang="en-US" altLang="en-US" i="1" dirty="0"/>
              <a:t>down</a:t>
            </a:r>
            <a:r>
              <a:rPr lang="en-US" altLang="en-US" dirty="0"/>
              <a:t> from 40%)</a:t>
            </a:r>
          </a:p>
          <a:p>
            <a:pPr lvl="3" algn="l" rtl="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</a:pPr>
            <a:r>
              <a:rPr lang="en-US" altLang="en-US" b="1" dirty="0">
                <a:solidFill>
                  <a:schemeClr val="tx1"/>
                </a:solidFill>
              </a:rPr>
              <a:t>magic Probability </a:t>
            </a:r>
            <a:r>
              <a:rPr lang="en-US" altLang="en-US" b="1" dirty="0">
                <a:solidFill>
                  <a:schemeClr val="tx1"/>
                </a:solidFill>
                <a:sym typeface="Wingdings" panose="05000000000000000000" pitchFamily="2" charset="2"/>
              </a:rPr>
              <a:t> </a:t>
            </a:r>
            <a:r>
              <a:rPr lang="en-US" altLang="en-US" b="1" dirty="0">
                <a:solidFill>
                  <a:schemeClr val="tx1"/>
                </a:solidFill>
              </a:rPr>
              <a:t>15%</a:t>
            </a:r>
            <a:r>
              <a:rPr lang="en-US" altLang="en-US" dirty="0">
                <a:solidFill>
                  <a:schemeClr val="tx1"/>
                </a:solidFill>
              </a:rPr>
              <a:t> (It went </a:t>
            </a:r>
            <a:r>
              <a:rPr lang="en-US" altLang="en-US" i="1" dirty="0">
                <a:solidFill>
                  <a:schemeClr val="tx1"/>
                </a:solidFill>
              </a:rPr>
              <a:t>up</a:t>
            </a:r>
            <a:r>
              <a:rPr lang="en-US" altLang="en-US" dirty="0">
                <a:solidFill>
                  <a:schemeClr val="tx1"/>
                </a:solidFill>
              </a:rPr>
              <a:t> from 3%)</a:t>
            </a:r>
          </a:p>
          <a:p>
            <a:pPr lvl="0" algn="l" rt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  <a:tabLst>
                <a:tab pos="457200" algn="l"/>
              </a:tabLst>
            </a:pPr>
            <a:endParaRPr lang="en-US" altLang="en-US" b="1" dirty="0">
              <a:solidFill>
                <a:schemeClr val="tx1"/>
              </a:solidFill>
            </a:endParaRPr>
          </a:p>
          <a:p>
            <a:pPr lvl="0" algn="l" rt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  <a:tabLst>
                <a:tab pos="457200" algn="l"/>
              </a:tabLst>
            </a:pPr>
            <a:endParaRPr lang="en-US" altLang="en-US" b="1" dirty="0">
              <a:solidFill>
                <a:schemeClr val="tx1"/>
              </a:solidFill>
            </a:endParaRPr>
          </a:p>
          <a:p>
            <a:pPr lvl="0" algn="l" rt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  <a:tabLst>
                <a:tab pos="457200" algn="l"/>
              </a:tabLst>
            </a:pPr>
            <a:endParaRPr lang="en-US" altLang="en-US" dirty="0">
              <a:solidFill>
                <a:schemeClr val="tx1"/>
              </a:solidFill>
            </a:endParaRPr>
          </a:p>
          <a:p>
            <a:pPr lvl="1"/>
            <a:endParaRPr lang="en-IN" b="1" dirty="0"/>
          </a:p>
          <a:p>
            <a:pPr lvl="1"/>
            <a:endParaRPr lang="en-US" b="1" dirty="0"/>
          </a:p>
          <a:p>
            <a:pPr lvl="1"/>
            <a:endParaRPr lang="en-IN" dirty="0"/>
          </a:p>
          <a:p>
            <a:endParaRPr lang="en-IN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50493585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0"/>
          </p:nvPr>
        </p:nvSpPr>
        <p:spPr>
          <a:xfrm>
            <a:off x="6722131" y="1534603"/>
            <a:ext cx="5356234" cy="4525963"/>
          </a:xfrm>
        </p:spPr>
        <p:txBody>
          <a:bodyPr>
            <a:normAutofit fontScale="92500" lnSpcReduction="20000"/>
          </a:bodyPr>
          <a:lstStyle/>
          <a:p>
            <a:pPr marL="342900" indent="-342900" algn="l" rtl="0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rgbClr val="FF0000"/>
                </a:solidFill>
              </a:rPr>
              <a:t>Find the </a:t>
            </a:r>
            <a:r>
              <a:rPr lang="en-US" altLang="en-US" i="1" dirty="0">
                <a:solidFill>
                  <a:srgbClr val="FF0000"/>
                </a:solidFill>
              </a:rPr>
              <a:t>most likely</a:t>
            </a:r>
            <a:r>
              <a:rPr lang="en-US" altLang="en-US" dirty="0">
                <a:solidFill>
                  <a:srgbClr val="FF0000"/>
                </a:solidFill>
              </a:rPr>
              <a:t> complete sentence, not just the most likely next word at each step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At each time step, </a:t>
            </a:r>
          </a:p>
          <a:p>
            <a:pPr marL="800100" lvl="1" indent="-342900" algn="l" rtl="0">
              <a:buFont typeface="Arial" panose="020B0604020202020204" pitchFamily="34" charset="0"/>
              <a:buChar char="•"/>
            </a:pPr>
            <a:r>
              <a:rPr lang="en-US" dirty="0"/>
              <a:t>K (</a:t>
            </a:r>
            <a:r>
              <a:rPr lang="en-US" altLang="en-US" b="1" dirty="0">
                <a:solidFill>
                  <a:schemeClr val="tx1"/>
                </a:solidFill>
              </a:rPr>
              <a:t>beam width</a:t>
            </a:r>
            <a:r>
              <a:rPr lang="en-US" altLang="en-US" dirty="0">
                <a:solidFill>
                  <a:schemeClr val="tx1"/>
                </a:solidFill>
              </a:rPr>
              <a:t> or </a:t>
            </a:r>
            <a:r>
              <a:rPr lang="en-US" altLang="en-US" b="1" dirty="0">
                <a:solidFill>
                  <a:schemeClr val="tx1"/>
                </a:solidFill>
              </a:rPr>
              <a:t>beam size)</a:t>
            </a:r>
            <a:r>
              <a:rPr lang="en-US" dirty="0"/>
              <a:t> best hypotheses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V possible extensions of each</a:t>
            </a:r>
          </a:p>
          <a:p>
            <a:pPr marL="800100" lvl="1" indent="-342900" algn="l" rtl="0">
              <a:buFont typeface="Arial" panose="020B0604020202020204" pitchFamily="34" charset="0"/>
              <a:buChar char="•"/>
            </a:pPr>
            <a:r>
              <a:rPr lang="en-US" dirty="0" err="1"/>
              <a:t>Softmax</a:t>
            </a:r>
            <a:r>
              <a:rPr lang="en-US" dirty="0"/>
              <a:t> is computed over the entire vocabulary at each step</a:t>
            </a:r>
            <a:endParaRPr lang="en-US" altLang="en-US" dirty="0">
              <a:solidFill>
                <a:schemeClr val="tx1"/>
              </a:solidFill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Score  k ×V hypotheses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Choose best k = 2 to continue</a:t>
            </a:r>
          </a:p>
          <a:p>
            <a:pPr lvl="1"/>
            <a:endParaRPr lang="en-US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>
                <a:highlight>
                  <a:srgbClr val="FFFF00"/>
                </a:highlight>
              </a:rPr>
              <a:t>Beam search builds paths </a:t>
            </a:r>
            <a:r>
              <a:rPr lang="en-US" b="1" dirty="0">
                <a:highlight>
                  <a:srgbClr val="FFFF00"/>
                </a:highlight>
              </a:rPr>
              <a:t>left to right, one token at a time</a:t>
            </a:r>
            <a:r>
              <a:rPr lang="en-US" dirty="0">
                <a:highlight>
                  <a:srgbClr val="FFFF00"/>
                </a:highlight>
              </a:rPr>
              <a:t>, just like greedy search — but it tracks </a:t>
            </a:r>
            <a:r>
              <a:rPr lang="en-US" b="1" dirty="0">
                <a:highlight>
                  <a:srgbClr val="FFFF00"/>
                </a:highlight>
              </a:rPr>
              <a:t>k candidates simultaneously</a:t>
            </a:r>
            <a:r>
              <a:rPr lang="en-US" dirty="0">
                <a:highlight>
                  <a:srgbClr val="FFFF00"/>
                </a:highlight>
              </a:rPr>
              <a:t>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Beam Search</a:t>
            </a:r>
            <a:endParaRPr lang="en-IN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636" y="1849168"/>
            <a:ext cx="6608494" cy="4299339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903443" y="1387503"/>
            <a:ext cx="77938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k = 2</a:t>
            </a:r>
            <a:endParaRPr kumimoji="0" lang="en-IN" sz="24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69478" y="48644"/>
            <a:ext cx="5908886" cy="1328258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327381373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Beam Search</a:t>
            </a:r>
            <a:endParaRPr lang="en-IN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560" y="1219200"/>
            <a:ext cx="6917270" cy="409342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7255831" y="1382286"/>
            <a:ext cx="4810968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I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+mn-cs"/>
              </a:rPr>
              <a:t>Example: </a:t>
            </a:r>
          </a:p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+mn-cs"/>
              </a:rPr>
              <a:t>“The green witch arrived”</a:t>
            </a:r>
          </a:p>
          <a:p>
            <a:pPr marL="342900" indent="-342900">
              <a:buFont typeface="Arial" panose="020B0604020202020204" pitchFamily="34" charset="0"/>
              <a:buChar char="•"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+mn-cs"/>
              </a:rPr>
              <a:t>Path probability is  calculated using </a:t>
            </a:r>
          </a:p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+mn-cs"/>
              </a:rPr>
              <a:t>addition of log probability </a:t>
            </a:r>
          </a:p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+mn-cs"/>
              </a:rPr>
              <a:t>at each step</a:t>
            </a:r>
          </a:p>
          <a:p>
            <a:pPr marL="342900" indent="-342900">
              <a:buFont typeface="Arial" panose="020B0604020202020204" pitchFamily="34" charset="0"/>
              <a:buChar char="•"/>
              <a:defRPr/>
            </a:pP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+mn-cs"/>
              </a:rPr>
              <a:t>“the witch”</a:t>
            </a:r>
          </a:p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+mn-cs"/>
              </a:rPr>
              <a:t> Total Score = -0.92 + (-1.2)= </a:t>
            </a:r>
            <a:r>
              <a:rPr kumimoji="0" lang="en-US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+mn-cs"/>
              </a:rPr>
              <a:t>-2.12</a:t>
            </a: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+mn-cs"/>
              </a:rPr>
              <a:t>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1EC3CCF-B8D3-CB8B-D4F7-DC74C43F7F33}"/>
              </a:ext>
            </a:extLst>
          </p:cNvPr>
          <p:cNvSpPr txBox="1"/>
          <p:nvPr/>
        </p:nvSpPr>
        <p:spPr>
          <a:xfrm>
            <a:off x="125201" y="5612524"/>
            <a:ext cx="5970799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+mn-cs"/>
              </a:rPr>
              <a:t>Apply length normalization methods, like dividing the log prob by the number of words (</a:t>
            </a:r>
            <a:r>
              <a:rPr lang="en-IN" sz="2000" dirty="0"/>
              <a:t>Normalize by sequence length)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mbria" panose="02040503050406030204" pitchFamily="18" charset="0"/>
              <a:ea typeface="Cambria" panose="02040503050406030204" pitchFamily="18" charset="0"/>
              <a:cs typeface="+mn-cs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072F83C-8221-3042-78C0-3EA69130DBC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91910" y="5638800"/>
            <a:ext cx="4874889" cy="779415"/>
          </a:xfrm>
          <a:prstGeom prst="rect">
            <a:avLst/>
          </a:prstGeom>
          <a:ln>
            <a:solidFill>
              <a:srgbClr val="C00000"/>
            </a:solidFill>
          </a:ln>
        </p:spPr>
      </p:pic>
      <p:sp>
        <p:nvSpPr>
          <p:cNvPr id="2" name="Arrow: Right 1">
            <a:extLst>
              <a:ext uri="{FF2B5EF4-FFF2-40B4-BE49-F238E27FC236}">
                <a16:creationId xmlns:a16="http://schemas.microsoft.com/office/drawing/2014/main" id="{34A52619-1CE8-B963-F446-66D1BAFBC292}"/>
              </a:ext>
            </a:extLst>
          </p:cNvPr>
          <p:cNvSpPr/>
          <p:nvPr/>
        </p:nvSpPr>
        <p:spPr>
          <a:xfrm>
            <a:off x="6096000" y="5786191"/>
            <a:ext cx="978408" cy="4846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4F6621F-FD57-81C5-18F9-8DC1AD7CD166}"/>
              </a:ext>
            </a:extLst>
          </p:cNvPr>
          <p:cNvSpPr txBox="1"/>
          <p:nvPr/>
        </p:nvSpPr>
        <p:spPr>
          <a:xfrm>
            <a:off x="7564501" y="4389298"/>
            <a:ext cx="377321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+mn-cs"/>
              </a:rPr>
              <a:t>Lower probabilities to longer strings, a naive algorithm would choose shorter strings for y</a:t>
            </a:r>
          </a:p>
        </p:txBody>
      </p:sp>
    </p:spTree>
    <p:extLst>
      <p:ext uri="{BB962C8B-B14F-4D97-AF65-F5344CB8AC3E}">
        <p14:creationId xmlns:p14="http://schemas.microsoft.com/office/powerpoint/2010/main" val="1014588933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A621709A-429B-3ADB-86EE-BFBC2C2EAB36}"/>
              </a:ext>
            </a:extLst>
          </p:cNvPr>
          <p:cNvGraphicFramePr>
            <a:graphicFrameLocks noGrp="1"/>
          </p:cNvGraphicFramePr>
          <p:nvPr>
            <p:ph idx="10"/>
            <p:extLst>
              <p:ext uri="{D42A27DB-BD31-4B8C-83A1-F6EECF244321}">
                <p14:modId xmlns:p14="http://schemas.microsoft.com/office/powerpoint/2010/main" val="1159052633"/>
              </p:ext>
            </p:extLst>
          </p:nvPr>
        </p:nvGraphicFramePr>
        <p:xfrm>
          <a:off x="5589112" y="962253"/>
          <a:ext cx="6684392" cy="1879600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1671098">
                  <a:extLst>
                    <a:ext uri="{9D8B030D-6E8A-4147-A177-3AD203B41FA5}">
                      <a16:colId xmlns:a16="http://schemas.microsoft.com/office/drawing/2014/main" val="4049795033"/>
                    </a:ext>
                  </a:extLst>
                </a:gridCol>
                <a:gridCol w="1248857">
                  <a:extLst>
                    <a:ext uri="{9D8B030D-6E8A-4147-A177-3AD203B41FA5}">
                      <a16:colId xmlns:a16="http://schemas.microsoft.com/office/drawing/2014/main" val="4183519236"/>
                    </a:ext>
                  </a:extLst>
                </a:gridCol>
                <a:gridCol w="2093339">
                  <a:extLst>
                    <a:ext uri="{9D8B030D-6E8A-4147-A177-3AD203B41FA5}">
                      <a16:colId xmlns:a16="http://schemas.microsoft.com/office/drawing/2014/main" val="3721813379"/>
                    </a:ext>
                  </a:extLst>
                </a:gridCol>
                <a:gridCol w="1671098">
                  <a:extLst>
                    <a:ext uri="{9D8B030D-6E8A-4147-A177-3AD203B41FA5}">
                      <a16:colId xmlns:a16="http://schemas.microsoft.com/office/drawing/2014/main" val="315673052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b="0" dirty="0">
                          <a:solidFill>
                            <a:srgbClr val="3D3D3A"/>
                          </a:solidFill>
                          <a:effectLst/>
                        </a:rPr>
                        <a:t>Word candidate</a:t>
                      </a: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b="0">
                          <a:solidFill>
                            <a:srgbClr val="3D3D3A"/>
                          </a:solidFill>
                          <a:effectLst/>
                        </a:rPr>
                        <a:t>Probability</a:t>
                      </a: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b="0">
                          <a:solidFill>
                            <a:srgbClr val="3D3D3A"/>
                          </a:solidFill>
                          <a:effectLst/>
                        </a:rPr>
                        <a:t>Full path</a:t>
                      </a: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b="0">
                          <a:solidFill>
                            <a:srgbClr val="3D3D3A"/>
                          </a:solidFill>
                          <a:effectLst/>
                        </a:rPr>
                        <a:t>Score</a:t>
                      </a:r>
                    </a:p>
                  </a:txBody>
                  <a:tcPr marL="76200" marR="76200" marT="50800" marB="50800" anchor="ctr"/>
                </a:tc>
                <a:extLst>
                  <a:ext uri="{0D108BD9-81ED-4DB2-BD59-A6C34878D82A}">
                    <a16:rowId xmlns:a16="http://schemas.microsoft.com/office/drawing/2014/main" val="59070014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effectLst/>
                        </a:rPr>
                        <a:t>"on"</a:t>
                      </a: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effectLst/>
                        </a:rPr>
                        <a:t>0.50</a:t>
                      </a: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effectLst/>
                        </a:rPr>
                        <a:t>"The cat sat on"</a:t>
                      </a: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>
                          <a:effectLst/>
                          <a:highlight>
                            <a:srgbClr val="FFFF00"/>
                          </a:highlight>
                        </a:rPr>
                        <a:t>0.50</a:t>
                      </a:r>
                      <a:endParaRPr lang="en-IN" dirty="0">
                        <a:effectLst/>
                        <a:highlight>
                          <a:srgbClr val="FFFF00"/>
                        </a:highlight>
                      </a:endParaRPr>
                    </a:p>
                  </a:txBody>
                  <a:tcPr marL="76200" marR="76200" marT="50800" marB="50800" anchor="ctr"/>
                </a:tc>
                <a:extLst>
                  <a:ext uri="{0D108BD9-81ED-4DB2-BD59-A6C34878D82A}">
                    <a16:rowId xmlns:a16="http://schemas.microsoft.com/office/drawing/2014/main" val="194203138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effectLst/>
                        </a:rPr>
                        <a:t>"in"</a:t>
                      </a: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effectLst/>
                        </a:rPr>
                        <a:t>0.40</a:t>
                      </a: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effectLst/>
                        </a:rPr>
                        <a:t>"The cat sat in"</a:t>
                      </a: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>
                          <a:effectLst/>
                          <a:highlight>
                            <a:srgbClr val="FFFF00"/>
                          </a:highlight>
                        </a:rPr>
                        <a:t>0.40</a:t>
                      </a:r>
                      <a:endParaRPr lang="en-IN" dirty="0">
                        <a:effectLst/>
                        <a:highlight>
                          <a:srgbClr val="FFFF00"/>
                        </a:highlight>
                      </a:endParaRPr>
                    </a:p>
                  </a:txBody>
                  <a:tcPr marL="76200" marR="76200" marT="50800" marB="50800" anchor="ctr"/>
                </a:tc>
                <a:extLst>
                  <a:ext uri="{0D108BD9-81ED-4DB2-BD59-A6C34878D82A}">
                    <a16:rowId xmlns:a16="http://schemas.microsoft.com/office/drawing/2014/main" val="391402428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effectLst/>
                        </a:rPr>
                        <a:t>"by"</a:t>
                      </a: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effectLst/>
                        </a:rPr>
                        <a:t>0.05</a:t>
                      </a: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effectLst/>
                        </a:rPr>
                        <a:t>"The cat sat by"</a:t>
                      </a: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effectLst/>
                        </a:rPr>
                        <a:t>0.05</a:t>
                      </a:r>
                    </a:p>
                  </a:txBody>
                  <a:tcPr marL="76200" marR="76200" marT="50800" marB="50800" anchor="ctr"/>
                </a:tc>
                <a:extLst>
                  <a:ext uri="{0D108BD9-81ED-4DB2-BD59-A6C34878D82A}">
                    <a16:rowId xmlns:a16="http://schemas.microsoft.com/office/drawing/2014/main" val="313236818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effectLst/>
                        </a:rPr>
                        <a:t>"down"</a:t>
                      </a: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effectLst/>
                        </a:rPr>
                        <a:t>0.03</a:t>
                      </a: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effectLst/>
                        </a:rPr>
                        <a:t>"The cat sat down"</a:t>
                      </a: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effectLst/>
                        </a:rPr>
                        <a:t>0.03</a:t>
                      </a:r>
                    </a:p>
                  </a:txBody>
                  <a:tcPr marL="76200" marR="76200" marT="50800" marB="50800" anchor="ctr"/>
                </a:tc>
                <a:extLst>
                  <a:ext uri="{0D108BD9-81ED-4DB2-BD59-A6C34878D82A}">
                    <a16:rowId xmlns:a16="http://schemas.microsoft.com/office/drawing/2014/main" val="2373417621"/>
                  </a:ext>
                </a:extLst>
              </a:tr>
            </a:tbl>
          </a:graphicData>
        </a:graphic>
      </p:graphicFrame>
      <p:sp>
        <p:nvSpPr>
          <p:cNvPr id="3" name="Title 2">
            <a:extLst>
              <a:ext uri="{FF2B5EF4-FFF2-40B4-BE49-F238E27FC236}">
                <a16:creationId xmlns:a16="http://schemas.microsoft.com/office/drawing/2014/main" id="{381FA5F4-87F9-F8A9-D436-A2D5933018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3</a:t>
            </a:r>
            <a:endParaRPr lang="en-IN" dirty="0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A449F767-4F30-5D5D-4DE7-10F60FFB4D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6326" y="1426589"/>
            <a:ext cx="5232940" cy="12311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</a:rPr>
              <a:t>Step 1: First word prediction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3D3D3A"/>
                </a:solidFill>
                <a:effectLst/>
              </a:rPr>
              <a:t>Model predicts next word after "The cat sat"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</a:b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65364346-DAAA-A8AA-64E0-D97C76E450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6326" y="3570936"/>
            <a:ext cx="5459183" cy="11079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lvl="0"/>
            <a:r>
              <a:rPr lang="en-IN" dirty="0">
                <a:solidFill>
                  <a:srgbClr val="FF0000"/>
                </a:solidFill>
              </a:rPr>
              <a:t>Step 2: 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+mn-lt"/>
              </a:rPr>
              <a:t>Parallel second word predictions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3D3D3A"/>
                </a:solidFill>
                <a:effectLst/>
                <a:latin typeface="+mn-lt"/>
              </a:rPr>
              <a:t>For each hypothesis, predict the next word independently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3D3D3A"/>
                </a:solidFill>
                <a:effectLst/>
                <a:latin typeface="+mn-lt"/>
              </a:rPr>
              <a:t>Hypothesis 1: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3D3D3A"/>
                </a:solidFill>
                <a:effectLst/>
                <a:latin typeface="+mn-lt"/>
              </a:rPr>
              <a:t> "The cat sat on" → What comes next?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3D3D3A"/>
                </a:solidFill>
                <a:effectLst/>
                <a:latin typeface="+mn-lt"/>
              </a:rPr>
              <a:t>Hypothesis 2: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3D3D3A"/>
                </a:solidFill>
                <a:effectLst/>
                <a:latin typeface="+mn-lt"/>
              </a:rPr>
              <a:t> "The cat sat in" → What comes next?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350F6A29-6335-B108-4B66-E74A7C83107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55497329"/>
              </p:ext>
            </p:extLst>
          </p:nvPr>
        </p:nvGraphicFramePr>
        <p:xfrm>
          <a:off x="5990064" y="4760869"/>
          <a:ext cx="6108732" cy="1127760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1164442">
                  <a:extLst>
                    <a:ext uri="{9D8B030D-6E8A-4147-A177-3AD203B41FA5}">
                      <a16:colId xmlns:a16="http://schemas.microsoft.com/office/drawing/2014/main" val="1895317855"/>
                    </a:ext>
                  </a:extLst>
                </a:gridCol>
                <a:gridCol w="725864">
                  <a:extLst>
                    <a:ext uri="{9D8B030D-6E8A-4147-A177-3AD203B41FA5}">
                      <a16:colId xmlns:a16="http://schemas.microsoft.com/office/drawing/2014/main" val="1773376623"/>
                    </a:ext>
                  </a:extLst>
                </a:gridCol>
                <a:gridCol w="2036190">
                  <a:extLst>
                    <a:ext uri="{9D8B030D-6E8A-4147-A177-3AD203B41FA5}">
                      <a16:colId xmlns:a16="http://schemas.microsoft.com/office/drawing/2014/main" val="3931882053"/>
                    </a:ext>
                  </a:extLst>
                </a:gridCol>
                <a:gridCol w="2182236">
                  <a:extLst>
                    <a:ext uri="{9D8B030D-6E8A-4147-A177-3AD203B41FA5}">
                      <a16:colId xmlns:a16="http://schemas.microsoft.com/office/drawing/2014/main" val="221510202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b="0">
                          <a:solidFill>
                            <a:srgbClr val="3D3D3A"/>
                          </a:solidFill>
                          <a:effectLst/>
                        </a:rPr>
                        <a:t>Next word</a:t>
                      </a: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b="0" dirty="0">
                          <a:solidFill>
                            <a:srgbClr val="3D3D3A"/>
                          </a:solidFill>
                          <a:effectLst/>
                        </a:rPr>
                        <a:t>Prob</a:t>
                      </a:r>
                      <a:endParaRPr lang="en-IN" b="0" dirty="0">
                        <a:solidFill>
                          <a:srgbClr val="3D3D3A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b="0">
                          <a:solidFill>
                            <a:srgbClr val="3D3D3A"/>
                          </a:solidFill>
                          <a:effectLst/>
                        </a:rPr>
                        <a:t>Full path</a:t>
                      </a: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b="0">
                          <a:solidFill>
                            <a:srgbClr val="3D3D3A"/>
                          </a:solidFill>
                          <a:effectLst/>
                        </a:rPr>
                        <a:t>New score</a:t>
                      </a:r>
                    </a:p>
                  </a:txBody>
                  <a:tcPr marL="76200" marR="76200" marT="50800" marB="50800" anchor="ctr"/>
                </a:tc>
                <a:extLst>
                  <a:ext uri="{0D108BD9-81ED-4DB2-BD59-A6C34878D82A}">
                    <a16:rowId xmlns:a16="http://schemas.microsoft.com/office/drawing/2014/main" val="49316777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effectLst/>
                        </a:rPr>
                        <a:t>"the"</a:t>
                      </a: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effectLst/>
                        </a:rPr>
                        <a:t>0.8</a:t>
                      </a: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effectLst/>
                        </a:rPr>
                        <a:t>"The cat sat on the"</a:t>
                      </a: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effectLst/>
                        </a:rPr>
                        <a:t>0.50 × 0.8 =</a:t>
                      </a:r>
                      <a:r>
                        <a:rPr lang="en-IN" dirty="0">
                          <a:effectLst/>
                          <a:highlight>
                            <a:srgbClr val="FFFF00"/>
                          </a:highlight>
                        </a:rPr>
                        <a:t> </a:t>
                      </a:r>
                      <a:r>
                        <a:rPr lang="en-IN" b="1" dirty="0">
                          <a:effectLst/>
                          <a:highlight>
                            <a:srgbClr val="FFFF00"/>
                          </a:highlight>
                        </a:rPr>
                        <a:t>0.40</a:t>
                      </a:r>
                      <a:endParaRPr lang="en-IN" dirty="0">
                        <a:effectLst/>
                        <a:highlight>
                          <a:srgbClr val="FFFF00"/>
                        </a:highlight>
                      </a:endParaRPr>
                    </a:p>
                  </a:txBody>
                  <a:tcPr marL="76200" marR="76200" marT="50800" marB="50800" anchor="ctr"/>
                </a:tc>
                <a:extLst>
                  <a:ext uri="{0D108BD9-81ED-4DB2-BD59-A6C34878D82A}">
                    <a16:rowId xmlns:a16="http://schemas.microsoft.com/office/drawing/2014/main" val="102807504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effectLst/>
                        </a:rPr>
                        <a:t>"a"</a:t>
                      </a: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effectLst/>
                        </a:rPr>
                        <a:t>0.2</a:t>
                      </a: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effectLst/>
                        </a:rPr>
                        <a:t>"The cat sat on a"</a:t>
                      </a: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effectLst/>
                        </a:rPr>
                        <a:t>0.50 × 0.2 = 0.10</a:t>
                      </a:r>
                    </a:p>
                  </a:txBody>
                  <a:tcPr marL="76200" marR="76200" marT="50800" marB="50800" anchor="ctr"/>
                </a:tc>
                <a:extLst>
                  <a:ext uri="{0D108BD9-81ED-4DB2-BD59-A6C34878D82A}">
                    <a16:rowId xmlns:a16="http://schemas.microsoft.com/office/drawing/2014/main" val="1296582946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8465942E-7D84-4D80-B6D2-0463EAB9886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72092600"/>
              </p:ext>
            </p:extLst>
          </p:nvPr>
        </p:nvGraphicFramePr>
        <p:xfrm>
          <a:off x="6037658" y="3361057"/>
          <a:ext cx="6001588" cy="1127760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1150070">
                  <a:extLst>
                    <a:ext uri="{9D8B030D-6E8A-4147-A177-3AD203B41FA5}">
                      <a16:colId xmlns:a16="http://schemas.microsoft.com/office/drawing/2014/main" val="4157941861"/>
                    </a:ext>
                  </a:extLst>
                </a:gridCol>
                <a:gridCol w="772998">
                  <a:extLst>
                    <a:ext uri="{9D8B030D-6E8A-4147-A177-3AD203B41FA5}">
                      <a16:colId xmlns:a16="http://schemas.microsoft.com/office/drawing/2014/main" val="2207826720"/>
                    </a:ext>
                  </a:extLst>
                </a:gridCol>
                <a:gridCol w="2064471">
                  <a:extLst>
                    <a:ext uri="{9D8B030D-6E8A-4147-A177-3AD203B41FA5}">
                      <a16:colId xmlns:a16="http://schemas.microsoft.com/office/drawing/2014/main" val="1710325100"/>
                    </a:ext>
                  </a:extLst>
                </a:gridCol>
                <a:gridCol w="2014049">
                  <a:extLst>
                    <a:ext uri="{9D8B030D-6E8A-4147-A177-3AD203B41FA5}">
                      <a16:colId xmlns:a16="http://schemas.microsoft.com/office/drawing/2014/main" val="139400286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b="0">
                          <a:solidFill>
                            <a:srgbClr val="3D3D3A"/>
                          </a:solidFill>
                          <a:effectLst/>
                        </a:rPr>
                        <a:t>Next word</a:t>
                      </a: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b="0" dirty="0">
                          <a:solidFill>
                            <a:srgbClr val="3D3D3A"/>
                          </a:solidFill>
                          <a:effectLst/>
                        </a:rPr>
                        <a:t>Prob</a:t>
                      </a: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b="0" dirty="0">
                          <a:solidFill>
                            <a:srgbClr val="3D3D3A"/>
                          </a:solidFill>
                          <a:effectLst/>
                        </a:rPr>
                        <a:t>Full path</a:t>
                      </a: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b="0">
                          <a:solidFill>
                            <a:srgbClr val="3D3D3A"/>
                          </a:solidFill>
                          <a:effectLst/>
                        </a:rPr>
                        <a:t>New score</a:t>
                      </a:r>
                    </a:p>
                  </a:txBody>
                  <a:tcPr marL="76200" marR="76200" marT="50800" marB="50800" anchor="ctr"/>
                </a:tc>
                <a:extLst>
                  <a:ext uri="{0D108BD9-81ED-4DB2-BD59-A6C34878D82A}">
                    <a16:rowId xmlns:a16="http://schemas.microsoft.com/office/drawing/2014/main" val="264172604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effectLst/>
                        </a:rPr>
                        <a:t>"the"</a:t>
                      </a: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effectLst/>
                        </a:rPr>
                        <a:t>0.7</a:t>
                      </a: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effectLst/>
                        </a:rPr>
                        <a:t>"The cat sat in the"</a:t>
                      </a: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effectLst/>
                        </a:rPr>
                        <a:t>0.40 × 0.7 = </a:t>
                      </a:r>
                      <a:r>
                        <a:rPr lang="en-IN" b="1" dirty="0">
                          <a:effectLst/>
                          <a:highlight>
                            <a:srgbClr val="FFFF00"/>
                          </a:highlight>
                        </a:rPr>
                        <a:t>0.28</a:t>
                      </a:r>
                      <a:endParaRPr lang="en-IN" dirty="0">
                        <a:effectLst/>
                        <a:highlight>
                          <a:srgbClr val="FFFF00"/>
                        </a:highlight>
                      </a:endParaRPr>
                    </a:p>
                  </a:txBody>
                  <a:tcPr marL="76200" marR="76200" marT="50800" marB="50800" anchor="ctr"/>
                </a:tc>
                <a:extLst>
                  <a:ext uri="{0D108BD9-81ED-4DB2-BD59-A6C34878D82A}">
                    <a16:rowId xmlns:a16="http://schemas.microsoft.com/office/drawing/2014/main" val="32648875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effectLst/>
                        </a:rPr>
                        <a:t>"a"</a:t>
                      </a: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effectLst/>
                        </a:rPr>
                        <a:t>0.1</a:t>
                      </a: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"The cat sat in a"</a:t>
                      </a: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effectLst/>
                        </a:rPr>
                        <a:t>0.40 × 0.1 = 0.04</a:t>
                      </a:r>
                    </a:p>
                  </a:txBody>
                  <a:tcPr marL="76200" marR="76200" marT="50800" marB="50800" anchor="ctr"/>
                </a:tc>
                <a:extLst>
                  <a:ext uri="{0D108BD9-81ED-4DB2-BD59-A6C34878D82A}">
                    <a16:rowId xmlns:a16="http://schemas.microsoft.com/office/drawing/2014/main" val="2757485530"/>
                  </a:ext>
                </a:extLst>
              </a:tr>
            </a:tbl>
          </a:graphicData>
        </a:graphic>
      </p:graphicFrame>
      <p:sp>
        <p:nvSpPr>
          <p:cNvPr id="9" name="Rectangle 8">
            <a:extLst>
              <a:ext uri="{FF2B5EF4-FFF2-40B4-BE49-F238E27FC236}">
                <a16:creationId xmlns:a16="http://schemas.microsoft.com/office/drawing/2014/main" id="{C79CC65E-705A-521D-B359-E4BB2A34C4D3}"/>
              </a:ext>
            </a:extLst>
          </p:cNvPr>
          <p:cNvSpPr/>
          <p:nvPr/>
        </p:nvSpPr>
        <p:spPr>
          <a:xfrm>
            <a:off x="206326" y="2104816"/>
            <a:ext cx="5232940" cy="959878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en-IN" dirty="0">
                <a:solidFill>
                  <a:srgbClr val="1B1C1D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K= 2,  </a:t>
            </a:r>
            <a:r>
              <a:rPr lang="en-IN" b="1" dirty="0">
                <a:solidFill>
                  <a:srgbClr val="1B1C1D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keep top 2</a:t>
            </a:r>
            <a:r>
              <a:rPr lang="en-IN" dirty="0">
                <a:solidFill>
                  <a:srgbClr val="1B1C1D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hypotheses and discard the rest.</a:t>
            </a:r>
            <a:endParaRPr lang="en-IN" dirty="0"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lvl="0">
              <a:lnSpc>
                <a:spcPct val="107000"/>
              </a:lnSpc>
              <a:spcAft>
                <a:spcPts val="0"/>
              </a:spcAft>
              <a:buSzPts val="1000"/>
              <a:tabLst>
                <a:tab pos="457200" algn="l"/>
              </a:tabLst>
            </a:pPr>
            <a:r>
              <a:rPr lang="en-IN" b="1" dirty="0">
                <a:solidFill>
                  <a:srgbClr val="1B1C1D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Hypothesis 1:</a:t>
            </a:r>
            <a:r>
              <a:rPr lang="en-IN" dirty="0">
                <a:solidFill>
                  <a:srgbClr val="1B1C1D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IN" dirty="0">
                <a:solidFill>
                  <a:srgbClr val="444746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"The cat sat on"</a:t>
            </a:r>
            <a:r>
              <a:rPr lang="en-IN" dirty="0">
                <a:solidFill>
                  <a:srgbClr val="1B1C1D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(Score: 0.5)</a:t>
            </a:r>
            <a:endParaRPr lang="en-IN" dirty="0"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lvl="0">
              <a:lnSpc>
                <a:spcPct val="107000"/>
              </a:lnSpc>
              <a:spcAft>
                <a:spcPts val="0"/>
              </a:spcAft>
              <a:buSzPts val="1000"/>
              <a:tabLst>
                <a:tab pos="457200" algn="l"/>
              </a:tabLst>
            </a:pPr>
            <a:r>
              <a:rPr lang="en-IN" b="1" dirty="0">
                <a:solidFill>
                  <a:srgbClr val="1B1C1D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Hypothesis 2:</a:t>
            </a:r>
            <a:r>
              <a:rPr lang="en-IN" dirty="0">
                <a:solidFill>
                  <a:srgbClr val="1B1C1D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IN" dirty="0">
                <a:solidFill>
                  <a:srgbClr val="444746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"The cat sat in"</a:t>
            </a:r>
            <a:r>
              <a:rPr lang="en-IN" dirty="0">
                <a:solidFill>
                  <a:srgbClr val="1B1C1D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(Score: 0.4)</a:t>
            </a:r>
            <a:endParaRPr lang="en-IN" dirty="0">
              <a:effectLst/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BD920F0-6F01-74B0-A03A-AD88A86D15CC}"/>
              </a:ext>
            </a:extLst>
          </p:cNvPr>
          <p:cNvSpPr/>
          <p:nvPr/>
        </p:nvSpPr>
        <p:spPr>
          <a:xfrm>
            <a:off x="113122" y="4760869"/>
            <a:ext cx="5552387" cy="1256241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</a:pPr>
            <a:r>
              <a:rPr lang="en-IN" dirty="0">
                <a:solidFill>
                  <a:srgbClr val="1B1C1D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K=2, keep the top 2 and discard the rest.</a:t>
            </a:r>
          </a:p>
          <a:p>
            <a:pPr>
              <a:lnSpc>
                <a:spcPct val="107000"/>
              </a:lnSpc>
            </a:pPr>
            <a:r>
              <a:rPr lang="en-IN" dirty="0">
                <a:solidFill>
                  <a:srgbClr val="1B1C1D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Hypothesis 1: "The cat sat on the" (Score: 0.40)</a:t>
            </a:r>
          </a:p>
          <a:p>
            <a:pPr>
              <a:lnSpc>
                <a:spcPct val="107000"/>
              </a:lnSpc>
            </a:pPr>
            <a:r>
              <a:rPr lang="en-IN" dirty="0">
                <a:solidFill>
                  <a:srgbClr val="1B1C1D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Hypothesis 2: "The cat sat in the" (Score: 0.28)</a:t>
            </a:r>
          </a:p>
          <a:p>
            <a:pPr>
              <a:lnSpc>
                <a:spcPct val="107000"/>
              </a:lnSpc>
            </a:pPr>
            <a:r>
              <a:rPr lang="en-IN" dirty="0">
                <a:solidFill>
                  <a:srgbClr val="1B1C1D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(Hypotheses "on a" and "in a" are abandoned forever.)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B4691A2F-AFF5-0261-C73B-AFED6B885AD6}"/>
              </a:ext>
            </a:extLst>
          </p:cNvPr>
          <p:cNvCxnSpPr>
            <a:cxnSpLocks/>
          </p:cNvCxnSpPr>
          <p:nvPr/>
        </p:nvCxnSpPr>
        <p:spPr>
          <a:xfrm flipV="1">
            <a:off x="0" y="3138216"/>
            <a:ext cx="12192000" cy="53713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42D964D5-F72D-1646-D75B-0AD5343953D7}"/>
              </a:ext>
            </a:extLst>
          </p:cNvPr>
          <p:cNvSpPr txBox="1"/>
          <p:nvPr/>
        </p:nvSpPr>
        <p:spPr>
          <a:xfrm>
            <a:off x="1519286" y="6160681"/>
            <a:ext cx="915342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b="1" dirty="0">
                <a:solidFill>
                  <a:srgbClr val="FF0000"/>
                </a:solidFill>
              </a:rPr>
              <a:t>Keep predicting next words for each top-K hypothesis until the model says "stop"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073E40E-A36A-3FAB-B279-1CEC01330FE6}"/>
              </a:ext>
            </a:extLst>
          </p:cNvPr>
          <p:cNvSpPr txBox="1"/>
          <p:nvPr/>
        </p:nvSpPr>
        <p:spPr>
          <a:xfrm>
            <a:off x="6095999" y="2953550"/>
            <a:ext cx="643850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141413"/>
                </a:solidFill>
                <a:effectLst/>
                <a:highlight>
                  <a:srgbClr val="FFFF00"/>
                </a:highlight>
                <a:latin typeface="+mn-lt"/>
              </a:rPr>
              <a:t>score that's the 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141413"/>
                </a:solidFill>
                <a:effectLst/>
                <a:highlight>
                  <a:srgbClr val="FFFF00"/>
                </a:highlight>
                <a:latin typeface="+mn-lt"/>
              </a:rPr>
              <a:t>product of probabilities along the path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141413"/>
                </a:solidFill>
                <a:effectLst/>
                <a:highlight>
                  <a:srgbClr val="FFFF00"/>
                </a:highlight>
                <a:latin typeface="+mn-lt"/>
              </a:rPr>
              <a:t>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80308673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idx="10"/>
          </p:nvPr>
        </p:nvSpPr>
        <p:spPr>
          <a:xfrm>
            <a:off x="304800" y="1545224"/>
            <a:ext cx="11887200" cy="4525963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Speech and Language Processing (3rd ed. draft) Dan </a:t>
            </a:r>
            <a:r>
              <a:rPr lang="en-US" dirty="0" err="1"/>
              <a:t>Jurafsky</a:t>
            </a:r>
            <a:r>
              <a:rPr lang="en-US" dirty="0"/>
              <a:t> - Ch-   7, 8.6,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hlinkClick r:id="" action="ppaction://noaction"/>
              </a:rPr>
              <a:t>https://medium.com/@lmpo/mastering-llms-a-guide-to-decoding-algorithms-c90a48fd167b</a:t>
            </a:r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Research Papers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Fast Transformer Decoding: One Write-Head is AllYou Need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/>
          </a:p>
          <a:p>
            <a:endParaRPr lang="en-IN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References</a:t>
            </a:r>
            <a:br>
              <a:rPr lang="en-IN" dirty="0"/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05893403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2602</Words>
  <Application>Microsoft Office PowerPoint</Application>
  <PresentationFormat>Widescreen</PresentationFormat>
  <Paragraphs>460</Paragraphs>
  <Slides>48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16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48</vt:i4>
      </vt:variant>
    </vt:vector>
  </HeadingPairs>
  <TitlesOfParts>
    <vt:vector size="66" baseType="lpstr">
      <vt:lpstr>Aptos</vt:lpstr>
      <vt:lpstr>Arial</vt:lpstr>
      <vt:lpstr>Arial Black</vt:lpstr>
      <vt:lpstr>Arial MT</vt:lpstr>
      <vt:lpstr>Calibri</vt:lpstr>
      <vt:lpstr>Calibri Light</vt:lpstr>
      <vt:lpstr>Cambria</vt:lpstr>
      <vt:lpstr>Cambria Math</vt:lpstr>
      <vt:lpstr>Courier New</vt:lpstr>
      <vt:lpstr>Lucida Sans Unicode</vt:lpstr>
      <vt:lpstr>Montserrat</vt:lpstr>
      <vt:lpstr>pplxSerif</vt:lpstr>
      <vt:lpstr>Symbol</vt:lpstr>
      <vt:lpstr>Tahoma</vt:lpstr>
      <vt:lpstr>Times New Roman</vt:lpstr>
      <vt:lpstr>Wingdings</vt:lpstr>
      <vt:lpstr>1_Office Theme</vt:lpstr>
      <vt:lpstr>2_Office Theme</vt:lpstr>
      <vt:lpstr> Large Language Models for Generative AI</vt:lpstr>
      <vt:lpstr>Large Language Models for Generative AI</vt:lpstr>
      <vt:lpstr>LLM Inference Fundamentals</vt:lpstr>
      <vt:lpstr>Autoregressive Response generation</vt:lpstr>
      <vt:lpstr>Response generation</vt:lpstr>
      <vt:lpstr>Autoregressive generation</vt:lpstr>
      <vt:lpstr>Autoregressive generation</vt:lpstr>
      <vt:lpstr>Autoregressive generation</vt:lpstr>
      <vt:lpstr>Autoregressive generation</vt:lpstr>
      <vt:lpstr>Step 1: Input Tokens</vt:lpstr>
      <vt:lpstr>Step 1: Input Tokens</vt:lpstr>
      <vt:lpstr>Step 1: Input Tokens</vt:lpstr>
      <vt:lpstr>Step 1: Input Tokens</vt:lpstr>
      <vt:lpstr>Step 1: Input Tokens</vt:lpstr>
      <vt:lpstr>Step 1: Input Tokens</vt:lpstr>
      <vt:lpstr>Step 1: Input Tokens</vt:lpstr>
      <vt:lpstr>Chat prompt templates</vt:lpstr>
      <vt:lpstr>Step 1: Input Tokens</vt:lpstr>
      <vt:lpstr>Step 2: Compute Probabilities</vt:lpstr>
      <vt:lpstr>Step 3: Select Token</vt:lpstr>
      <vt:lpstr>Step 3: Select Token</vt:lpstr>
      <vt:lpstr>Step 3: Select Token</vt:lpstr>
      <vt:lpstr>Repeat</vt:lpstr>
      <vt:lpstr>Step 2: Compute Probabilities</vt:lpstr>
      <vt:lpstr>Step 3: Select Token</vt:lpstr>
      <vt:lpstr>Step 3: Select Token</vt:lpstr>
      <vt:lpstr>Step 4: Stop or Continue?</vt:lpstr>
      <vt:lpstr>Step 4: Stop or Continue?</vt:lpstr>
      <vt:lpstr>Step 4: Stop or Continue?</vt:lpstr>
      <vt:lpstr>Step 4: Stop or Continue?</vt:lpstr>
      <vt:lpstr>Step 4: Stop or Continue?</vt:lpstr>
      <vt:lpstr>Step 4: Stop or Continue?</vt:lpstr>
      <vt:lpstr>Step 4: Stop or Continue?</vt:lpstr>
      <vt:lpstr>Decoding</vt:lpstr>
      <vt:lpstr>Greedy decoding </vt:lpstr>
      <vt:lpstr>Random sampling</vt:lpstr>
      <vt:lpstr>Top K</vt:lpstr>
      <vt:lpstr>Nucleus or top-p sampling</vt:lpstr>
      <vt:lpstr>Temperature</vt:lpstr>
      <vt:lpstr>Temperature</vt:lpstr>
      <vt:lpstr>Example - 1</vt:lpstr>
      <vt:lpstr>Example - 2</vt:lpstr>
      <vt:lpstr>Example</vt:lpstr>
      <vt:lpstr>Example</vt:lpstr>
      <vt:lpstr>Beam Search</vt:lpstr>
      <vt:lpstr>Beam Search</vt:lpstr>
      <vt:lpstr>Example 3</vt:lpstr>
      <vt:lpstr>References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2026-05-22T13:10:20Z</dcterms:created>
  <dcterms:modified xsi:type="dcterms:W3CDTF">2026-05-22T13:10:24Z</dcterms:modified>
</cp:coreProperties>
</file>