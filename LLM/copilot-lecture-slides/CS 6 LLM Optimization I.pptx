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60" r:id="rId1"/>
    <p:sldMasterId id="2147483674" r:id="rId2"/>
  </p:sldMasterIdLst>
  <p:notesMasterIdLst>
    <p:notesMasterId r:id="rId59"/>
  </p:notesMasterIdLst>
  <p:sldIdLst>
    <p:sldId id="258" r:id="rId3"/>
    <p:sldId id="259" r:id="rId4"/>
    <p:sldId id="257" r:id="rId5"/>
    <p:sldId id="402" r:id="rId6"/>
    <p:sldId id="260" r:id="rId7"/>
    <p:sldId id="491" r:id="rId8"/>
    <p:sldId id="298" r:id="rId9"/>
    <p:sldId id="383" r:id="rId10"/>
    <p:sldId id="517" r:id="rId11"/>
    <p:sldId id="384" r:id="rId12"/>
    <p:sldId id="304" r:id="rId13"/>
    <p:sldId id="305" r:id="rId14"/>
    <p:sldId id="385" r:id="rId15"/>
    <p:sldId id="306" r:id="rId16"/>
    <p:sldId id="307" r:id="rId17"/>
    <p:sldId id="308" r:id="rId18"/>
    <p:sldId id="309" r:id="rId19"/>
    <p:sldId id="386" r:id="rId20"/>
    <p:sldId id="515" r:id="rId21"/>
    <p:sldId id="496" r:id="rId22"/>
    <p:sldId id="481" r:id="rId23"/>
    <p:sldId id="478" r:id="rId24"/>
    <p:sldId id="479" r:id="rId25"/>
    <p:sldId id="482" r:id="rId26"/>
    <p:sldId id="489" r:id="rId27"/>
    <p:sldId id="521" r:id="rId28"/>
    <p:sldId id="512" r:id="rId29"/>
    <p:sldId id="513" r:id="rId30"/>
    <p:sldId id="509" r:id="rId31"/>
    <p:sldId id="362" r:id="rId32"/>
    <p:sldId id="511" r:id="rId33"/>
    <p:sldId id="365" r:id="rId34"/>
    <p:sldId id="366" r:id="rId35"/>
    <p:sldId id="367" r:id="rId36"/>
    <p:sldId id="368" r:id="rId37"/>
    <p:sldId id="370" r:id="rId38"/>
    <p:sldId id="371" r:id="rId39"/>
    <p:sldId id="372" r:id="rId40"/>
    <p:sldId id="518" r:id="rId41"/>
    <p:sldId id="519" r:id="rId42"/>
    <p:sldId id="520" r:id="rId43"/>
    <p:sldId id="508" r:id="rId44"/>
    <p:sldId id="480" r:id="rId45"/>
    <p:sldId id="504" r:id="rId46"/>
    <p:sldId id="505" r:id="rId47"/>
    <p:sldId id="506" r:id="rId48"/>
    <p:sldId id="507" r:id="rId49"/>
    <p:sldId id="514" r:id="rId50"/>
    <p:sldId id="516" r:id="rId51"/>
    <p:sldId id="418" r:id="rId52"/>
    <p:sldId id="411" r:id="rId53"/>
    <p:sldId id="415" r:id="rId54"/>
    <p:sldId id="416" r:id="rId55"/>
    <p:sldId id="522" r:id="rId56"/>
    <p:sldId id="523" r:id="rId57"/>
    <p:sldId id="279"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86861" autoAdjust="0"/>
  </p:normalViewPr>
  <p:slideViewPr>
    <p:cSldViewPr snapToGrid="0">
      <p:cViewPr varScale="1">
        <p:scale>
          <a:sx n="64" d="100"/>
          <a:sy n="64" d="100"/>
        </p:scale>
        <p:origin x="74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5" Type="http://schemas.openxmlformats.org/officeDocument/2006/relationships/slide" Target="slides/slide3.xml"/><Relationship Id="rId61" Type="http://schemas.openxmlformats.org/officeDocument/2006/relationships/viewProps" Target="viewProp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notesMaster" Target="notesMasters/notesMaster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75C40F-A32B-4060-8E3C-2D31121E18AD}" type="datetimeFigureOut">
              <a:rPr lang="en-IN" smtClean="0"/>
              <a:t>29-05-2026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BE33F5-57D9-4775-99BA-CCB2D6622D1A}" type="slidenum">
              <a:rPr lang="en-IN" smtClean="0"/>
              <a:t>‹#›</a:t>
            </a:fld>
            <a:endParaRPr lang="en-IN"/>
          </a:p>
        </p:txBody>
      </p:sp>
    </p:spTree>
    <p:extLst>
      <p:ext uri="{BB962C8B-B14F-4D97-AF65-F5344CB8AC3E}">
        <p14:creationId xmlns:p14="http://schemas.microsoft.com/office/powerpoint/2010/main" val="25530248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DBE33F5-57D9-4775-99BA-CCB2D6622D1A}" type="slidenum">
              <a:rPr lang="en-IN" smtClean="0"/>
              <a:t>4</a:t>
            </a:fld>
            <a:endParaRPr lang="en-IN"/>
          </a:p>
        </p:txBody>
      </p:sp>
    </p:spTree>
    <p:extLst>
      <p:ext uri="{BB962C8B-B14F-4D97-AF65-F5344CB8AC3E}">
        <p14:creationId xmlns:p14="http://schemas.microsoft.com/office/powerpoint/2010/main" val="5153082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DBE33F5-57D9-4775-99BA-CCB2D6622D1A}" type="slidenum">
              <a:rPr lang="en-IN" smtClean="0"/>
              <a:t>12</a:t>
            </a:fld>
            <a:endParaRPr lang="en-IN"/>
          </a:p>
        </p:txBody>
      </p:sp>
    </p:spTree>
    <p:extLst>
      <p:ext uri="{BB962C8B-B14F-4D97-AF65-F5344CB8AC3E}">
        <p14:creationId xmlns:p14="http://schemas.microsoft.com/office/powerpoint/2010/main" val="13675130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DBE33F5-57D9-4775-99BA-CCB2D6622D1A}" type="slidenum">
              <a:rPr lang="en-IN" smtClean="0"/>
              <a:t>21</a:t>
            </a:fld>
            <a:endParaRPr lang="en-IN"/>
          </a:p>
        </p:txBody>
      </p:sp>
    </p:spTree>
    <p:extLst>
      <p:ext uri="{BB962C8B-B14F-4D97-AF65-F5344CB8AC3E}">
        <p14:creationId xmlns:p14="http://schemas.microsoft.com/office/powerpoint/2010/main" val="40154584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277C596-5848-490B-A223-6F6F7C3F8E03}" type="slidenum">
              <a:rPr lang="en-IN" smtClean="0"/>
              <a:t>22</a:t>
            </a:fld>
            <a:endParaRPr lang="en-IN"/>
          </a:p>
        </p:txBody>
      </p:sp>
    </p:spTree>
    <p:extLst>
      <p:ext uri="{BB962C8B-B14F-4D97-AF65-F5344CB8AC3E}">
        <p14:creationId xmlns:p14="http://schemas.microsoft.com/office/powerpoint/2010/main" val="8305975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DBE33F5-57D9-4775-99BA-CCB2D6622D1A}" type="slidenum">
              <a:rPr lang="en-IN" smtClean="0"/>
              <a:t>24</a:t>
            </a:fld>
            <a:endParaRPr lang="en-IN"/>
          </a:p>
        </p:txBody>
      </p:sp>
    </p:spTree>
    <p:extLst>
      <p:ext uri="{BB962C8B-B14F-4D97-AF65-F5344CB8AC3E}">
        <p14:creationId xmlns:p14="http://schemas.microsoft.com/office/powerpoint/2010/main" val="34108568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DBE33F5-57D9-4775-99BA-CCB2D6622D1A}" type="slidenum">
              <a:rPr lang="en-IN" smtClean="0"/>
              <a:t>25</a:t>
            </a:fld>
            <a:endParaRPr lang="en-IN"/>
          </a:p>
        </p:txBody>
      </p:sp>
    </p:spTree>
    <p:extLst>
      <p:ext uri="{BB962C8B-B14F-4D97-AF65-F5344CB8AC3E}">
        <p14:creationId xmlns:p14="http://schemas.microsoft.com/office/powerpoint/2010/main" val="4350578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8DBE33F5-57D9-4775-99BA-CCB2D6622D1A}" type="slidenum">
              <a:rPr lang="en-IN" smtClean="0"/>
              <a:t>28</a:t>
            </a:fld>
            <a:endParaRPr lang="en-IN"/>
          </a:p>
        </p:txBody>
      </p:sp>
    </p:spTree>
    <p:extLst>
      <p:ext uri="{BB962C8B-B14F-4D97-AF65-F5344CB8AC3E}">
        <p14:creationId xmlns:p14="http://schemas.microsoft.com/office/powerpoint/2010/main" val="42257295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2.xml"/><Relationship Id="rId1" Type="http://schemas.openxmlformats.org/officeDocument/2006/relationships/tags" Target="../tags/tag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2.xml"/><Relationship Id="rId1" Type="http://schemas.openxmlformats.org/officeDocument/2006/relationships/tags" Target="../tags/tag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2.xml"/><Relationship Id="rId1" Type="http://schemas.openxmlformats.org/officeDocument/2006/relationships/tags" Target="../tags/tag3.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2.xml"/><Relationship Id="rId1" Type="http://schemas.openxmlformats.org/officeDocument/2006/relationships/tags" Target="../tags/tag4.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2.xml"/><Relationship Id="rId1" Type="http://schemas.openxmlformats.org/officeDocument/2006/relationships/tags" Target="../tags/tag5.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2.xml"/><Relationship Id="rId1" Type="http://schemas.openxmlformats.org/officeDocument/2006/relationships/tags" Target="../tags/tag6.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92A950A5-7B3B-4BE7-8D4D-88D659796E0A}" type="datetimeFigureOut">
              <a:rPr lang="en-IN" smtClean="0"/>
              <a:t>29-05-2026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D06422-840E-4190-8E3D-3A16335A340D}" type="slidenum">
              <a:rPr lang="en-IN" smtClean="0"/>
              <a:t>‹#›</a:t>
            </a:fld>
            <a:endParaRPr lang="en-IN"/>
          </a:p>
        </p:txBody>
      </p:sp>
    </p:spTree>
    <p:extLst>
      <p:ext uri="{BB962C8B-B14F-4D97-AF65-F5344CB8AC3E}">
        <p14:creationId xmlns:p14="http://schemas.microsoft.com/office/powerpoint/2010/main" val="32687032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2A950A5-7B3B-4BE7-8D4D-88D659796E0A}" type="datetimeFigureOut">
              <a:rPr lang="en-IN" smtClean="0"/>
              <a:t>29-05-2026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D06422-840E-4190-8E3D-3A16335A340D}" type="slidenum">
              <a:rPr lang="en-IN" smtClean="0"/>
              <a:t>‹#›</a:t>
            </a:fld>
            <a:endParaRPr lang="en-IN"/>
          </a:p>
        </p:txBody>
      </p:sp>
    </p:spTree>
    <p:extLst>
      <p:ext uri="{BB962C8B-B14F-4D97-AF65-F5344CB8AC3E}">
        <p14:creationId xmlns:p14="http://schemas.microsoft.com/office/powerpoint/2010/main" val="22610547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2A950A5-7B3B-4BE7-8D4D-88D659796E0A}" type="datetimeFigureOut">
              <a:rPr lang="en-IN" smtClean="0"/>
              <a:t>29-05-2026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D06422-840E-4190-8E3D-3A16335A340D}" type="slidenum">
              <a:rPr lang="en-IN" smtClean="0"/>
              <a:t>‹#›</a:t>
            </a:fld>
            <a:endParaRPr lang="en-IN"/>
          </a:p>
        </p:txBody>
      </p:sp>
    </p:spTree>
    <p:extLst>
      <p:ext uri="{BB962C8B-B14F-4D97-AF65-F5344CB8AC3E}">
        <p14:creationId xmlns:p14="http://schemas.microsoft.com/office/powerpoint/2010/main" val="2495083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92A950A5-7B3B-4BE7-8D4D-88D659796E0A}" type="datetimeFigureOut">
              <a:rPr lang="en-IN" smtClean="0"/>
              <a:t>29-05-2026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4D06422-840E-4190-8E3D-3A16335A340D}" type="slidenum">
              <a:rPr lang="en-IN" smtClean="0"/>
              <a:t>‹#›</a:t>
            </a:fld>
            <a:endParaRPr lang="en-IN"/>
          </a:p>
        </p:txBody>
      </p:sp>
    </p:spTree>
    <p:extLst>
      <p:ext uri="{BB962C8B-B14F-4D97-AF65-F5344CB8AC3E}">
        <p14:creationId xmlns:p14="http://schemas.microsoft.com/office/powerpoint/2010/main" val="23399502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92A950A5-7B3B-4BE7-8D4D-88D659796E0A}" type="datetimeFigureOut">
              <a:rPr lang="en-IN" smtClean="0"/>
              <a:t>29-05-2026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4D06422-840E-4190-8E3D-3A16335A340D}" type="slidenum">
              <a:rPr lang="en-IN" smtClean="0"/>
              <a:t>‹#›</a:t>
            </a:fld>
            <a:endParaRPr lang="en-IN"/>
          </a:p>
        </p:txBody>
      </p:sp>
    </p:spTree>
    <p:extLst>
      <p:ext uri="{BB962C8B-B14F-4D97-AF65-F5344CB8AC3E}">
        <p14:creationId xmlns:p14="http://schemas.microsoft.com/office/powerpoint/2010/main" val="23966312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92A950A5-7B3B-4BE7-8D4D-88D659796E0A}" type="datetimeFigureOut">
              <a:rPr lang="en-IN" smtClean="0"/>
              <a:t>29-05-2026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4D06422-840E-4190-8E3D-3A16335A340D}" type="slidenum">
              <a:rPr lang="en-IN" smtClean="0"/>
              <a:t>‹#›</a:t>
            </a:fld>
            <a:endParaRPr lang="en-IN"/>
          </a:p>
        </p:txBody>
      </p:sp>
    </p:spTree>
    <p:extLst>
      <p:ext uri="{BB962C8B-B14F-4D97-AF65-F5344CB8AC3E}">
        <p14:creationId xmlns:p14="http://schemas.microsoft.com/office/powerpoint/2010/main" val="26174753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2A950A5-7B3B-4BE7-8D4D-88D659796E0A}" type="datetimeFigureOut">
              <a:rPr lang="en-IN" smtClean="0"/>
              <a:t>29-05-2026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4D06422-840E-4190-8E3D-3A16335A340D}" type="slidenum">
              <a:rPr lang="en-IN" smtClean="0"/>
              <a:t>‹#›</a:t>
            </a:fld>
            <a:endParaRPr lang="en-IN"/>
          </a:p>
        </p:txBody>
      </p:sp>
    </p:spTree>
    <p:extLst>
      <p:ext uri="{BB962C8B-B14F-4D97-AF65-F5344CB8AC3E}">
        <p14:creationId xmlns:p14="http://schemas.microsoft.com/office/powerpoint/2010/main" val="23145130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2A950A5-7B3B-4BE7-8D4D-88D659796E0A}" type="datetimeFigureOut">
              <a:rPr lang="en-IN" smtClean="0"/>
              <a:t>29-05-2026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4D06422-840E-4190-8E3D-3A16335A340D}" type="slidenum">
              <a:rPr lang="en-IN" smtClean="0"/>
              <a:t>‹#›</a:t>
            </a:fld>
            <a:endParaRPr lang="en-IN"/>
          </a:p>
        </p:txBody>
      </p:sp>
    </p:spTree>
    <p:extLst>
      <p:ext uri="{BB962C8B-B14F-4D97-AF65-F5344CB8AC3E}">
        <p14:creationId xmlns:p14="http://schemas.microsoft.com/office/powerpoint/2010/main" val="30072178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2A950A5-7B3B-4BE7-8D4D-88D659796E0A}" type="datetimeFigureOut">
              <a:rPr lang="en-IN" smtClean="0"/>
              <a:t>29-05-2026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4D06422-840E-4190-8E3D-3A16335A340D}" type="slidenum">
              <a:rPr lang="en-IN" smtClean="0"/>
              <a:t>‹#›</a:t>
            </a:fld>
            <a:endParaRPr lang="en-IN"/>
          </a:p>
        </p:txBody>
      </p:sp>
    </p:spTree>
    <p:extLst>
      <p:ext uri="{BB962C8B-B14F-4D97-AF65-F5344CB8AC3E}">
        <p14:creationId xmlns:p14="http://schemas.microsoft.com/office/powerpoint/2010/main" val="26469349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2A950A5-7B3B-4BE7-8D4D-88D659796E0A}" type="datetimeFigureOut">
              <a:rPr lang="en-IN" smtClean="0"/>
              <a:t>29-05-2026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D06422-840E-4190-8E3D-3A16335A340D}" type="slidenum">
              <a:rPr lang="en-IN" smtClean="0"/>
              <a:t>‹#›</a:t>
            </a:fld>
            <a:endParaRPr lang="en-IN"/>
          </a:p>
        </p:txBody>
      </p:sp>
    </p:spTree>
    <p:extLst>
      <p:ext uri="{BB962C8B-B14F-4D97-AF65-F5344CB8AC3E}">
        <p14:creationId xmlns:p14="http://schemas.microsoft.com/office/powerpoint/2010/main" val="21320832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2A950A5-7B3B-4BE7-8D4D-88D659796E0A}" type="datetimeFigureOut">
              <a:rPr lang="en-IN" smtClean="0"/>
              <a:t>29-05-2026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D06422-840E-4190-8E3D-3A16335A340D}" type="slidenum">
              <a:rPr lang="en-IN" smtClean="0"/>
              <a:t>‹#›</a:t>
            </a:fld>
            <a:endParaRPr lang="en-IN"/>
          </a:p>
        </p:txBody>
      </p:sp>
    </p:spTree>
    <p:extLst>
      <p:ext uri="{BB962C8B-B14F-4D97-AF65-F5344CB8AC3E}">
        <p14:creationId xmlns:p14="http://schemas.microsoft.com/office/powerpoint/2010/main" val="3661408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Custom Layout">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dirty="0">
              <a:solidFill>
                <a:prstClr val="white"/>
              </a:solidFill>
              <a:latin typeface="Arial" pitchFamily="34" charset="0"/>
              <a:cs typeface="Arial" pitchFamily="34" charset="0"/>
            </a:endParaRPr>
          </a:p>
        </p:txBody>
      </p:sp>
      <p:sp>
        <p:nvSpPr>
          <p:cNvPr id="5" name="Rectangle 4"/>
          <p:cNvSpPr/>
          <p:nvPr/>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6" name="Rectangle 5"/>
          <p:cNvSpPr/>
          <p:nvPr/>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8" name="Rectangle 7"/>
          <p:cNvSpPr/>
          <p:nvPr/>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pic>
        <p:nvPicPr>
          <p:cNvPr id="9" name="Picture 10" descr="BITS_university_logo_whitevert.png"/>
          <p:cNvPicPr>
            <a:picLocks noChangeAspect="1"/>
          </p:cNvPicPr>
          <p:nvPr/>
        </p:nvPicPr>
        <p:blipFill>
          <a:blip r:embed="rId3" cstate="print"/>
          <a:srcRect t="2" b="28592"/>
          <a:stretch>
            <a:fillRect/>
          </a:stretch>
        </p:blipFill>
        <p:spPr bwMode="auto">
          <a:xfrm>
            <a:off x="101600" y="3352803"/>
            <a:ext cx="2743200" cy="1979613"/>
          </a:xfrm>
          <a:prstGeom prst="rect">
            <a:avLst/>
          </a:prstGeom>
          <a:noFill/>
          <a:ln w="9525">
            <a:noFill/>
            <a:miter lim="800000"/>
            <a:headEnd/>
            <a:tailEnd/>
          </a:ln>
        </p:spPr>
      </p:pic>
      <p:sp>
        <p:nvSpPr>
          <p:cNvPr id="10" name="TextBox 9"/>
          <p:cNvSpPr txBox="1"/>
          <p:nvPr/>
        </p:nvSpPr>
        <p:spPr>
          <a:xfrm>
            <a:off x="-101600" y="5257800"/>
            <a:ext cx="2946400" cy="427040"/>
          </a:xfrm>
          <a:prstGeom prst="rect">
            <a:avLst/>
          </a:prstGeom>
          <a:noFill/>
        </p:spPr>
        <p:txBody>
          <a:bodyPr>
            <a:spAutoFit/>
          </a:bodyPr>
          <a:lstStyle/>
          <a:p>
            <a:pPr algn="ctr" rtl="0" fontAlgn="base">
              <a:spcBef>
                <a:spcPct val="0"/>
              </a:spcBef>
              <a:spcAft>
                <a:spcPct val="0"/>
              </a:spcAft>
              <a:defRPr/>
            </a:pPr>
            <a:r>
              <a:rPr lang="en-US" sz="2175" b="1" kern="1200" spc="-113" dirty="0">
                <a:solidFill>
                  <a:prstClr val="white"/>
                </a:solidFill>
                <a:latin typeface="Arial"/>
                <a:ea typeface="+mn-ea"/>
                <a:cs typeface="Arial"/>
              </a:rPr>
              <a:t>BITS</a:t>
            </a:r>
            <a:r>
              <a:rPr lang="en-US" sz="2175" kern="1200" spc="-113" dirty="0">
                <a:solidFill>
                  <a:prstClr val="white"/>
                </a:solidFill>
                <a:latin typeface="Arial"/>
                <a:ea typeface="+mn-ea"/>
                <a:cs typeface="Arial"/>
              </a:rPr>
              <a:t> Pilani</a:t>
            </a:r>
          </a:p>
        </p:txBody>
      </p:sp>
      <p:sp>
        <p:nvSpPr>
          <p:cNvPr id="11" name="TextBox 10"/>
          <p:cNvSpPr txBox="1"/>
          <p:nvPr/>
        </p:nvSpPr>
        <p:spPr>
          <a:xfrm>
            <a:off x="203200" y="5667376"/>
            <a:ext cx="2540000" cy="230832"/>
          </a:xfrm>
          <a:prstGeom prst="rect">
            <a:avLst/>
          </a:prstGeom>
          <a:noFill/>
        </p:spPr>
        <p:txBody>
          <a:bodyPr>
            <a:spAutoFit/>
          </a:bodyPr>
          <a:lstStyle/>
          <a:p>
            <a:pPr algn="l" rtl="0" fontAlgn="base">
              <a:spcBef>
                <a:spcPct val="0"/>
              </a:spcBef>
              <a:spcAft>
                <a:spcPct val="0"/>
              </a:spcAft>
              <a:defRPr/>
            </a:pPr>
            <a:r>
              <a:rPr lang="en-US" sz="900" kern="1200" dirty="0">
                <a:solidFill>
                  <a:srgbClr val="FFFFFF"/>
                </a:solidFill>
                <a:latin typeface="Arial"/>
                <a:ea typeface="+mn-ea"/>
                <a:cs typeface="Arial"/>
              </a:rPr>
              <a:t>Pilani Campus</a:t>
            </a:r>
          </a:p>
        </p:txBody>
      </p:sp>
      <p:sp>
        <p:nvSpPr>
          <p:cNvPr id="12" name="Rectangle 11"/>
          <p:cNvSpPr/>
          <p:nvPr/>
        </p:nvSpPr>
        <p:spPr>
          <a:xfrm>
            <a:off x="0" y="3352800"/>
            <a:ext cx="115824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dirty="0">
              <a:solidFill>
                <a:prstClr val="white"/>
              </a:solidFill>
              <a:latin typeface="Arial" pitchFamily="34" charset="0"/>
              <a:cs typeface="Arial" pitchFamily="34" charset="0"/>
            </a:endParaRPr>
          </a:p>
        </p:txBody>
      </p:sp>
      <p:sp>
        <p:nvSpPr>
          <p:cNvPr id="13" name="Rectangle 12"/>
          <p:cNvSpPr/>
          <p:nvPr/>
        </p:nvSpPr>
        <p:spPr>
          <a:xfrm>
            <a:off x="3860800" y="6096000"/>
            <a:ext cx="38608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4" name="Rectangle 13"/>
          <p:cNvSpPr/>
          <p:nvPr/>
        </p:nvSpPr>
        <p:spPr>
          <a:xfrm>
            <a:off x="0" y="6096000"/>
            <a:ext cx="38608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5" name="Rectangle 14"/>
          <p:cNvSpPr/>
          <p:nvPr/>
        </p:nvSpPr>
        <p:spPr>
          <a:xfrm>
            <a:off x="7721600" y="6096000"/>
            <a:ext cx="38608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pic>
        <p:nvPicPr>
          <p:cNvPr id="16" name="Picture 17" descr="BITS_university_logo_whitevert.png"/>
          <p:cNvPicPr>
            <a:picLocks noChangeAspect="1"/>
          </p:cNvPicPr>
          <p:nvPr/>
        </p:nvPicPr>
        <p:blipFill>
          <a:blip r:embed="rId3" cstate="print"/>
          <a:srcRect t="2" b="28592"/>
          <a:stretch>
            <a:fillRect/>
          </a:stretch>
        </p:blipFill>
        <p:spPr bwMode="auto">
          <a:xfrm>
            <a:off x="101600" y="3352803"/>
            <a:ext cx="2743200" cy="1979613"/>
          </a:xfrm>
          <a:prstGeom prst="rect">
            <a:avLst/>
          </a:prstGeom>
          <a:noFill/>
          <a:ln w="9525">
            <a:noFill/>
            <a:miter lim="800000"/>
            <a:headEnd/>
            <a:tailEnd/>
          </a:ln>
        </p:spPr>
      </p:pic>
      <p:sp>
        <p:nvSpPr>
          <p:cNvPr id="17" name="TextBox 16"/>
          <p:cNvSpPr txBox="1"/>
          <p:nvPr/>
        </p:nvSpPr>
        <p:spPr>
          <a:xfrm>
            <a:off x="-101600" y="5257800"/>
            <a:ext cx="2946400" cy="427040"/>
          </a:xfrm>
          <a:prstGeom prst="rect">
            <a:avLst/>
          </a:prstGeom>
          <a:noFill/>
        </p:spPr>
        <p:txBody>
          <a:bodyPr>
            <a:spAutoFit/>
          </a:bodyPr>
          <a:lstStyle/>
          <a:p>
            <a:pPr algn="ctr" rtl="0" fontAlgn="base">
              <a:spcBef>
                <a:spcPct val="0"/>
              </a:spcBef>
              <a:spcAft>
                <a:spcPct val="0"/>
              </a:spcAft>
              <a:defRPr/>
            </a:pPr>
            <a:r>
              <a:rPr lang="en-US" sz="2175" b="1" kern="1200" spc="-113" dirty="0">
                <a:solidFill>
                  <a:prstClr val="white"/>
                </a:solidFill>
                <a:latin typeface="Arial"/>
                <a:ea typeface="+mn-ea"/>
                <a:cs typeface="Arial"/>
              </a:rPr>
              <a:t>BITS</a:t>
            </a:r>
            <a:r>
              <a:rPr lang="en-US" sz="2175" kern="1200" spc="-113" dirty="0">
                <a:solidFill>
                  <a:prstClr val="white"/>
                </a:solidFill>
                <a:latin typeface="Arial"/>
                <a:ea typeface="+mn-ea"/>
                <a:cs typeface="Arial"/>
              </a:rPr>
              <a:t> Pilani</a:t>
            </a:r>
          </a:p>
        </p:txBody>
      </p:sp>
      <p:sp>
        <p:nvSpPr>
          <p:cNvPr id="18" name="TextBox 17"/>
          <p:cNvSpPr txBox="1"/>
          <p:nvPr/>
        </p:nvSpPr>
        <p:spPr>
          <a:xfrm>
            <a:off x="203200" y="5667376"/>
            <a:ext cx="2540000" cy="230832"/>
          </a:xfrm>
          <a:prstGeom prst="rect">
            <a:avLst/>
          </a:prstGeom>
          <a:noFill/>
        </p:spPr>
        <p:txBody>
          <a:bodyPr>
            <a:spAutoFit/>
          </a:bodyPr>
          <a:lstStyle/>
          <a:p>
            <a:pPr algn="l" rtl="0" fontAlgn="base">
              <a:spcBef>
                <a:spcPct val="0"/>
              </a:spcBef>
              <a:spcAft>
                <a:spcPct val="0"/>
              </a:spcAft>
              <a:defRPr/>
            </a:pPr>
            <a:r>
              <a:rPr lang="en-US" sz="900" kern="1200" dirty="0">
                <a:solidFill>
                  <a:srgbClr val="FFFFFF"/>
                </a:solidFill>
                <a:latin typeface="Arial"/>
                <a:ea typeface="+mn-ea"/>
                <a:cs typeface="Arial"/>
              </a:rPr>
              <a:t>Pilani Campus</a:t>
            </a:r>
          </a:p>
        </p:txBody>
      </p:sp>
      <p:sp>
        <p:nvSpPr>
          <p:cNvPr id="7" name="Content Placeholder 6"/>
          <p:cNvSpPr>
            <a:spLocks noGrp="1"/>
          </p:cNvSpPr>
          <p:nvPr>
            <p:ph sz="quarter" idx="13"/>
          </p:nvPr>
        </p:nvSpPr>
        <p:spPr>
          <a:xfrm>
            <a:off x="3352800" y="5410200"/>
            <a:ext cx="8026400" cy="533400"/>
          </a:xfrm>
        </p:spPr>
        <p:txBody>
          <a:bodyPr anchor="b">
            <a:noAutofit/>
          </a:bodyPr>
          <a:lstStyle>
            <a:lvl1pPr marL="0" indent="0" algn="r">
              <a:lnSpc>
                <a:spcPts val="1350"/>
              </a:lnSpc>
              <a:spcBef>
                <a:spcPts val="0"/>
              </a:spcBef>
              <a:buNone/>
              <a:defRPr sz="1350" baseline="0">
                <a:solidFill>
                  <a:schemeClr val="bg1"/>
                </a:solidFill>
              </a:defRPr>
            </a:lvl1pPr>
          </a:lstStyle>
          <a:p>
            <a:pPr lvl="0"/>
            <a:r>
              <a:rPr lang="en-US"/>
              <a:t>Click to edit Master text styles</a:t>
            </a:r>
          </a:p>
          <a:p>
            <a:pPr lvl="1"/>
            <a:r>
              <a:rPr lang="en-US"/>
              <a:t>Second level</a:t>
            </a:r>
          </a:p>
        </p:txBody>
      </p:sp>
      <p:sp>
        <p:nvSpPr>
          <p:cNvPr id="2" name="Title 1"/>
          <p:cNvSpPr>
            <a:spLocks noGrp="1"/>
          </p:cNvSpPr>
          <p:nvPr>
            <p:ph type="title"/>
          </p:nvPr>
        </p:nvSpPr>
        <p:spPr>
          <a:xfrm>
            <a:off x="3352800" y="3810000"/>
            <a:ext cx="8026400" cy="1524000"/>
          </a:xfrm>
        </p:spPr>
        <p:txBody>
          <a:bodyPr anchorCtr="0">
            <a:noAutofit/>
          </a:bodyPr>
          <a:lstStyle>
            <a:lvl1pPr algn="l">
              <a:lnSpc>
                <a:spcPts val="3000"/>
              </a:lnSpc>
              <a:defRPr sz="3300" baseline="0">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29720895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
        <p:nvSpPr>
          <p:cNvPr id="4" name="TextBox 3"/>
          <p:cNvSpPr txBox="1"/>
          <p:nvPr/>
        </p:nvSpPr>
        <p:spPr>
          <a:xfrm>
            <a:off x="4368800" y="6596066"/>
            <a:ext cx="7823200" cy="219291"/>
          </a:xfrm>
          <a:prstGeom prst="rect">
            <a:avLst/>
          </a:prstGeom>
          <a:noFill/>
        </p:spPr>
        <p:txBody>
          <a:bodyPr>
            <a:spAutoFit/>
          </a:bodyPr>
          <a:lstStyle/>
          <a:p>
            <a:pPr algn="r" rtl="0" fontAlgn="base">
              <a:spcBef>
                <a:spcPct val="0"/>
              </a:spcBef>
              <a:spcAft>
                <a:spcPct val="0"/>
              </a:spcAft>
              <a:defRPr/>
            </a:pPr>
            <a:r>
              <a:rPr lang="en-US" sz="825" b="1" kern="1200" dirty="0">
                <a:solidFill>
                  <a:srgbClr val="101141"/>
                </a:solidFill>
                <a:latin typeface="Arial"/>
                <a:ea typeface="+mn-ea"/>
                <a:cs typeface="Arial"/>
              </a:rPr>
              <a:t>BITS </a:t>
            </a:r>
            <a:r>
              <a:rPr lang="en-US" sz="825" kern="1200" dirty="0">
                <a:solidFill>
                  <a:srgbClr val="101141"/>
                </a:solidFill>
                <a:latin typeface="Arial"/>
                <a:ea typeface="+mn-ea"/>
                <a:cs typeface="Arial"/>
              </a:rPr>
              <a:t>Pilani, Pilani Campus</a:t>
            </a:r>
          </a:p>
        </p:txBody>
      </p:sp>
      <p:grpSp>
        <p:nvGrpSpPr>
          <p:cNvPr id="5" name="Group 11"/>
          <p:cNvGrpSpPr>
            <a:grpSpLocks/>
          </p:cNvGrpSpPr>
          <p:nvPr/>
        </p:nvGrpSpPr>
        <p:grpSpPr bwMode="auto">
          <a:xfrm>
            <a:off x="2779184" y="6550028"/>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8839202" y="0"/>
            <a:ext cx="2925233" cy="692150"/>
          </a:xfrm>
          <a:prstGeom prst="rect">
            <a:avLst/>
          </a:prstGeom>
          <a:noFill/>
          <a:ln w="9525">
            <a:noFill/>
            <a:miter lim="800000"/>
            <a:headEnd/>
            <a:tailEnd/>
          </a:ln>
        </p:spPr>
      </p:pic>
      <p:grpSp>
        <p:nvGrpSpPr>
          <p:cNvPr id="10" name="Group 18"/>
          <p:cNvGrpSpPr>
            <a:grpSpLocks/>
          </p:cNvGrpSpPr>
          <p:nvPr/>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grpSp>
        <p:nvGrpSpPr>
          <p:cNvPr id="14" name="Group 22"/>
          <p:cNvGrpSpPr>
            <a:grpSpLocks/>
          </p:cNvGrpSpPr>
          <p:nvPr/>
        </p:nvGrpSpPr>
        <p:grpSpPr bwMode="auto">
          <a:xfrm>
            <a:off x="0" y="1295400"/>
            <a:ext cx="93472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rtl="0" fontAlgn="base">
                <a:spcBef>
                  <a:spcPct val="0"/>
                </a:spcBef>
                <a:spcAft>
                  <a:spcPct val="0"/>
                </a:spcAft>
                <a:defRPr/>
              </a:pPr>
              <a:endParaRPr lang="en-US" sz="1200" kern="1200">
                <a:solidFill>
                  <a:prstClr val="white"/>
                </a:solidFill>
              </a:endParaRPr>
            </a:p>
          </p:txBody>
        </p:sp>
      </p:grpSp>
      <p:sp>
        <p:nvSpPr>
          <p:cNvPr id="3" name="Content Placeholder 2"/>
          <p:cNvSpPr>
            <a:spLocks noGrp="1"/>
          </p:cNvSpPr>
          <p:nvPr>
            <p:ph idx="1"/>
          </p:nvPr>
        </p:nvSpPr>
        <p:spPr>
          <a:xfrm>
            <a:off x="406400" y="1493840"/>
            <a:ext cx="109728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406400" y="152400"/>
            <a:ext cx="84328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419075302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08187" y="400303"/>
            <a:ext cx="3600027" cy="574040"/>
          </a:xfrm>
          <a:prstGeom prst="rect">
            <a:avLst/>
          </a:prstGeom>
        </p:spPr>
        <p:txBody>
          <a:bodyPr wrap="square" lIns="0" tIns="0" rIns="0" bIns="0">
            <a:spAutoFit/>
          </a:bodyPr>
          <a:lstStyle>
            <a:lvl1pPr>
              <a:defRPr sz="3600" b="1" i="0">
                <a:solidFill>
                  <a:schemeClr val="tx1"/>
                </a:solidFill>
                <a:latin typeface="Cambria"/>
                <a:cs typeface="Cambria"/>
              </a:defRPr>
            </a:lvl1pPr>
          </a:lstStyle>
          <a:p>
            <a:endParaRPr/>
          </a:p>
        </p:txBody>
      </p:sp>
      <p:sp>
        <p:nvSpPr>
          <p:cNvPr id="3" name="Holder 3"/>
          <p:cNvSpPr>
            <a:spLocks noGrp="1"/>
          </p:cNvSpPr>
          <p:nvPr>
            <p:ph type="subTitle" idx="4"/>
          </p:nvPr>
        </p:nvSpPr>
        <p:spPr>
          <a:xfrm>
            <a:off x="1828800" y="3840480"/>
            <a:ext cx="8534400" cy="246221"/>
          </a:xfrm>
          <a:prstGeom prst="rect">
            <a:avLst/>
          </a:prstGeom>
        </p:spPr>
        <p:txBody>
          <a:bodyPr wrap="square" lIns="0" tIns="0" rIns="0" bIns="0">
            <a:spAutoFit/>
          </a:bodyPr>
          <a:lstStyle>
            <a:lvl1pPr>
              <a:defRPr sz="1600" b="0" i="0">
                <a:solidFill>
                  <a:schemeClr val="tx1"/>
                </a:solidFill>
                <a:latin typeface="Arial MT"/>
                <a:cs typeface="Arial MT"/>
              </a:defRPr>
            </a:lvl1pPr>
          </a:lstStyle>
          <a:p>
            <a:endParaRPr/>
          </a:p>
        </p:txBody>
      </p:sp>
      <p:sp>
        <p:nvSpPr>
          <p:cNvPr id="4" name="Holder 4"/>
          <p:cNvSpPr>
            <a:spLocks noGrp="1"/>
          </p:cNvSpPr>
          <p:nvPr>
            <p:ph type="ftr" sz="quarter" idx="5"/>
          </p:nvPr>
        </p:nvSpPr>
        <p:spPr>
          <a:xfrm>
            <a:off x="9811512" y="6639736"/>
            <a:ext cx="2274993" cy="182245"/>
          </a:xfrm>
          <a:prstGeom prst="rect">
            <a:avLst/>
          </a:prstGeom>
        </p:spPr>
        <p:txBody>
          <a:bodyPr lIns="0" tIns="0" rIns="0" bIns="0"/>
          <a:lstStyle>
            <a:lvl1pPr>
              <a:defRPr sz="1100" b="0" i="0">
                <a:solidFill>
                  <a:srgbClr val="0F1141"/>
                </a:solidFill>
                <a:latin typeface="Arial MT"/>
                <a:cs typeface="Arial MT"/>
              </a:defRPr>
            </a:lvl1pPr>
          </a:lstStyle>
          <a:p>
            <a:pPr marL="12700"/>
            <a:r>
              <a:rPr lang="en-IN" b="1" kern="0">
                <a:latin typeface="Arial"/>
                <a:cs typeface="Arial"/>
              </a:rPr>
              <a:t>BITS</a:t>
            </a:r>
            <a:r>
              <a:rPr lang="en-IN" b="1" kern="0" spc="-55">
                <a:latin typeface="Arial"/>
                <a:cs typeface="Arial"/>
              </a:rPr>
              <a:t> </a:t>
            </a:r>
            <a:r>
              <a:rPr lang="en-IN" kern="0"/>
              <a:t>Pilani,</a:t>
            </a:r>
            <a:r>
              <a:rPr lang="en-IN" kern="0" spc="-35"/>
              <a:t> </a:t>
            </a:r>
            <a:r>
              <a:rPr lang="en-IN" kern="0"/>
              <a:t>Pilani</a:t>
            </a:r>
            <a:r>
              <a:rPr lang="en-IN" kern="0" spc="-30"/>
              <a:t> </a:t>
            </a:r>
            <a:r>
              <a:rPr lang="en-IN" kern="0" spc="-10"/>
              <a:t>Campus</a:t>
            </a:r>
            <a:endParaRPr lang="en-IN" kern="0" spc="-10" dirty="0"/>
          </a:p>
        </p:txBody>
      </p:sp>
      <p:sp>
        <p:nvSpPr>
          <p:cNvPr id="5" name="Holder 5"/>
          <p:cNvSpPr>
            <a:spLocks noGrp="1"/>
          </p:cNvSpPr>
          <p:nvPr>
            <p:ph type="dt" sz="half" idx="6"/>
          </p:nvPr>
        </p:nvSpPr>
        <p:spPr>
          <a:xfrm>
            <a:off x="609600" y="6377940"/>
            <a:ext cx="280416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kern="0">
                <a:solidFill>
                  <a:prstClr val="black">
                    <a:tint val="75000"/>
                  </a:prstClr>
                </a:solidFill>
              </a:rPr>
              <a:pPr/>
              <a:t>5/29/2026</a:t>
            </a:fld>
            <a:endParaRPr lang="en-US" kern="0">
              <a:solidFill>
                <a:prstClr val="black">
                  <a:tint val="75000"/>
                </a:prstClr>
              </a:solidFill>
            </a:endParaRPr>
          </a:p>
        </p:txBody>
      </p:sp>
      <p:sp>
        <p:nvSpPr>
          <p:cNvPr id="6" name="Holder 6"/>
          <p:cNvSpPr>
            <a:spLocks noGrp="1"/>
          </p:cNvSpPr>
          <p:nvPr>
            <p:ph type="sldNum" sz="quarter" idx="7"/>
          </p:nvPr>
        </p:nvSpPr>
        <p:spPr>
          <a:xfrm>
            <a:off x="8778240" y="6377940"/>
            <a:ext cx="280416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rPr kern="0">
                <a:solidFill>
                  <a:prstClr val="black">
                    <a:tint val="75000"/>
                  </a:prstClr>
                </a:solidFill>
              </a:rPr>
              <a:pPr/>
              <a:t>‹#›</a:t>
            </a:fld>
            <a:endParaRPr kern="0">
              <a:solidFill>
                <a:prstClr val="black">
                  <a:tint val="75000"/>
                </a:prstClr>
              </a:solidFill>
            </a:endParaRPr>
          </a:p>
        </p:txBody>
      </p:sp>
    </p:spTree>
    <p:extLst>
      <p:ext uri="{BB962C8B-B14F-4D97-AF65-F5344CB8AC3E}">
        <p14:creationId xmlns:p14="http://schemas.microsoft.com/office/powerpoint/2010/main" val="12229472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Holder 4"/>
          <p:cNvSpPr>
            <a:spLocks noGrp="1"/>
          </p:cNvSpPr>
          <p:nvPr>
            <p:ph type="ftr" sz="quarter" idx="5"/>
          </p:nvPr>
        </p:nvSpPr>
        <p:spPr>
          <a:xfrm>
            <a:off x="9811512" y="6639736"/>
            <a:ext cx="2274993" cy="182245"/>
          </a:xfrm>
          <a:prstGeom prst="rect">
            <a:avLst/>
          </a:prstGeom>
        </p:spPr>
        <p:txBody>
          <a:bodyPr lIns="0" tIns="0" rIns="0" bIns="0"/>
          <a:lstStyle>
            <a:lvl1pPr>
              <a:defRPr sz="1100" b="0" i="0">
                <a:solidFill>
                  <a:srgbClr val="0F1141"/>
                </a:solidFill>
                <a:latin typeface="Arial MT"/>
                <a:cs typeface="Arial MT"/>
              </a:defRPr>
            </a:lvl1pPr>
          </a:lstStyle>
          <a:p>
            <a:pPr marL="12700"/>
            <a:r>
              <a:rPr lang="en-IN" b="1" kern="0">
                <a:latin typeface="Arial"/>
                <a:cs typeface="Arial"/>
              </a:rPr>
              <a:t>BITS</a:t>
            </a:r>
            <a:r>
              <a:rPr lang="en-IN" b="1" kern="0" spc="-55">
                <a:latin typeface="Arial"/>
                <a:cs typeface="Arial"/>
              </a:rPr>
              <a:t> </a:t>
            </a:r>
            <a:r>
              <a:rPr lang="en-IN" kern="0"/>
              <a:t>Pilani,</a:t>
            </a:r>
            <a:r>
              <a:rPr lang="en-IN" kern="0" spc="-35"/>
              <a:t> </a:t>
            </a:r>
            <a:r>
              <a:rPr lang="en-IN" kern="0"/>
              <a:t>Pilani</a:t>
            </a:r>
            <a:r>
              <a:rPr lang="en-IN" kern="0" spc="-30"/>
              <a:t> </a:t>
            </a:r>
            <a:r>
              <a:rPr lang="en-IN" kern="0" spc="-10"/>
              <a:t>Campus</a:t>
            </a:r>
            <a:endParaRPr lang="en-IN" kern="0" spc="-10" dirty="0"/>
          </a:p>
        </p:txBody>
      </p:sp>
      <p:sp>
        <p:nvSpPr>
          <p:cNvPr id="8" name="Content Placeholder 2"/>
          <p:cNvSpPr>
            <a:spLocks noGrp="1"/>
          </p:cNvSpPr>
          <p:nvPr>
            <p:ph idx="10"/>
          </p:nvPr>
        </p:nvSpPr>
        <p:spPr>
          <a:xfrm>
            <a:off x="304800" y="1545224"/>
            <a:ext cx="11480800" cy="4525963"/>
          </a:xfrm>
          <a:prstGeom prst="rect">
            <a:avLst/>
          </a:prstGeom>
        </p:spPr>
        <p:txBody>
          <a:bodyPr>
            <a:normAutofit/>
          </a:bodyPr>
          <a:lstStyle>
            <a:lvl1pPr>
              <a:defRPr sz="2400">
                <a:latin typeface="Cambria" panose="02040503050406030204" pitchFamily="18" charset="0"/>
                <a:ea typeface="Cambria" panose="02040503050406030204" pitchFamily="18" charset="0"/>
              </a:defRPr>
            </a:lvl1pPr>
            <a:lvl2pPr>
              <a:defRPr sz="2400">
                <a:latin typeface="Cambria" panose="02040503050406030204" pitchFamily="18" charset="0"/>
                <a:ea typeface="Cambria" panose="02040503050406030204" pitchFamily="18" charset="0"/>
              </a:defRPr>
            </a:lvl2pPr>
            <a:lvl3pPr>
              <a:defRPr sz="2400">
                <a:latin typeface="Cambria" panose="02040503050406030204" pitchFamily="18" charset="0"/>
                <a:ea typeface="Cambria" panose="02040503050406030204" pitchFamily="18" charset="0"/>
              </a:defRPr>
            </a:lvl3pPr>
            <a:lvl4pPr>
              <a:defRPr sz="2400">
                <a:latin typeface="Cambria" panose="02040503050406030204" pitchFamily="18" charset="0"/>
                <a:ea typeface="Cambria" panose="02040503050406030204" pitchFamily="18" charset="0"/>
              </a:defRPr>
            </a:lvl4pPr>
            <a:lvl5pPr>
              <a:defRPr sz="2400">
                <a:latin typeface="Cambria" panose="02040503050406030204" pitchFamily="18" charset="0"/>
                <a:ea typeface="Cambria" panose="020405030504060302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itle 1"/>
          <p:cNvSpPr>
            <a:spLocks noGrp="1"/>
          </p:cNvSpPr>
          <p:nvPr>
            <p:ph type="title"/>
          </p:nvPr>
        </p:nvSpPr>
        <p:spPr>
          <a:xfrm>
            <a:off x="304801" y="0"/>
            <a:ext cx="10881209" cy="1219200"/>
          </a:xfrm>
          <a:prstGeom prst="rect">
            <a:avLst/>
          </a:prstGeom>
        </p:spPr>
        <p:txBody>
          <a:bodyPr anchor="ctr"/>
          <a:lstStyle>
            <a:lvl1pPr algn="l">
              <a:defRPr sz="3600" b="0">
                <a:latin typeface="Cambria" panose="02040503050406030204" pitchFamily="18" charset="0"/>
                <a:ea typeface="Cambria" panose="02040503050406030204" pitchFamily="18" charset="0"/>
              </a:defRPr>
            </a:lvl1pPr>
          </a:lstStyle>
          <a:p>
            <a:r>
              <a:rPr lang="en-US" dirty="0"/>
              <a:t>Click to edit Master title style</a:t>
            </a:r>
            <a:endParaRPr lang="en-IN" dirty="0"/>
          </a:p>
        </p:txBody>
      </p:sp>
    </p:spTree>
    <p:extLst>
      <p:ext uri="{BB962C8B-B14F-4D97-AF65-F5344CB8AC3E}">
        <p14:creationId xmlns:p14="http://schemas.microsoft.com/office/powerpoint/2010/main" val="3594605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a:xfrm>
            <a:off x="308187" y="361315"/>
            <a:ext cx="6561667" cy="613028"/>
          </a:xfrm>
          <a:prstGeom prst="rect">
            <a:avLst/>
          </a:prstGeom>
        </p:spPr>
        <p:txBody>
          <a:bodyPr lIns="0" tIns="0" rIns="0" bIns="0"/>
          <a:lstStyle>
            <a:lvl1pPr>
              <a:defRPr sz="3600" b="1" i="0">
                <a:solidFill>
                  <a:schemeClr val="tx1"/>
                </a:solidFill>
                <a:latin typeface="Cambria"/>
                <a:cs typeface="Cambria"/>
              </a:defRPr>
            </a:lvl1pPr>
          </a:lstStyle>
          <a:p>
            <a:endParaRPr/>
          </a:p>
        </p:txBody>
      </p:sp>
      <p:sp>
        <p:nvSpPr>
          <p:cNvPr id="3" name="Holder 3"/>
          <p:cNvSpPr>
            <a:spLocks noGrp="1"/>
          </p:cNvSpPr>
          <p:nvPr>
            <p:ph sz="half" idx="2"/>
          </p:nvPr>
        </p:nvSpPr>
        <p:spPr>
          <a:xfrm>
            <a:off x="609600" y="1577340"/>
            <a:ext cx="5303520" cy="369332"/>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369332"/>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a:xfrm>
            <a:off x="9811512" y="6639736"/>
            <a:ext cx="2274993" cy="182245"/>
          </a:xfrm>
          <a:prstGeom prst="rect">
            <a:avLst/>
          </a:prstGeom>
        </p:spPr>
        <p:txBody>
          <a:bodyPr lIns="0" tIns="0" rIns="0" bIns="0"/>
          <a:lstStyle>
            <a:lvl1pPr>
              <a:defRPr sz="1100" b="0" i="0">
                <a:solidFill>
                  <a:srgbClr val="0F1141"/>
                </a:solidFill>
                <a:latin typeface="Arial MT"/>
                <a:cs typeface="Arial MT"/>
              </a:defRPr>
            </a:lvl1pPr>
          </a:lstStyle>
          <a:p>
            <a:pPr marL="12700"/>
            <a:r>
              <a:rPr lang="en-IN" b="1" kern="0">
                <a:latin typeface="Arial"/>
                <a:cs typeface="Arial"/>
              </a:rPr>
              <a:t>BITS</a:t>
            </a:r>
            <a:r>
              <a:rPr lang="en-IN" b="1" kern="0" spc="-55">
                <a:latin typeface="Arial"/>
                <a:cs typeface="Arial"/>
              </a:rPr>
              <a:t> </a:t>
            </a:r>
            <a:r>
              <a:rPr lang="en-IN" kern="0"/>
              <a:t>Pilani,</a:t>
            </a:r>
            <a:r>
              <a:rPr lang="en-IN" kern="0" spc="-35"/>
              <a:t> </a:t>
            </a:r>
            <a:r>
              <a:rPr lang="en-IN" kern="0"/>
              <a:t>Pilani</a:t>
            </a:r>
            <a:r>
              <a:rPr lang="en-IN" kern="0" spc="-30"/>
              <a:t> </a:t>
            </a:r>
            <a:r>
              <a:rPr lang="en-IN" kern="0" spc="-10"/>
              <a:t>Campus</a:t>
            </a:r>
            <a:endParaRPr lang="en-IN" kern="0" spc="-10" dirty="0"/>
          </a:p>
        </p:txBody>
      </p:sp>
      <p:sp>
        <p:nvSpPr>
          <p:cNvPr id="6" name="Holder 6"/>
          <p:cNvSpPr>
            <a:spLocks noGrp="1"/>
          </p:cNvSpPr>
          <p:nvPr>
            <p:ph type="dt" sz="half" idx="6"/>
          </p:nvPr>
        </p:nvSpPr>
        <p:spPr>
          <a:xfrm>
            <a:off x="609600" y="6377940"/>
            <a:ext cx="280416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kern="0">
                <a:solidFill>
                  <a:prstClr val="black">
                    <a:tint val="75000"/>
                  </a:prstClr>
                </a:solidFill>
              </a:rPr>
              <a:pPr/>
              <a:t>5/29/2026</a:t>
            </a:fld>
            <a:endParaRPr lang="en-US" kern="0">
              <a:solidFill>
                <a:prstClr val="black">
                  <a:tint val="75000"/>
                </a:prstClr>
              </a:solidFill>
            </a:endParaRPr>
          </a:p>
        </p:txBody>
      </p:sp>
      <p:sp>
        <p:nvSpPr>
          <p:cNvPr id="7" name="Holder 7"/>
          <p:cNvSpPr>
            <a:spLocks noGrp="1"/>
          </p:cNvSpPr>
          <p:nvPr>
            <p:ph type="sldNum" sz="quarter" idx="7"/>
          </p:nvPr>
        </p:nvSpPr>
        <p:spPr>
          <a:xfrm>
            <a:off x="8778240" y="6377940"/>
            <a:ext cx="280416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rPr kern="0">
                <a:solidFill>
                  <a:prstClr val="black">
                    <a:tint val="75000"/>
                  </a:prstClr>
                </a:solidFill>
              </a:rPr>
              <a:pPr/>
              <a:t>‹#›</a:t>
            </a:fld>
            <a:endParaRPr kern="0">
              <a:solidFill>
                <a:prstClr val="black">
                  <a:tint val="75000"/>
                </a:prstClr>
              </a:solidFill>
            </a:endParaRPr>
          </a:p>
        </p:txBody>
      </p:sp>
    </p:spTree>
    <p:extLst>
      <p:ext uri="{BB962C8B-B14F-4D97-AF65-F5344CB8AC3E}">
        <p14:creationId xmlns:p14="http://schemas.microsoft.com/office/powerpoint/2010/main" val="36416690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8839200" y="0"/>
            <a:ext cx="2924048" cy="693420"/>
          </a:xfrm>
          <a:prstGeom prst="rect">
            <a:avLst/>
          </a:prstGeom>
        </p:spPr>
      </p:pic>
      <p:sp>
        <p:nvSpPr>
          <p:cNvPr id="17" name="bg object 17"/>
          <p:cNvSpPr/>
          <p:nvPr/>
        </p:nvSpPr>
        <p:spPr>
          <a:xfrm>
            <a:off x="5994400" y="6553200"/>
            <a:ext cx="3105573"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kern="0">
              <a:solidFill>
                <a:sysClr val="windowText" lastClr="000000"/>
              </a:solidFill>
            </a:endParaRPr>
          </a:p>
        </p:txBody>
      </p:sp>
      <p:sp>
        <p:nvSpPr>
          <p:cNvPr id="18" name="bg object 18"/>
          <p:cNvSpPr/>
          <p:nvPr/>
        </p:nvSpPr>
        <p:spPr>
          <a:xfrm>
            <a:off x="2844800" y="6553200"/>
            <a:ext cx="3149600" cy="45720"/>
          </a:xfrm>
          <a:custGeom>
            <a:avLst/>
            <a:gdLst/>
            <a:ahLst/>
            <a:cxnLst/>
            <a:rect l="l" t="t" r="r" b="b"/>
            <a:pathLst>
              <a:path w="2362200" h="45720">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kern="0">
              <a:solidFill>
                <a:sysClr val="windowText" lastClr="000000"/>
              </a:solidFill>
            </a:endParaRPr>
          </a:p>
        </p:txBody>
      </p:sp>
      <p:sp>
        <p:nvSpPr>
          <p:cNvPr id="19" name="bg object 19"/>
          <p:cNvSpPr/>
          <p:nvPr/>
        </p:nvSpPr>
        <p:spPr>
          <a:xfrm>
            <a:off x="9087104" y="6553200"/>
            <a:ext cx="3105573"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kern="0">
              <a:solidFill>
                <a:sysClr val="windowText" lastClr="000000"/>
              </a:solidFill>
            </a:endParaRPr>
          </a:p>
        </p:txBody>
      </p:sp>
      <p:sp>
        <p:nvSpPr>
          <p:cNvPr id="20" name="bg object 20"/>
          <p:cNvSpPr/>
          <p:nvPr/>
        </p:nvSpPr>
        <p:spPr>
          <a:xfrm>
            <a:off x="3149600" y="1295400"/>
            <a:ext cx="3105573"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kern="0">
              <a:solidFill>
                <a:sysClr val="windowText" lastClr="000000"/>
              </a:solidFill>
            </a:endParaRPr>
          </a:p>
        </p:txBody>
      </p:sp>
      <p:sp>
        <p:nvSpPr>
          <p:cNvPr id="21" name="bg object 21"/>
          <p:cNvSpPr/>
          <p:nvPr/>
        </p:nvSpPr>
        <p:spPr>
          <a:xfrm>
            <a:off x="0" y="1295400"/>
            <a:ext cx="3149600" cy="45720"/>
          </a:xfrm>
          <a:custGeom>
            <a:avLst/>
            <a:gdLst/>
            <a:ahLst/>
            <a:cxnLst/>
            <a:rect l="l" t="t" r="r" b="b"/>
            <a:pathLst>
              <a:path w="2362200" h="45719">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kern="0">
              <a:solidFill>
                <a:sysClr val="windowText" lastClr="000000"/>
              </a:solidFill>
            </a:endParaRPr>
          </a:p>
        </p:txBody>
      </p:sp>
      <p:sp>
        <p:nvSpPr>
          <p:cNvPr id="22" name="bg object 22"/>
          <p:cNvSpPr/>
          <p:nvPr/>
        </p:nvSpPr>
        <p:spPr>
          <a:xfrm>
            <a:off x="6242304" y="1295400"/>
            <a:ext cx="3105573"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kern="0">
              <a:solidFill>
                <a:sysClr val="windowText" lastClr="000000"/>
              </a:solidFill>
            </a:endParaRPr>
          </a:p>
        </p:txBody>
      </p:sp>
      <p:sp>
        <p:nvSpPr>
          <p:cNvPr id="2" name="Holder 2"/>
          <p:cNvSpPr>
            <a:spLocks noGrp="1"/>
          </p:cNvSpPr>
          <p:nvPr>
            <p:ph type="title"/>
          </p:nvPr>
        </p:nvSpPr>
        <p:spPr>
          <a:xfrm>
            <a:off x="308187" y="361315"/>
            <a:ext cx="6561667" cy="613028"/>
          </a:xfrm>
          <a:prstGeom prst="rect">
            <a:avLst/>
          </a:prstGeom>
        </p:spPr>
        <p:txBody>
          <a:bodyPr lIns="0" tIns="0" rIns="0" bIns="0"/>
          <a:lstStyle>
            <a:lvl1pPr>
              <a:defRPr sz="3600" b="1" i="0">
                <a:solidFill>
                  <a:schemeClr val="tx1"/>
                </a:solidFill>
                <a:latin typeface="Cambria"/>
                <a:cs typeface="Cambria"/>
              </a:defRPr>
            </a:lvl1pPr>
          </a:lstStyle>
          <a:p>
            <a:endParaRPr/>
          </a:p>
        </p:txBody>
      </p:sp>
      <p:sp>
        <p:nvSpPr>
          <p:cNvPr id="3" name="Holder 3"/>
          <p:cNvSpPr>
            <a:spLocks noGrp="1"/>
          </p:cNvSpPr>
          <p:nvPr>
            <p:ph type="ftr" sz="quarter" idx="5"/>
          </p:nvPr>
        </p:nvSpPr>
        <p:spPr>
          <a:xfrm>
            <a:off x="9811512" y="6639736"/>
            <a:ext cx="2274993" cy="182245"/>
          </a:xfrm>
          <a:prstGeom prst="rect">
            <a:avLst/>
          </a:prstGeom>
        </p:spPr>
        <p:txBody>
          <a:bodyPr lIns="0" tIns="0" rIns="0" bIns="0"/>
          <a:lstStyle>
            <a:lvl1pPr>
              <a:defRPr sz="1100" b="0" i="0">
                <a:solidFill>
                  <a:srgbClr val="0F1141"/>
                </a:solidFill>
                <a:latin typeface="Arial MT"/>
                <a:cs typeface="Arial MT"/>
              </a:defRPr>
            </a:lvl1pPr>
          </a:lstStyle>
          <a:p>
            <a:pPr marL="12700"/>
            <a:r>
              <a:rPr lang="en-IN" b="1" kern="0">
                <a:latin typeface="Arial"/>
                <a:cs typeface="Arial"/>
              </a:rPr>
              <a:t>BITS</a:t>
            </a:r>
            <a:r>
              <a:rPr lang="en-IN" b="1" kern="0" spc="-55">
                <a:latin typeface="Arial"/>
                <a:cs typeface="Arial"/>
              </a:rPr>
              <a:t> </a:t>
            </a:r>
            <a:r>
              <a:rPr lang="en-IN" kern="0"/>
              <a:t>Pilani,</a:t>
            </a:r>
            <a:r>
              <a:rPr lang="en-IN" kern="0" spc="-35"/>
              <a:t> </a:t>
            </a:r>
            <a:r>
              <a:rPr lang="en-IN" kern="0"/>
              <a:t>Pilani</a:t>
            </a:r>
            <a:r>
              <a:rPr lang="en-IN" kern="0" spc="-30"/>
              <a:t> </a:t>
            </a:r>
            <a:r>
              <a:rPr lang="en-IN" kern="0" spc="-10"/>
              <a:t>Campus</a:t>
            </a:r>
            <a:endParaRPr lang="en-IN" kern="0" spc="-10" dirty="0"/>
          </a:p>
        </p:txBody>
      </p:sp>
      <p:sp>
        <p:nvSpPr>
          <p:cNvPr id="4" name="Holder 4"/>
          <p:cNvSpPr>
            <a:spLocks noGrp="1"/>
          </p:cNvSpPr>
          <p:nvPr>
            <p:ph type="dt" sz="half" idx="6"/>
          </p:nvPr>
        </p:nvSpPr>
        <p:spPr>
          <a:xfrm>
            <a:off x="609600" y="6377940"/>
            <a:ext cx="280416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kern="0">
                <a:solidFill>
                  <a:prstClr val="black">
                    <a:tint val="75000"/>
                  </a:prstClr>
                </a:solidFill>
              </a:rPr>
              <a:pPr/>
              <a:t>5/29/2026</a:t>
            </a:fld>
            <a:endParaRPr lang="en-US" kern="0">
              <a:solidFill>
                <a:prstClr val="black">
                  <a:tint val="75000"/>
                </a:prstClr>
              </a:solidFill>
            </a:endParaRPr>
          </a:p>
        </p:txBody>
      </p:sp>
      <p:sp>
        <p:nvSpPr>
          <p:cNvPr id="5" name="Holder 5"/>
          <p:cNvSpPr>
            <a:spLocks noGrp="1"/>
          </p:cNvSpPr>
          <p:nvPr>
            <p:ph type="sldNum" sz="quarter" idx="7"/>
          </p:nvPr>
        </p:nvSpPr>
        <p:spPr>
          <a:xfrm>
            <a:off x="8778240" y="6377940"/>
            <a:ext cx="280416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rPr kern="0">
                <a:solidFill>
                  <a:prstClr val="black">
                    <a:tint val="75000"/>
                  </a:prstClr>
                </a:solidFill>
              </a:rPr>
              <a:pPr/>
              <a:t>‹#›</a:t>
            </a:fld>
            <a:endParaRPr kern="0">
              <a:solidFill>
                <a:prstClr val="black">
                  <a:tint val="75000"/>
                </a:prstClr>
              </a:solidFill>
            </a:endParaRPr>
          </a:p>
        </p:txBody>
      </p:sp>
    </p:spTree>
    <p:extLst>
      <p:ext uri="{BB962C8B-B14F-4D97-AF65-F5344CB8AC3E}">
        <p14:creationId xmlns:p14="http://schemas.microsoft.com/office/powerpoint/2010/main" val="257265510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1" y="1"/>
            <a:ext cx="12191999" cy="6857999"/>
          </a:xfrm>
          <a:prstGeom prst="rect">
            <a:avLst/>
          </a:prstGeom>
        </p:spPr>
      </p:pic>
      <p:sp>
        <p:nvSpPr>
          <p:cNvPr id="17" name="bg object 17"/>
          <p:cNvSpPr/>
          <p:nvPr/>
        </p:nvSpPr>
        <p:spPr>
          <a:xfrm>
            <a:off x="3860800" y="6096000"/>
            <a:ext cx="3860800" cy="76200"/>
          </a:xfrm>
          <a:custGeom>
            <a:avLst/>
            <a:gdLst/>
            <a:ahLst/>
            <a:cxnLst/>
            <a:rect l="l" t="t" r="r" b="b"/>
            <a:pathLst>
              <a:path w="2895600" h="76200">
                <a:moveTo>
                  <a:pt x="2895600" y="0"/>
                </a:moveTo>
                <a:lnTo>
                  <a:pt x="0" y="0"/>
                </a:lnTo>
                <a:lnTo>
                  <a:pt x="0" y="76200"/>
                </a:lnTo>
                <a:lnTo>
                  <a:pt x="2895600" y="76200"/>
                </a:lnTo>
                <a:lnTo>
                  <a:pt x="2895600" y="0"/>
                </a:lnTo>
                <a:close/>
              </a:path>
            </a:pathLst>
          </a:custGeom>
          <a:solidFill>
            <a:srgbClr val="76C2E4"/>
          </a:solidFill>
        </p:spPr>
        <p:txBody>
          <a:bodyPr wrap="square" lIns="0" tIns="0" rIns="0" bIns="0" rtlCol="0"/>
          <a:lstStyle/>
          <a:p>
            <a:endParaRPr kern="0">
              <a:solidFill>
                <a:sysClr val="windowText" lastClr="000000"/>
              </a:solidFill>
            </a:endParaRPr>
          </a:p>
        </p:txBody>
      </p:sp>
      <p:sp>
        <p:nvSpPr>
          <p:cNvPr id="18" name="bg object 18"/>
          <p:cNvSpPr/>
          <p:nvPr/>
        </p:nvSpPr>
        <p:spPr>
          <a:xfrm>
            <a:off x="0" y="6096000"/>
            <a:ext cx="3860800" cy="76200"/>
          </a:xfrm>
          <a:custGeom>
            <a:avLst/>
            <a:gdLst/>
            <a:ahLst/>
            <a:cxnLst/>
            <a:rect l="l" t="t" r="r" b="b"/>
            <a:pathLst>
              <a:path w="2895600" h="76200">
                <a:moveTo>
                  <a:pt x="2895600" y="0"/>
                </a:moveTo>
                <a:lnTo>
                  <a:pt x="0" y="0"/>
                </a:lnTo>
                <a:lnTo>
                  <a:pt x="0" y="76200"/>
                </a:lnTo>
                <a:lnTo>
                  <a:pt x="2895600" y="76200"/>
                </a:lnTo>
                <a:lnTo>
                  <a:pt x="2895600" y="0"/>
                </a:lnTo>
                <a:close/>
              </a:path>
            </a:pathLst>
          </a:custGeom>
          <a:solidFill>
            <a:srgbClr val="FBAF17"/>
          </a:solidFill>
        </p:spPr>
        <p:txBody>
          <a:bodyPr wrap="square" lIns="0" tIns="0" rIns="0" bIns="0" rtlCol="0"/>
          <a:lstStyle/>
          <a:p>
            <a:endParaRPr kern="0">
              <a:solidFill>
                <a:sysClr val="windowText" lastClr="000000"/>
              </a:solidFill>
            </a:endParaRPr>
          </a:p>
        </p:txBody>
      </p:sp>
      <p:sp>
        <p:nvSpPr>
          <p:cNvPr id="19" name="bg object 19"/>
          <p:cNvSpPr/>
          <p:nvPr/>
        </p:nvSpPr>
        <p:spPr>
          <a:xfrm>
            <a:off x="7721600" y="6096000"/>
            <a:ext cx="3860800" cy="76200"/>
          </a:xfrm>
          <a:custGeom>
            <a:avLst/>
            <a:gdLst/>
            <a:ahLst/>
            <a:cxnLst/>
            <a:rect l="l" t="t" r="r" b="b"/>
            <a:pathLst>
              <a:path w="2895600" h="76200">
                <a:moveTo>
                  <a:pt x="2895600" y="0"/>
                </a:moveTo>
                <a:lnTo>
                  <a:pt x="0" y="0"/>
                </a:lnTo>
                <a:lnTo>
                  <a:pt x="0" y="76200"/>
                </a:lnTo>
                <a:lnTo>
                  <a:pt x="2895600" y="76200"/>
                </a:lnTo>
                <a:lnTo>
                  <a:pt x="2895600" y="0"/>
                </a:lnTo>
                <a:close/>
              </a:path>
            </a:pathLst>
          </a:custGeom>
          <a:solidFill>
            <a:srgbClr val="FF0000"/>
          </a:solidFill>
        </p:spPr>
        <p:txBody>
          <a:bodyPr wrap="square" lIns="0" tIns="0" rIns="0" bIns="0" rtlCol="0"/>
          <a:lstStyle/>
          <a:p>
            <a:endParaRPr kern="0">
              <a:solidFill>
                <a:sysClr val="windowText" lastClr="000000"/>
              </a:solidFill>
            </a:endParaRPr>
          </a:p>
        </p:txBody>
      </p:sp>
      <p:pic>
        <p:nvPicPr>
          <p:cNvPr id="20" name="bg object 20"/>
          <p:cNvPicPr/>
          <p:nvPr/>
        </p:nvPicPr>
        <p:blipFill>
          <a:blip r:embed="rId3" cstate="print"/>
          <a:stretch>
            <a:fillRect/>
          </a:stretch>
        </p:blipFill>
        <p:spPr>
          <a:xfrm>
            <a:off x="101600" y="3352800"/>
            <a:ext cx="2743200" cy="1979676"/>
          </a:xfrm>
          <a:prstGeom prst="rect">
            <a:avLst/>
          </a:prstGeom>
        </p:spPr>
      </p:pic>
      <p:sp>
        <p:nvSpPr>
          <p:cNvPr id="2" name="Holder 2"/>
          <p:cNvSpPr>
            <a:spLocks noGrp="1"/>
          </p:cNvSpPr>
          <p:nvPr>
            <p:ph type="ftr" sz="quarter" idx="5"/>
          </p:nvPr>
        </p:nvSpPr>
        <p:spPr>
          <a:xfrm>
            <a:off x="9811512" y="6639736"/>
            <a:ext cx="2274993" cy="182245"/>
          </a:xfrm>
          <a:prstGeom prst="rect">
            <a:avLst/>
          </a:prstGeom>
        </p:spPr>
        <p:txBody>
          <a:bodyPr lIns="0" tIns="0" rIns="0" bIns="0"/>
          <a:lstStyle>
            <a:lvl1pPr>
              <a:defRPr sz="1100" b="0" i="0">
                <a:solidFill>
                  <a:srgbClr val="0F1141"/>
                </a:solidFill>
                <a:latin typeface="Arial MT"/>
                <a:cs typeface="Arial MT"/>
              </a:defRPr>
            </a:lvl1pPr>
          </a:lstStyle>
          <a:p>
            <a:pPr marL="12700"/>
            <a:r>
              <a:rPr lang="en-IN" b="1" kern="0">
                <a:latin typeface="Arial"/>
                <a:cs typeface="Arial"/>
              </a:rPr>
              <a:t>BITS</a:t>
            </a:r>
            <a:r>
              <a:rPr lang="en-IN" b="1" kern="0" spc="-55">
                <a:latin typeface="Arial"/>
                <a:cs typeface="Arial"/>
              </a:rPr>
              <a:t> </a:t>
            </a:r>
            <a:r>
              <a:rPr lang="en-IN" kern="0"/>
              <a:t>Pilani,</a:t>
            </a:r>
            <a:r>
              <a:rPr lang="en-IN" kern="0" spc="-35"/>
              <a:t> </a:t>
            </a:r>
            <a:r>
              <a:rPr lang="en-IN" kern="0"/>
              <a:t>Pilani</a:t>
            </a:r>
            <a:r>
              <a:rPr lang="en-IN" kern="0" spc="-30"/>
              <a:t> </a:t>
            </a:r>
            <a:r>
              <a:rPr lang="en-IN" kern="0" spc="-10"/>
              <a:t>Campus</a:t>
            </a:r>
            <a:endParaRPr lang="en-IN" kern="0" spc="-10" dirty="0"/>
          </a:p>
        </p:txBody>
      </p:sp>
      <p:sp>
        <p:nvSpPr>
          <p:cNvPr id="3" name="Holder 3"/>
          <p:cNvSpPr>
            <a:spLocks noGrp="1"/>
          </p:cNvSpPr>
          <p:nvPr>
            <p:ph type="dt" sz="half" idx="6"/>
          </p:nvPr>
        </p:nvSpPr>
        <p:spPr>
          <a:xfrm>
            <a:off x="609600" y="6377940"/>
            <a:ext cx="2804160" cy="342900"/>
          </a:xfrm>
          <a:prstGeom prst="rect">
            <a:avLst/>
          </a:prstGeom>
        </p:spPr>
        <p:txBody>
          <a:bodyPr lIns="0" tIns="0" rIns="0" bIns="0"/>
          <a:lstStyle>
            <a:lvl1pPr algn="l">
              <a:defRPr>
                <a:solidFill>
                  <a:schemeClr val="tx1">
                    <a:tint val="75000"/>
                  </a:schemeClr>
                </a:solidFill>
              </a:defRPr>
            </a:lvl1pPr>
          </a:lstStyle>
          <a:p>
            <a:fld id="{1D8BD707-D9CF-40AE-B4C6-C98DA3205C09}" type="datetimeFigureOut">
              <a:rPr lang="en-US" kern="0">
                <a:solidFill>
                  <a:prstClr val="black">
                    <a:tint val="75000"/>
                  </a:prstClr>
                </a:solidFill>
              </a:rPr>
              <a:pPr/>
              <a:t>5/29/2026</a:t>
            </a:fld>
            <a:endParaRPr lang="en-US" kern="0">
              <a:solidFill>
                <a:prstClr val="black">
                  <a:tint val="75000"/>
                </a:prstClr>
              </a:solidFill>
            </a:endParaRPr>
          </a:p>
        </p:txBody>
      </p:sp>
      <p:sp>
        <p:nvSpPr>
          <p:cNvPr id="4" name="Holder 4"/>
          <p:cNvSpPr>
            <a:spLocks noGrp="1"/>
          </p:cNvSpPr>
          <p:nvPr>
            <p:ph type="sldNum" sz="quarter" idx="7"/>
          </p:nvPr>
        </p:nvSpPr>
        <p:spPr>
          <a:xfrm>
            <a:off x="8778240" y="6377940"/>
            <a:ext cx="2804160" cy="342900"/>
          </a:xfrm>
          <a:prstGeom prst="rect">
            <a:avLst/>
          </a:prstGeom>
        </p:spPr>
        <p:txBody>
          <a:bodyPr lIns="0" tIns="0" rIns="0" bIns="0"/>
          <a:lstStyle>
            <a:lvl1pPr algn="r">
              <a:defRPr>
                <a:solidFill>
                  <a:schemeClr val="tx1">
                    <a:tint val="75000"/>
                  </a:schemeClr>
                </a:solidFill>
              </a:defRPr>
            </a:lvl1pPr>
          </a:lstStyle>
          <a:p>
            <a:fld id="{B6F15528-21DE-4FAA-801E-634DDDAF4B2B}" type="slidenum">
              <a:rPr kern="0">
                <a:solidFill>
                  <a:prstClr val="black">
                    <a:tint val="75000"/>
                  </a:prstClr>
                </a:solidFill>
              </a:rPr>
              <a:pPr/>
              <a:t>‹#›</a:t>
            </a:fld>
            <a:endParaRPr kern="0">
              <a:solidFill>
                <a:prstClr val="black">
                  <a:tint val="75000"/>
                </a:prstClr>
              </a:solidFill>
            </a:endParaRPr>
          </a:p>
        </p:txBody>
      </p:sp>
    </p:spTree>
    <p:extLst>
      <p:ext uri="{BB962C8B-B14F-4D97-AF65-F5344CB8AC3E}">
        <p14:creationId xmlns:p14="http://schemas.microsoft.com/office/powerpoint/2010/main" val="17832056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39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a:defRPr/>
            </a:pPr>
            <a:r>
              <a:rPr lang="en-US" altLang="en-US" sz="1100" b="1" kern="0">
                <a:solidFill>
                  <a:srgbClr val="101141"/>
                </a:solidFill>
              </a:rPr>
              <a:t>BITS </a:t>
            </a:r>
            <a:r>
              <a:rPr lang="en-US" altLang="en-US" sz="1100" kern="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kern="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kern="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kern="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kern="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kern="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kern="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kern="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kern="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kern="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8501965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37703379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1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99857591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5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46435745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6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415654617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37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411100813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7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286836222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9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95766719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21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212083784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24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206121840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25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48043579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26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84674947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27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09199213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28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6124055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29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89076824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30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298017609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31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64388184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8_Title and Content">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6933"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3" name="Content Placeholder 2"/>
          <p:cNvSpPr>
            <a:spLocks noGrp="1"/>
          </p:cNvSpPr>
          <p:nvPr>
            <p:ph idx="1" hasCustomPrompt="1"/>
          </p:nvPr>
        </p:nvSpPr>
        <p:spPr>
          <a:xfrm>
            <a:off x="406400" y="1493842"/>
            <a:ext cx="10972800" cy="4525963"/>
          </a:xfrm>
          <a:prstGeom prst="rect">
            <a:avLst/>
          </a:prstGeo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350" u="none" strike="noStrike" kern="1200" cap="none" spc="0" normalizeH="0" noProof="0" dirty="0">
              <a:ln>
                <a:noFill/>
              </a:ln>
              <a:solidFill>
                <a:srgbClr val="101141"/>
              </a:solidFill>
              <a:effectLst/>
              <a:uLnTx/>
              <a:uFillTx/>
              <a:latin typeface="Arial"/>
              <a:cs typeface="Arial"/>
            </a:endParaRPr>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4368800" y="6596394"/>
            <a:ext cx="7823200" cy="187615"/>
          </a:xfrm>
          <a:prstGeom prst="rect">
            <a:avLst/>
          </a:prstGeom>
          <a:noFill/>
        </p:spPr>
        <p:txBody>
          <a:bodyPr wrap="square" rtlCol="0">
            <a:spAutoFit/>
          </a:bodyPr>
          <a:lstStyle/>
          <a:p>
            <a:pPr algn="r" defTabSz="685800">
              <a:defRPr/>
            </a:pPr>
            <a:r>
              <a:rPr lang="en-US" sz="619" b="1" dirty="0">
                <a:solidFill>
                  <a:srgbClr val="101141"/>
                </a:solidFill>
                <a:latin typeface="Arial"/>
                <a:cs typeface="Arial"/>
              </a:rPr>
              <a:t>BITS </a:t>
            </a:r>
            <a:r>
              <a:rPr lang="en-US" sz="619" dirty="0">
                <a:solidFill>
                  <a:srgbClr val="101141"/>
                </a:solidFill>
                <a:latin typeface="Arial"/>
                <a:cs typeface="Arial"/>
              </a:rPr>
              <a:t>Pilani, Deemed to be University under Section 3 of UGC Act, 1956</a:t>
            </a:r>
          </a:p>
        </p:txBody>
      </p:sp>
      <p:grpSp>
        <p:nvGrpSpPr>
          <p:cNvPr id="12" name="Group 11"/>
          <p:cNvGrpSpPr/>
          <p:nvPr userDrawn="1"/>
        </p:nvGrpSpPr>
        <p:grpSpPr>
          <a:xfrm>
            <a:off x="2778517" y="6550676"/>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pic>
        <p:nvPicPr>
          <p:cNvPr id="16" name="Picture 15" descr="Picture 7.png"/>
          <p:cNvPicPr>
            <a:picLocks noChangeAspect="1"/>
          </p:cNvPicPr>
          <p:nvPr userDrawn="1"/>
        </p:nvPicPr>
        <p:blipFill>
          <a:blip r:embed="rId3" cstate="print"/>
          <a:srcRect l="1923" b="5336"/>
          <a:stretch>
            <a:fillRect/>
          </a:stretch>
        </p:blipFill>
        <p:spPr>
          <a:xfrm>
            <a:off x="8839204" y="-1"/>
            <a:ext cx="2924257" cy="692697"/>
          </a:xfrm>
          <a:prstGeom prst="rect">
            <a:avLst/>
          </a:prstGeom>
        </p:spPr>
      </p:pic>
      <p:grpSp>
        <p:nvGrpSpPr>
          <p:cNvPr id="19" name="Group 18"/>
          <p:cNvGrpSpPr/>
          <p:nvPr userDrawn="1"/>
        </p:nvGrpSpPr>
        <p:grpSpPr>
          <a:xfrm>
            <a:off x="2844800" y="6558117"/>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grpSp>
        <p:nvGrpSpPr>
          <p:cNvPr id="23" name="Group 22"/>
          <p:cNvGrpSpPr/>
          <p:nvPr userDrawn="1"/>
        </p:nvGrpSpPr>
        <p:grpSpPr>
          <a:xfrm>
            <a:off x="0" y="1295405"/>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sp>
        <p:nvSpPr>
          <p:cNvPr id="27" name="Content Placeholder 18"/>
          <p:cNvSpPr>
            <a:spLocks noGrp="1"/>
          </p:cNvSpPr>
          <p:nvPr>
            <p:ph sz="quarter" idx="10"/>
          </p:nvPr>
        </p:nvSpPr>
        <p:spPr>
          <a:xfrm>
            <a:off x="406400" y="152400"/>
            <a:ext cx="8432800" cy="1143000"/>
          </a:xfrm>
          <a:prstGeom prst="rect">
            <a:avLst/>
          </a:prstGeom>
        </p:spPr>
        <p:txBody>
          <a:bodyPr anchor="ctr" anchorCtr="0">
            <a:normAutofit/>
          </a:bodyPr>
          <a:lstStyle>
            <a:lvl1pPr marL="0">
              <a:lnSpc>
                <a:spcPts val="2025"/>
              </a:lnSpc>
              <a:spcBef>
                <a:spcPts val="0"/>
              </a:spcBef>
              <a:buNone/>
              <a:defRPr sz="2025" b="1" spc="-85" baseline="0">
                <a:latin typeface="Arial" pitchFamily="34" charset="0"/>
                <a:cs typeface="Arial" pitchFamily="34" charset="0"/>
              </a:defRPr>
            </a:lvl1pPr>
          </a:lstStyle>
          <a:p>
            <a:pPr lvl="0"/>
            <a:endParaRPr lang="en-US" dirty="0"/>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5994400" y="6363741"/>
            <a:ext cx="1219200" cy="9144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a:xfrm>
            <a:off x="609600" y="6377940"/>
            <a:ext cx="2804160" cy="342900"/>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a:xfrm>
            <a:off x="9811512" y="6639736"/>
            <a:ext cx="2274993" cy="182245"/>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9347200" y="6101556"/>
            <a:ext cx="2844800" cy="365125"/>
          </a:xfrm>
          <a:prstGeom prst="rect">
            <a:avLst/>
          </a:prstGeom>
        </p:spPr>
        <p:txBody>
          <a:bodyPr/>
          <a:lstStyle/>
          <a:p>
            <a:pPr fontAlgn="base">
              <a:spcBef>
                <a:spcPct val="0"/>
              </a:spcBef>
              <a:spcAft>
                <a:spcPct val="0"/>
              </a:spcAft>
            </a:pPr>
            <a:fld id="{BC8D7E44-7D4F-4942-A8C9-2DF6BF8399E8}" type="slidenum">
              <a:rPr lang="en-US" sz="1200">
                <a:solidFill>
                  <a:prstClr val="black">
                    <a:tint val="75000"/>
                  </a:prstClr>
                </a:solidFill>
                <a:latin typeface="Tahoma" charset="0"/>
              </a:rPr>
              <a:pPr fontAlgn="base">
                <a:spcBef>
                  <a:spcPct val="0"/>
                </a:spcBef>
                <a:spcAft>
                  <a:spcPct val="0"/>
                </a:spcAft>
              </a:pPr>
              <a:t>‹#›</a:t>
            </a:fld>
            <a:endParaRPr lang="en-US" sz="1200" dirty="0">
              <a:solidFill>
                <a:prstClr val="black">
                  <a:tint val="75000"/>
                </a:prstClr>
              </a:solidFill>
              <a:latin typeface="Tahoma" charset="0"/>
            </a:endParaRPr>
          </a:p>
        </p:txBody>
      </p:sp>
    </p:spTree>
    <p:extLst>
      <p:ext uri="{BB962C8B-B14F-4D97-AF65-F5344CB8AC3E}">
        <p14:creationId xmlns:p14="http://schemas.microsoft.com/office/powerpoint/2010/main" val="31608651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32_Title and Content">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6933"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3" name="Content Placeholder 2"/>
          <p:cNvSpPr>
            <a:spLocks noGrp="1"/>
          </p:cNvSpPr>
          <p:nvPr>
            <p:ph idx="1" hasCustomPrompt="1"/>
          </p:nvPr>
        </p:nvSpPr>
        <p:spPr>
          <a:xfrm>
            <a:off x="406400" y="1493842"/>
            <a:ext cx="10972800" cy="4525963"/>
          </a:xfrm>
          <a:prstGeom prst="rect">
            <a:avLst/>
          </a:prstGeo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350" u="none" strike="noStrike" kern="1200" cap="none" spc="0" normalizeH="0" noProof="0" dirty="0">
              <a:ln>
                <a:noFill/>
              </a:ln>
              <a:solidFill>
                <a:srgbClr val="101141"/>
              </a:solidFill>
              <a:effectLst/>
              <a:uLnTx/>
              <a:uFillTx/>
              <a:latin typeface="Arial"/>
              <a:cs typeface="Arial"/>
            </a:endParaRPr>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4368800" y="6596394"/>
            <a:ext cx="7823200" cy="187615"/>
          </a:xfrm>
          <a:prstGeom prst="rect">
            <a:avLst/>
          </a:prstGeom>
          <a:noFill/>
        </p:spPr>
        <p:txBody>
          <a:bodyPr wrap="square" rtlCol="0">
            <a:spAutoFit/>
          </a:bodyPr>
          <a:lstStyle/>
          <a:p>
            <a:pPr algn="r" defTabSz="685800">
              <a:defRPr/>
            </a:pPr>
            <a:r>
              <a:rPr lang="en-US" sz="619" b="1" dirty="0">
                <a:solidFill>
                  <a:srgbClr val="101141"/>
                </a:solidFill>
                <a:latin typeface="Arial"/>
                <a:cs typeface="Arial"/>
              </a:rPr>
              <a:t>BITS </a:t>
            </a:r>
            <a:r>
              <a:rPr lang="en-US" sz="619" dirty="0">
                <a:solidFill>
                  <a:srgbClr val="101141"/>
                </a:solidFill>
                <a:latin typeface="Arial"/>
                <a:cs typeface="Arial"/>
              </a:rPr>
              <a:t>Pilani, Deemed to be University under Section 3 of UGC Act, 1956</a:t>
            </a:r>
          </a:p>
        </p:txBody>
      </p:sp>
      <p:grpSp>
        <p:nvGrpSpPr>
          <p:cNvPr id="12" name="Group 11"/>
          <p:cNvGrpSpPr/>
          <p:nvPr userDrawn="1"/>
        </p:nvGrpSpPr>
        <p:grpSpPr>
          <a:xfrm>
            <a:off x="2778517" y="6550676"/>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pic>
        <p:nvPicPr>
          <p:cNvPr id="16" name="Picture 15" descr="Picture 7.png"/>
          <p:cNvPicPr>
            <a:picLocks noChangeAspect="1"/>
          </p:cNvPicPr>
          <p:nvPr userDrawn="1"/>
        </p:nvPicPr>
        <p:blipFill>
          <a:blip r:embed="rId3" cstate="print"/>
          <a:srcRect l="1923" b="5336"/>
          <a:stretch>
            <a:fillRect/>
          </a:stretch>
        </p:blipFill>
        <p:spPr>
          <a:xfrm>
            <a:off x="8839204" y="-1"/>
            <a:ext cx="2924257" cy="692697"/>
          </a:xfrm>
          <a:prstGeom prst="rect">
            <a:avLst/>
          </a:prstGeom>
        </p:spPr>
      </p:pic>
      <p:grpSp>
        <p:nvGrpSpPr>
          <p:cNvPr id="19" name="Group 18"/>
          <p:cNvGrpSpPr/>
          <p:nvPr userDrawn="1"/>
        </p:nvGrpSpPr>
        <p:grpSpPr>
          <a:xfrm>
            <a:off x="2844800" y="6558117"/>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grpSp>
        <p:nvGrpSpPr>
          <p:cNvPr id="23" name="Group 22"/>
          <p:cNvGrpSpPr/>
          <p:nvPr userDrawn="1"/>
        </p:nvGrpSpPr>
        <p:grpSpPr>
          <a:xfrm>
            <a:off x="0" y="1295405"/>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sp>
        <p:nvSpPr>
          <p:cNvPr id="27" name="Content Placeholder 18"/>
          <p:cNvSpPr>
            <a:spLocks noGrp="1"/>
          </p:cNvSpPr>
          <p:nvPr>
            <p:ph sz="quarter" idx="10"/>
          </p:nvPr>
        </p:nvSpPr>
        <p:spPr>
          <a:xfrm>
            <a:off x="406400" y="152400"/>
            <a:ext cx="8432800" cy="1143000"/>
          </a:xfrm>
          <a:prstGeom prst="rect">
            <a:avLst/>
          </a:prstGeom>
        </p:spPr>
        <p:txBody>
          <a:bodyPr anchor="ctr" anchorCtr="0">
            <a:normAutofit/>
          </a:bodyPr>
          <a:lstStyle>
            <a:lvl1pPr marL="0">
              <a:lnSpc>
                <a:spcPts val="2025"/>
              </a:lnSpc>
              <a:spcBef>
                <a:spcPts val="0"/>
              </a:spcBef>
              <a:buNone/>
              <a:defRPr sz="2025" b="1" spc="-85" baseline="0">
                <a:latin typeface="Arial" pitchFamily="34" charset="0"/>
                <a:cs typeface="Arial" pitchFamily="34" charset="0"/>
              </a:defRPr>
            </a:lvl1pPr>
          </a:lstStyle>
          <a:p>
            <a:pPr lvl="0"/>
            <a:endParaRPr lang="en-US" dirty="0"/>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5994400" y="6363741"/>
            <a:ext cx="1219200" cy="9144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a:xfrm>
            <a:off x="609600" y="6377940"/>
            <a:ext cx="2804160" cy="342900"/>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a:xfrm>
            <a:off x="9811512" y="6639736"/>
            <a:ext cx="2274993" cy="182245"/>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9347200" y="6101556"/>
            <a:ext cx="2844800" cy="365125"/>
          </a:xfrm>
          <a:prstGeom prst="rect">
            <a:avLst/>
          </a:prstGeom>
        </p:spPr>
        <p:txBody>
          <a:bodyPr/>
          <a:lstStyle/>
          <a:p>
            <a:pPr fontAlgn="base">
              <a:spcBef>
                <a:spcPct val="0"/>
              </a:spcBef>
              <a:spcAft>
                <a:spcPct val="0"/>
              </a:spcAft>
            </a:pPr>
            <a:fld id="{BC8D7E44-7D4F-4942-A8C9-2DF6BF8399E8}" type="slidenum">
              <a:rPr lang="en-US" sz="1200">
                <a:solidFill>
                  <a:prstClr val="black">
                    <a:tint val="75000"/>
                  </a:prstClr>
                </a:solidFill>
                <a:latin typeface="Tahoma" charset="0"/>
              </a:rPr>
              <a:pPr fontAlgn="base">
                <a:spcBef>
                  <a:spcPct val="0"/>
                </a:spcBef>
                <a:spcAft>
                  <a:spcPct val="0"/>
                </a:spcAft>
              </a:pPr>
              <a:t>‹#›</a:t>
            </a:fld>
            <a:endParaRPr lang="en-US" sz="1200" dirty="0">
              <a:solidFill>
                <a:prstClr val="black">
                  <a:tint val="75000"/>
                </a:prstClr>
              </a:solidFill>
              <a:latin typeface="Tahoma" charset="0"/>
            </a:endParaRPr>
          </a:p>
        </p:txBody>
      </p:sp>
    </p:spTree>
    <p:extLst>
      <p:ext uri="{BB962C8B-B14F-4D97-AF65-F5344CB8AC3E}">
        <p14:creationId xmlns:p14="http://schemas.microsoft.com/office/powerpoint/2010/main" val="285051858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33_Title and Content">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6933"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3" name="Content Placeholder 2"/>
          <p:cNvSpPr>
            <a:spLocks noGrp="1"/>
          </p:cNvSpPr>
          <p:nvPr>
            <p:ph idx="1" hasCustomPrompt="1"/>
          </p:nvPr>
        </p:nvSpPr>
        <p:spPr>
          <a:xfrm>
            <a:off x="406400" y="1493842"/>
            <a:ext cx="10972800" cy="4525963"/>
          </a:xfrm>
          <a:prstGeom prst="rect">
            <a:avLst/>
          </a:prstGeo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350" u="none" strike="noStrike" kern="1200" cap="none" spc="0" normalizeH="0" noProof="0" dirty="0">
              <a:ln>
                <a:noFill/>
              </a:ln>
              <a:solidFill>
                <a:srgbClr val="101141"/>
              </a:solidFill>
              <a:effectLst/>
              <a:uLnTx/>
              <a:uFillTx/>
              <a:latin typeface="Arial"/>
              <a:cs typeface="Arial"/>
            </a:endParaRPr>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4368800" y="6596394"/>
            <a:ext cx="7823200" cy="187615"/>
          </a:xfrm>
          <a:prstGeom prst="rect">
            <a:avLst/>
          </a:prstGeom>
          <a:noFill/>
        </p:spPr>
        <p:txBody>
          <a:bodyPr wrap="square" rtlCol="0">
            <a:spAutoFit/>
          </a:bodyPr>
          <a:lstStyle/>
          <a:p>
            <a:pPr algn="r" defTabSz="685800">
              <a:defRPr/>
            </a:pPr>
            <a:r>
              <a:rPr lang="en-US" sz="619" b="1" dirty="0">
                <a:solidFill>
                  <a:srgbClr val="101141"/>
                </a:solidFill>
                <a:latin typeface="Arial"/>
                <a:cs typeface="Arial"/>
              </a:rPr>
              <a:t>BITS </a:t>
            </a:r>
            <a:r>
              <a:rPr lang="en-US" sz="619" dirty="0">
                <a:solidFill>
                  <a:srgbClr val="101141"/>
                </a:solidFill>
                <a:latin typeface="Arial"/>
                <a:cs typeface="Arial"/>
              </a:rPr>
              <a:t>Pilani, Deemed to be University under Section 3 of UGC Act, 1956</a:t>
            </a:r>
          </a:p>
        </p:txBody>
      </p:sp>
      <p:grpSp>
        <p:nvGrpSpPr>
          <p:cNvPr id="12" name="Group 11"/>
          <p:cNvGrpSpPr/>
          <p:nvPr userDrawn="1"/>
        </p:nvGrpSpPr>
        <p:grpSpPr>
          <a:xfrm>
            <a:off x="2778517" y="6550676"/>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pic>
        <p:nvPicPr>
          <p:cNvPr id="16" name="Picture 15" descr="Picture 7.png"/>
          <p:cNvPicPr>
            <a:picLocks noChangeAspect="1"/>
          </p:cNvPicPr>
          <p:nvPr userDrawn="1"/>
        </p:nvPicPr>
        <p:blipFill>
          <a:blip r:embed="rId3" cstate="print"/>
          <a:srcRect l="1923" b="5336"/>
          <a:stretch>
            <a:fillRect/>
          </a:stretch>
        </p:blipFill>
        <p:spPr>
          <a:xfrm>
            <a:off x="8839204" y="-1"/>
            <a:ext cx="2924257" cy="692697"/>
          </a:xfrm>
          <a:prstGeom prst="rect">
            <a:avLst/>
          </a:prstGeom>
        </p:spPr>
      </p:pic>
      <p:grpSp>
        <p:nvGrpSpPr>
          <p:cNvPr id="19" name="Group 18"/>
          <p:cNvGrpSpPr/>
          <p:nvPr userDrawn="1"/>
        </p:nvGrpSpPr>
        <p:grpSpPr>
          <a:xfrm>
            <a:off x="2844800" y="6558117"/>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grpSp>
        <p:nvGrpSpPr>
          <p:cNvPr id="23" name="Group 22"/>
          <p:cNvGrpSpPr/>
          <p:nvPr userDrawn="1"/>
        </p:nvGrpSpPr>
        <p:grpSpPr>
          <a:xfrm>
            <a:off x="0" y="1295405"/>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sp>
        <p:nvSpPr>
          <p:cNvPr id="27" name="Content Placeholder 18"/>
          <p:cNvSpPr>
            <a:spLocks noGrp="1"/>
          </p:cNvSpPr>
          <p:nvPr>
            <p:ph sz="quarter" idx="10"/>
          </p:nvPr>
        </p:nvSpPr>
        <p:spPr>
          <a:xfrm>
            <a:off x="406400" y="152400"/>
            <a:ext cx="8432800" cy="1143000"/>
          </a:xfrm>
          <a:prstGeom prst="rect">
            <a:avLst/>
          </a:prstGeom>
        </p:spPr>
        <p:txBody>
          <a:bodyPr anchor="ctr" anchorCtr="0">
            <a:normAutofit/>
          </a:bodyPr>
          <a:lstStyle>
            <a:lvl1pPr marL="0">
              <a:lnSpc>
                <a:spcPts val="2025"/>
              </a:lnSpc>
              <a:spcBef>
                <a:spcPts val="0"/>
              </a:spcBef>
              <a:buNone/>
              <a:defRPr sz="2025" b="1" spc="-85" baseline="0">
                <a:latin typeface="Arial" pitchFamily="34" charset="0"/>
                <a:cs typeface="Arial" pitchFamily="34" charset="0"/>
              </a:defRPr>
            </a:lvl1pPr>
          </a:lstStyle>
          <a:p>
            <a:pPr lvl="0"/>
            <a:endParaRPr lang="en-US" dirty="0"/>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5994400" y="6363741"/>
            <a:ext cx="1219200" cy="9144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a:xfrm>
            <a:off x="609600" y="6377940"/>
            <a:ext cx="2804160" cy="342900"/>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a:xfrm>
            <a:off x="9811512" y="6639736"/>
            <a:ext cx="2274993" cy="182245"/>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9347200" y="6101556"/>
            <a:ext cx="2844800" cy="365125"/>
          </a:xfrm>
          <a:prstGeom prst="rect">
            <a:avLst/>
          </a:prstGeom>
        </p:spPr>
        <p:txBody>
          <a:bodyPr/>
          <a:lstStyle/>
          <a:p>
            <a:pPr fontAlgn="base">
              <a:spcBef>
                <a:spcPct val="0"/>
              </a:spcBef>
              <a:spcAft>
                <a:spcPct val="0"/>
              </a:spcAft>
            </a:pPr>
            <a:fld id="{BC8D7E44-7D4F-4942-A8C9-2DF6BF8399E8}" type="slidenum">
              <a:rPr lang="en-US" sz="1200">
                <a:solidFill>
                  <a:prstClr val="black">
                    <a:tint val="75000"/>
                  </a:prstClr>
                </a:solidFill>
                <a:latin typeface="Tahoma" charset="0"/>
              </a:rPr>
              <a:pPr fontAlgn="base">
                <a:spcBef>
                  <a:spcPct val="0"/>
                </a:spcBef>
                <a:spcAft>
                  <a:spcPct val="0"/>
                </a:spcAft>
              </a:pPr>
              <a:t>‹#›</a:t>
            </a:fld>
            <a:endParaRPr lang="en-US" sz="1200" dirty="0">
              <a:solidFill>
                <a:prstClr val="black">
                  <a:tint val="75000"/>
                </a:prstClr>
              </a:solidFill>
              <a:latin typeface="Tahoma" charset="0"/>
            </a:endParaRPr>
          </a:p>
        </p:txBody>
      </p:sp>
    </p:spTree>
    <p:extLst>
      <p:ext uri="{BB962C8B-B14F-4D97-AF65-F5344CB8AC3E}">
        <p14:creationId xmlns:p14="http://schemas.microsoft.com/office/powerpoint/2010/main" val="266212497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34_Title and Content">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6933"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3" name="Content Placeholder 2"/>
          <p:cNvSpPr>
            <a:spLocks noGrp="1"/>
          </p:cNvSpPr>
          <p:nvPr>
            <p:ph idx="1" hasCustomPrompt="1"/>
          </p:nvPr>
        </p:nvSpPr>
        <p:spPr>
          <a:xfrm>
            <a:off x="406400" y="1493842"/>
            <a:ext cx="10972800" cy="4525963"/>
          </a:xfrm>
          <a:prstGeom prst="rect">
            <a:avLst/>
          </a:prstGeo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350" u="none" strike="noStrike" kern="1200" cap="none" spc="0" normalizeH="0" noProof="0" dirty="0">
              <a:ln>
                <a:noFill/>
              </a:ln>
              <a:solidFill>
                <a:srgbClr val="101141"/>
              </a:solidFill>
              <a:effectLst/>
              <a:uLnTx/>
              <a:uFillTx/>
              <a:latin typeface="Arial"/>
              <a:cs typeface="Arial"/>
            </a:endParaRPr>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4368800" y="6596394"/>
            <a:ext cx="7823200" cy="187615"/>
          </a:xfrm>
          <a:prstGeom prst="rect">
            <a:avLst/>
          </a:prstGeom>
          <a:noFill/>
        </p:spPr>
        <p:txBody>
          <a:bodyPr wrap="square" rtlCol="0">
            <a:spAutoFit/>
          </a:bodyPr>
          <a:lstStyle/>
          <a:p>
            <a:pPr algn="r" defTabSz="685800">
              <a:defRPr/>
            </a:pPr>
            <a:r>
              <a:rPr lang="en-US" sz="619" b="1" dirty="0">
                <a:solidFill>
                  <a:srgbClr val="101141"/>
                </a:solidFill>
                <a:latin typeface="Arial"/>
                <a:cs typeface="Arial"/>
              </a:rPr>
              <a:t>BITS </a:t>
            </a:r>
            <a:r>
              <a:rPr lang="en-US" sz="619" dirty="0">
                <a:solidFill>
                  <a:srgbClr val="101141"/>
                </a:solidFill>
                <a:latin typeface="Arial"/>
                <a:cs typeface="Arial"/>
              </a:rPr>
              <a:t>Pilani, Deemed to be University under Section 3 of UGC Act, 1956</a:t>
            </a:r>
          </a:p>
        </p:txBody>
      </p:sp>
      <p:grpSp>
        <p:nvGrpSpPr>
          <p:cNvPr id="12" name="Group 11"/>
          <p:cNvGrpSpPr/>
          <p:nvPr userDrawn="1"/>
        </p:nvGrpSpPr>
        <p:grpSpPr>
          <a:xfrm>
            <a:off x="2778517" y="6550676"/>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pic>
        <p:nvPicPr>
          <p:cNvPr id="16" name="Picture 15" descr="Picture 7.png"/>
          <p:cNvPicPr>
            <a:picLocks noChangeAspect="1"/>
          </p:cNvPicPr>
          <p:nvPr userDrawn="1"/>
        </p:nvPicPr>
        <p:blipFill>
          <a:blip r:embed="rId3" cstate="print"/>
          <a:srcRect l="1923" b="5336"/>
          <a:stretch>
            <a:fillRect/>
          </a:stretch>
        </p:blipFill>
        <p:spPr>
          <a:xfrm>
            <a:off x="8839204" y="-1"/>
            <a:ext cx="2924257" cy="692697"/>
          </a:xfrm>
          <a:prstGeom prst="rect">
            <a:avLst/>
          </a:prstGeom>
        </p:spPr>
      </p:pic>
      <p:grpSp>
        <p:nvGrpSpPr>
          <p:cNvPr id="19" name="Group 18"/>
          <p:cNvGrpSpPr/>
          <p:nvPr userDrawn="1"/>
        </p:nvGrpSpPr>
        <p:grpSpPr>
          <a:xfrm>
            <a:off x="2844800" y="6558117"/>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grpSp>
        <p:nvGrpSpPr>
          <p:cNvPr id="23" name="Group 22"/>
          <p:cNvGrpSpPr/>
          <p:nvPr userDrawn="1"/>
        </p:nvGrpSpPr>
        <p:grpSpPr>
          <a:xfrm>
            <a:off x="0" y="1295405"/>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sp>
        <p:nvSpPr>
          <p:cNvPr id="27" name="Content Placeholder 18"/>
          <p:cNvSpPr>
            <a:spLocks noGrp="1"/>
          </p:cNvSpPr>
          <p:nvPr>
            <p:ph sz="quarter" idx="10"/>
          </p:nvPr>
        </p:nvSpPr>
        <p:spPr>
          <a:xfrm>
            <a:off x="406400" y="152400"/>
            <a:ext cx="8432800" cy="1143000"/>
          </a:xfrm>
          <a:prstGeom prst="rect">
            <a:avLst/>
          </a:prstGeom>
        </p:spPr>
        <p:txBody>
          <a:bodyPr anchor="ctr" anchorCtr="0">
            <a:normAutofit/>
          </a:bodyPr>
          <a:lstStyle>
            <a:lvl1pPr marL="0">
              <a:lnSpc>
                <a:spcPts val="2025"/>
              </a:lnSpc>
              <a:spcBef>
                <a:spcPts val="0"/>
              </a:spcBef>
              <a:buNone/>
              <a:defRPr sz="2025" b="1" spc="-85" baseline="0">
                <a:latin typeface="Arial" pitchFamily="34" charset="0"/>
                <a:cs typeface="Arial" pitchFamily="34" charset="0"/>
              </a:defRPr>
            </a:lvl1pPr>
          </a:lstStyle>
          <a:p>
            <a:pPr lvl="0"/>
            <a:endParaRPr lang="en-US" dirty="0"/>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5994400" y="6363741"/>
            <a:ext cx="1219200" cy="9144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a:xfrm>
            <a:off x="609600" y="6377940"/>
            <a:ext cx="2804160" cy="342900"/>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a:xfrm>
            <a:off x="9811512" y="6639736"/>
            <a:ext cx="2274993" cy="182245"/>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9347200" y="6101556"/>
            <a:ext cx="2844800" cy="365125"/>
          </a:xfrm>
          <a:prstGeom prst="rect">
            <a:avLst/>
          </a:prstGeom>
        </p:spPr>
        <p:txBody>
          <a:bodyPr/>
          <a:lstStyle/>
          <a:p>
            <a:pPr fontAlgn="base">
              <a:spcBef>
                <a:spcPct val="0"/>
              </a:spcBef>
              <a:spcAft>
                <a:spcPct val="0"/>
              </a:spcAft>
            </a:pPr>
            <a:fld id="{BC8D7E44-7D4F-4942-A8C9-2DF6BF8399E8}" type="slidenum">
              <a:rPr lang="en-US" sz="1200">
                <a:solidFill>
                  <a:prstClr val="black">
                    <a:tint val="75000"/>
                  </a:prstClr>
                </a:solidFill>
                <a:latin typeface="Tahoma" charset="0"/>
              </a:rPr>
              <a:pPr fontAlgn="base">
                <a:spcBef>
                  <a:spcPct val="0"/>
                </a:spcBef>
                <a:spcAft>
                  <a:spcPct val="0"/>
                </a:spcAft>
              </a:pPr>
              <a:t>‹#›</a:t>
            </a:fld>
            <a:endParaRPr lang="en-US" sz="1200" dirty="0">
              <a:solidFill>
                <a:prstClr val="black">
                  <a:tint val="75000"/>
                </a:prstClr>
              </a:solidFill>
              <a:latin typeface="Tahoma" charset="0"/>
            </a:endParaRPr>
          </a:p>
        </p:txBody>
      </p:sp>
    </p:spTree>
    <p:extLst>
      <p:ext uri="{BB962C8B-B14F-4D97-AF65-F5344CB8AC3E}">
        <p14:creationId xmlns:p14="http://schemas.microsoft.com/office/powerpoint/2010/main" val="11519812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35_Title and Content">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6933"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3" name="Content Placeholder 2"/>
          <p:cNvSpPr>
            <a:spLocks noGrp="1"/>
          </p:cNvSpPr>
          <p:nvPr>
            <p:ph idx="1" hasCustomPrompt="1"/>
          </p:nvPr>
        </p:nvSpPr>
        <p:spPr>
          <a:xfrm>
            <a:off x="406400" y="1493842"/>
            <a:ext cx="10972800" cy="4525963"/>
          </a:xfrm>
          <a:prstGeom prst="rect">
            <a:avLst/>
          </a:prstGeo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350" u="none" strike="noStrike" kern="1200" cap="none" spc="0" normalizeH="0" noProof="0" dirty="0">
              <a:ln>
                <a:noFill/>
              </a:ln>
              <a:solidFill>
                <a:srgbClr val="101141"/>
              </a:solidFill>
              <a:effectLst/>
              <a:uLnTx/>
              <a:uFillTx/>
              <a:latin typeface="Arial"/>
              <a:cs typeface="Arial"/>
            </a:endParaRPr>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4368800" y="6596394"/>
            <a:ext cx="7823200" cy="187615"/>
          </a:xfrm>
          <a:prstGeom prst="rect">
            <a:avLst/>
          </a:prstGeom>
          <a:noFill/>
        </p:spPr>
        <p:txBody>
          <a:bodyPr wrap="square" rtlCol="0">
            <a:spAutoFit/>
          </a:bodyPr>
          <a:lstStyle/>
          <a:p>
            <a:pPr algn="r" defTabSz="685800">
              <a:defRPr/>
            </a:pPr>
            <a:r>
              <a:rPr lang="en-US" sz="619" b="1" dirty="0">
                <a:solidFill>
                  <a:srgbClr val="101141"/>
                </a:solidFill>
                <a:latin typeface="Arial"/>
                <a:cs typeface="Arial"/>
              </a:rPr>
              <a:t>BITS </a:t>
            </a:r>
            <a:r>
              <a:rPr lang="en-US" sz="619" dirty="0">
                <a:solidFill>
                  <a:srgbClr val="101141"/>
                </a:solidFill>
                <a:latin typeface="Arial"/>
                <a:cs typeface="Arial"/>
              </a:rPr>
              <a:t>Pilani, Deemed to be University under Section 3 of UGC Act, 1956</a:t>
            </a:r>
          </a:p>
        </p:txBody>
      </p:sp>
      <p:grpSp>
        <p:nvGrpSpPr>
          <p:cNvPr id="12" name="Group 11"/>
          <p:cNvGrpSpPr/>
          <p:nvPr userDrawn="1"/>
        </p:nvGrpSpPr>
        <p:grpSpPr>
          <a:xfrm>
            <a:off x="2778517" y="6550676"/>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pic>
        <p:nvPicPr>
          <p:cNvPr id="16" name="Picture 15" descr="Picture 7.png"/>
          <p:cNvPicPr>
            <a:picLocks noChangeAspect="1"/>
          </p:cNvPicPr>
          <p:nvPr userDrawn="1"/>
        </p:nvPicPr>
        <p:blipFill>
          <a:blip r:embed="rId3" cstate="print"/>
          <a:srcRect l="1923" b="5336"/>
          <a:stretch>
            <a:fillRect/>
          </a:stretch>
        </p:blipFill>
        <p:spPr>
          <a:xfrm>
            <a:off x="8839204" y="-1"/>
            <a:ext cx="2924257" cy="692697"/>
          </a:xfrm>
          <a:prstGeom prst="rect">
            <a:avLst/>
          </a:prstGeom>
        </p:spPr>
      </p:pic>
      <p:grpSp>
        <p:nvGrpSpPr>
          <p:cNvPr id="19" name="Group 18"/>
          <p:cNvGrpSpPr/>
          <p:nvPr userDrawn="1"/>
        </p:nvGrpSpPr>
        <p:grpSpPr>
          <a:xfrm>
            <a:off x="2844800" y="6558117"/>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grpSp>
        <p:nvGrpSpPr>
          <p:cNvPr id="23" name="Group 22"/>
          <p:cNvGrpSpPr/>
          <p:nvPr userDrawn="1"/>
        </p:nvGrpSpPr>
        <p:grpSpPr>
          <a:xfrm>
            <a:off x="0" y="1295405"/>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sp>
        <p:nvSpPr>
          <p:cNvPr id="27" name="Content Placeholder 18"/>
          <p:cNvSpPr>
            <a:spLocks noGrp="1"/>
          </p:cNvSpPr>
          <p:nvPr>
            <p:ph sz="quarter" idx="10"/>
          </p:nvPr>
        </p:nvSpPr>
        <p:spPr>
          <a:xfrm>
            <a:off x="406400" y="152400"/>
            <a:ext cx="8432800" cy="1143000"/>
          </a:xfrm>
          <a:prstGeom prst="rect">
            <a:avLst/>
          </a:prstGeom>
        </p:spPr>
        <p:txBody>
          <a:bodyPr anchor="ctr" anchorCtr="0">
            <a:normAutofit/>
          </a:bodyPr>
          <a:lstStyle>
            <a:lvl1pPr marL="0">
              <a:lnSpc>
                <a:spcPts val="2025"/>
              </a:lnSpc>
              <a:spcBef>
                <a:spcPts val="0"/>
              </a:spcBef>
              <a:buNone/>
              <a:defRPr sz="2025" b="1" spc="-85" baseline="0">
                <a:latin typeface="Arial" pitchFamily="34" charset="0"/>
                <a:cs typeface="Arial" pitchFamily="34" charset="0"/>
              </a:defRPr>
            </a:lvl1pPr>
          </a:lstStyle>
          <a:p>
            <a:pPr lvl="0"/>
            <a:endParaRPr lang="en-US" dirty="0"/>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5994400" y="6363741"/>
            <a:ext cx="1219200" cy="9144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a:xfrm>
            <a:off x="609600" y="6377940"/>
            <a:ext cx="2804160" cy="342900"/>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a:xfrm>
            <a:off x="9811512" y="6639736"/>
            <a:ext cx="2274993" cy="182245"/>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9347200" y="6101556"/>
            <a:ext cx="2844800" cy="365125"/>
          </a:xfrm>
          <a:prstGeom prst="rect">
            <a:avLst/>
          </a:prstGeom>
        </p:spPr>
        <p:txBody>
          <a:bodyPr/>
          <a:lstStyle/>
          <a:p>
            <a:pPr fontAlgn="base">
              <a:spcBef>
                <a:spcPct val="0"/>
              </a:spcBef>
              <a:spcAft>
                <a:spcPct val="0"/>
              </a:spcAft>
            </a:pPr>
            <a:fld id="{BC8D7E44-7D4F-4942-A8C9-2DF6BF8399E8}" type="slidenum">
              <a:rPr lang="en-US" sz="1200">
                <a:solidFill>
                  <a:prstClr val="black">
                    <a:tint val="75000"/>
                  </a:prstClr>
                </a:solidFill>
                <a:latin typeface="Tahoma" charset="0"/>
              </a:rPr>
              <a:pPr fontAlgn="base">
                <a:spcBef>
                  <a:spcPct val="0"/>
                </a:spcBef>
                <a:spcAft>
                  <a:spcPct val="0"/>
                </a:spcAft>
              </a:pPr>
              <a:t>‹#›</a:t>
            </a:fld>
            <a:endParaRPr lang="en-US" sz="1200" dirty="0">
              <a:solidFill>
                <a:prstClr val="black">
                  <a:tint val="75000"/>
                </a:prstClr>
              </a:solidFill>
              <a:latin typeface="Tahoma" charset="0"/>
            </a:endParaRPr>
          </a:p>
        </p:txBody>
      </p:sp>
    </p:spTree>
    <p:extLst>
      <p:ext uri="{BB962C8B-B14F-4D97-AF65-F5344CB8AC3E}">
        <p14:creationId xmlns:p14="http://schemas.microsoft.com/office/powerpoint/2010/main" val="303511506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36_Title and Content">
    <p:spTree>
      <p:nvGrpSpPr>
        <p:cNvPr id="1" name=""/>
        <p:cNvGrpSpPr/>
        <p:nvPr/>
      </p:nvGrpSpPr>
      <p:grpSpPr>
        <a:xfrm>
          <a:off x="0" y="0"/>
          <a:ext cx="0" cy="0"/>
          <a:chOff x="0" y="0"/>
          <a:chExt cx="0" cy="0"/>
        </a:xfrm>
      </p:grpSpPr>
      <p:sp>
        <p:nvSpPr>
          <p:cNvPr id="2" name="Do not remove" hidden="1"/>
          <p:cNvSpPr/>
          <p:nvPr userDrawn="1">
            <p:custDataLst>
              <p:tags r:id="rId1"/>
            </p:custDataLst>
          </p:nvPr>
        </p:nvSpPr>
        <p:spPr>
          <a:xfrm>
            <a:off x="0" y="0"/>
            <a:ext cx="16933"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3" name="Content Placeholder 2"/>
          <p:cNvSpPr>
            <a:spLocks noGrp="1"/>
          </p:cNvSpPr>
          <p:nvPr>
            <p:ph idx="1" hasCustomPrompt="1"/>
          </p:nvPr>
        </p:nvSpPr>
        <p:spPr>
          <a:xfrm>
            <a:off x="406400" y="1493842"/>
            <a:ext cx="10972800" cy="4525963"/>
          </a:xfrm>
          <a:prstGeom prst="rect">
            <a:avLst/>
          </a:prstGeo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p>
          <a:p>
            <a:pPr marL="417910" marR="0" lvl="1" indent="-160735" algn="l" defTabSz="514350" rtl="0" eaLnBrk="1" fontAlgn="auto" latinLnBrk="0" hangingPunct="1">
              <a:lnSpc>
                <a:spcPct val="100000"/>
              </a:lnSpc>
              <a:spcBef>
                <a:spcPct val="20000"/>
              </a:spcBef>
              <a:spcAft>
                <a:spcPts val="0"/>
              </a:spcAft>
              <a:buClrTx/>
              <a:buSzTx/>
              <a:buFont typeface="Arial" pitchFamily="34" charset="0"/>
              <a:buChar char="–"/>
              <a:tabLst/>
              <a:defRPr/>
            </a:pPr>
            <a:r>
              <a:rPr lang="en-US" dirty="0"/>
              <a:t>Second level</a:t>
            </a:r>
            <a:endParaRPr kumimoji="0" lang="en-GB" sz="1350" u="none" strike="noStrike" kern="1200" cap="none" spc="0" normalizeH="0" noProof="0" dirty="0">
              <a:ln>
                <a:noFill/>
              </a:ln>
              <a:solidFill>
                <a:srgbClr val="101141"/>
              </a:solidFill>
              <a:effectLst/>
              <a:uLnTx/>
              <a:uFillTx/>
              <a:latin typeface="Arial"/>
              <a:cs typeface="Arial"/>
            </a:endParaRPr>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a:p>
            <a:pPr marL="192881" marR="0" lvl="0" indent="-192881" algn="l" defTabSz="514350" rtl="0" eaLnBrk="1" fontAlgn="auto" latinLnBrk="0" hangingPunct="1">
              <a:lnSpc>
                <a:spcPct val="100000"/>
              </a:lnSpc>
              <a:spcBef>
                <a:spcPct val="20000"/>
              </a:spcBef>
              <a:spcAft>
                <a:spcPts val="0"/>
              </a:spcAft>
              <a:buClr>
                <a:srgbClr val="101141"/>
              </a:buClr>
              <a:buSzTx/>
              <a:buFont typeface="Arial" pitchFamily="34" charset="0"/>
              <a:buChar char="•"/>
              <a:tabLst/>
              <a:defRPr/>
            </a:pPr>
            <a:r>
              <a:rPr kumimoji="0" lang="en-GB" sz="1350" u="none" strike="noStrike" kern="1200" cap="none" spc="0" normalizeH="0" baseline="0" noProof="0" dirty="0" err="1">
                <a:ln>
                  <a:noFill/>
                </a:ln>
                <a:solidFill>
                  <a:srgbClr val="101141"/>
                </a:solidFill>
                <a:effectLst/>
                <a:uLnTx/>
                <a:uFillTx/>
                <a:latin typeface="Arial"/>
                <a:cs typeface="Arial"/>
              </a:rPr>
              <a:t>Lorem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sit </a:t>
            </a:r>
            <a:r>
              <a:rPr kumimoji="0" lang="en-GB" sz="1350" u="none" strike="noStrike" kern="1200" cap="none" spc="0" normalizeH="0" noProof="0" dirty="0" err="1">
                <a:ln>
                  <a:noFill/>
                </a:ln>
                <a:solidFill>
                  <a:srgbClr val="101141"/>
                </a:solidFill>
                <a:effectLst/>
                <a:uLnTx/>
                <a:uFillTx/>
                <a:latin typeface="Arial"/>
                <a:cs typeface="Arial"/>
              </a:rPr>
              <a:t>amet</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dolor</a:t>
            </a:r>
            <a:r>
              <a:rPr kumimoji="0" lang="en-GB" sz="1350" u="none" strike="noStrike" kern="1200" cap="none" spc="0" normalizeH="0" noProof="0" dirty="0">
                <a:ln>
                  <a:noFill/>
                </a:ln>
                <a:solidFill>
                  <a:srgbClr val="101141"/>
                </a:solidFill>
                <a:effectLst/>
                <a:uLnTx/>
                <a:uFillTx/>
                <a:latin typeface="Arial"/>
                <a:cs typeface="Arial"/>
              </a:rPr>
              <a:t> </a:t>
            </a:r>
            <a:r>
              <a:rPr kumimoji="0" lang="en-GB" sz="1350" u="none" strike="noStrike" kern="1200" cap="none" spc="0" normalizeH="0" noProof="0" dirty="0" err="1">
                <a:ln>
                  <a:noFill/>
                </a:ln>
                <a:solidFill>
                  <a:srgbClr val="101141"/>
                </a:solidFill>
                <a:effectLst/>
                <a:uLnTx/>
                <a:uFillTx/>
                <a:latin typeface="Arial"/>
                <a:cs typeface="Arial"/>
              </a:rPr>
              <a:t>ipsum</a:t>
            </a:r>
            <a:r>
              <a:rPr kumimoji="0" lang="en-GB" sz="1350" u="none" strike="noStrike" kern="1200" cap="none" spc="0" normalizeH="0" noProof="0" dirty="0">
                <a:ln>
                  <a:noFill/>
                </a:ln>
                <a:solidFill>
                  <a:srgbClr val="101141"/>
                </a:solidFill>
                <a:effectLst/>
                <a:uLnTx/>
                <a:uFillTx/>
                <a:latin typeface="Arial"/>
                <a:cs typeface="Arial"/>
              </a:rPr>
              <a:t> </a:t>
            </a:r>
            <a:endParaRPr lang="en-US" dirty="0"/>
          </a:p>
        </p:txBody>
      </p:sp>
      <p:sp>
        <p:nvSpPr>
          <p:cNvPr id="7" name="TextBox 6"/>
          <p:cNvSpPr txBox="1"/>
          <p:nvPr userDrawn="1"/>
        </p:nvSpPr>
        <p:spPr>
          <a:xfrm>
            <a:off x="4368800" y="6596394"/>
            <a:ext cx="7823200" cy="187615"/>
          </a:xfrm>
          <a:prstGeom prst="rect">
            <a:avLst/>
          </a:prstGeom>
          <a:noFill/>
        </p:spPr>
        <p:txBody>
          <a:bodyPr wrap="square" rtlCol="0">
            <a:spAutoFit/>
          </a:bodyPr>
          <a:lstStyle/>
          <a:p>
            <a:pPr algn="r" defTabSz="685800">
              <a:defRPr/>
            </a:pPr>
            <a:r>
              <a:rPr lang="en-US" sz="619" b="1" dirty="0">
                <a:solidFill>
                  <a:srgbClr val="101141"/>
                </a:solidFill>
                <a:latin typeface="Arial"/>
                <a:cs typeface="Arial"/>
              </a:rPr>
              <a:t>BITS </a:t>
            </a:r>
            <a:r>
              <a:rPr lang="en-US" sz="619" dirty="0">
                <a:solidFill>
                  <a:srgbClr val="101141"/>
                </a:solidFill>
                <a:latin typeface="Arial"/>
                <a:cs typeface="Arial"/>
              </a:rPr>
              <a:t>Pilani, Deemed to be University under Section 3 of UGC Act, 1956</a:t>
            </a:r>
          </a:p>
        </p:txBody>
      </p:sp>
      <p:grpSp>
        <p:nvGrpSpPr>
          <p:cNvPr id="12" name="Group 11"/>
          <p:cNvGrpSpPr/>
          <p:nvPr userDrawn="1"/>
        </p:nvGrpSpPr>
        <p:grpSpPr>
          <a:xfrm>
            <a:off x="2778517" y="6550676"/>
            <a:ext cx="9413483"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pic>
        <p:nvPicPr>
          <p:cNvPr id="16" name="Picture 15" descr="Picture 7.png"/>
          <p:cNvPicPr>
            <a:picLocks noChangeAspect="1"/>
          </p:cNvPicPr>
          <p:nvPr userDrawn="1"/>
        </p:nvPicPr>
        <p:blipFill>
          <a:blip r:embed="rId3" cstate="print"/>
          <a:srcRect l="1923" b="5336"/>
          <a:stretch>
            <a:fillRect/>
          </a:stretch>
        </p:blipFill>
        <p:spPr>
          <a:xfrm>
            <a:off x="8839204" y="-1"/>
            <a:ext cx="2924257" cy="692697"/>
          </a:xfrm>
          <a:prstGeom prst="rect">
            <a:avLst/>
          </a:prstGeom>
        </p:spPr>
      </p:pic>
      <p:grpSp>
        <p:nvGrpSpPr>
          <p:cNvPr id="19" name="Group 18"/>
          <p:cNvGrpSpPr/>
          <p:nvPr userDrawn="1"/>
        </p:nvGrpSpPr>
        <p:grpSpPr>
          <a:xfrm>
            <a:off x="2844800" y="6558117"/>
            <a:ext cx="93472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grpSp>
        <p:nvGrpSpPr>
          <p:cNvPr id="23" name="Group 22"/>
          <p:cNvGrpSpPr/>
          <p:nvPr userDrawn="1"/>
        </p:nvGrpSpPr>
        <p:grpSpPr>
          <a:xfrm>
            <a:off x="0" y="1295405"/>
            <a:ext cx="93472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defTabSz="685800">
                <a:defRPr/>
              </a:pPr>
              <a:endParaRPr lang="en-US" sz="1013">
                <a:solidFill>
                  <a:prstClr val="white"/>
                </a:solidFill>
              </a:endParaRPr>
            </a:p>
          </p:txBody>
        </p:sp>
      </p:grpSp>
      <p:sp>
        <p:nvSpPr>
          <p:cNvPr id="27" name="Content Placeholder 18"/>
          <p:cNvSpPr>
            <a:spLocks noGrp="1"/>
          </p:cNvSpPr>
          <p:nvPr>
            <p:ph sz="quarter" idx="10"/>
          </p:nvPr>
        </p:nvSpPr>
        <p:spPr>
          <a:xfrm>
            <a:off x="406400" y="152400"/>
            <a:ext cx="8432800" cy="1143000"/>
          </a:xfrm>
          <a:prstGeom prst="rect">
            <a:avLst/>
          </a:prstGeom>
        </p:spPr>
        <p:txBody>
          <a:bodyPr anchor="ctr" anchorCtr="0">
            <a:normAutofit/>
          </a:bodyPr>
          <a:lstStyle>
            <a:lvl1pPr marL="0">
              <a:lnSpc>
                <a:spcPts val="2025"/>
              </a:lnSpc>
              <a:spcBef>
                <a:spcPts val="0"/>
              </a:spcBef>
              <a:buNone/>
              <a:defRPr sz="2025" b="1" spc="-85" baseline="0">
                <a:latin typeface="Arial" pitchFamily="34" charset="0"/>
                <a:cs typeface="Arial" pitchFamily="34" charset="0"/>
              </a:defRPr>
            </a:lvl1pPr>
          </a:lstStyle>
          <a:p>
            <a:pPr lvl="0"/>
            <a:endParaRPr lang="en-US" dirty="0"/>
          </a:p>
        </p:txBody>
      </p:sp>
      <p:sp>
        <p:nvSpPr>
          <p:cNvPr id="4" name="Content Placeholder 3">
            <a:extLst>
              <a:ext uri="{FF2B5EF4-FFF2-40B4-BE49-F238E27FC236}">
                <a16:creationId xmlns:a16="http://schemas.microsoft.com/office/drawing/2014/main" id="{6FA95B91-80DC-439F-8C70-3B1EBFBBF1F5}"/>
              </a:ext>
            </a:extLst>
          </p:cNvPr>
          <p:cNvSpPr>
            <a:spLocks noGrp="1"/>
          </p:cNvSpPr>
          <p:nvPr>
            <p:ph sz="quarter" idx="11"/>
          </p:nvPr>
        </p:nvSpPr>
        <p:spPr>
          <a:xfrm>
            <a:off x="5994400" y="6363741"/>
            <a:ext cx="1219200" cy="91440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4116052-1273-4EC0-ADD6-422E16AA4781}"/>
              </a:ext>
            </a:extLst>
          </p:cNvPr>
          <p:cNvSpPr>
            <a:spLocks noGrp="1"/>
          </p:cNvSpPr>
          <p:nvPr>
            <p:ph type="dt" sz="half" idx="12"/>
          </p:nvPr>
        </p:nvSpPr>
        <p:spPr>
          <a:xfrm>
            <a:off x="609600" y="6377940"/>
            <a:ext cx="2804160" cy="342900"/>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6" name="Footer Placeholder 5">
            <a:extLst>
              <a:ext uri="{FF2B5EF4-FFF2-40B4-BE49-F238E27FC236}">
                <a16:creationId xmlns:a16="http://schemas.microsoft.com/office/drawing/2014/main" id="{4FDE8E7A-623C-40DD-A712-BEEDA93A9756}"/>
              </a:ext>
            </a:extLst>
          </p:cNvPr>
          <p:cNvSpPr>
            <a:spLocks noGrp="1"/>
          </p:cNvSpPr>
          <p:nvPr>
            <p:ph type="ftr" sz="quarter" idx="13"/>
          </p:nvPr>
        </p:nvSpPr>
        <p:spPr>
          <a:xfrm>
            <a:off x="9811512" y="6639736"/>
            <a:ext cx="2274993" cy="182245"/>
          </a:xfrm>
          <a:prstGeom prst="rect">
            <a:avLst/>
          </a:prstGeom>
        </p:spPr>
        <p:txBody>
          <a:bodyPr/>
          <a:lstStyle/>
          <a:p>
            <a:pPr fontAlgn="base">
              <a:spcBef>
                <a:spcPct val="0"/>
              </a:spcBef>
              <a:spcAft>
                <a:spcPct val="0"/>
              </a:spcAft>
            </a:pPr>
            <a:endParaRPr lang="en-US" sz="1200">
              <a:solidFill>
                <a:prstClr val="black">
                  <a:tint val="75000"/>
                </a:prstClr>
              </a:solidFill>
              <a:latin typeface="Tahoma" charset="0"/>
            </a:endParaRPr>
          </a:p>
        </p:txBody>
      </p:sp>
      <p:sp>
        <p:nvSpPr>
          <p:cNvPr id="8" name="Slide Number Placeholder 7">
            <a:extLst>
              <a:ext uri="{FF2B5EF4-FFF2-40B4-BE49-F238E27FC236}">
                <a16:creationId xmlns:a16="http://schemas.microsoft.com/office/drawing/2014/main" id="{0CD26A9A-C7D3-441E-9815-2014756B5490}"/>
              </a:ext>
            </a:extLst>
          </p:cNvPr>
          <p:cNvSpPr>
            <a:spLocks noGrp="1"/>
          </p:cNvSpPr>
          <p:nvPr>
            <p:ph type="sldNum" sz="quarter" idx="14"/>
          </p:nvPr>
        </p:nvSpPr>
        <p:spPr>
          <a:xfrm>
            <a:off x="9347200" y="6101556"/>
            <a:ext cx="2844800" cy="365125"/>
          </a:xfrm>
          <a:prstGeom prst="rect">
            <a:avLst/>
          </a:prstGeom>
        </p:spPr>
        <p:txBody>
          <a:bodyPr/>
          <a:lstStyle/>
          <a:p>
            <a:pPr fontAlgn="base">
              <a:spcBef>
                <a:spcPct val="0"/>
              </a:spcBef>
              <a:spcAft>
                <a:spcPct val="0"/>
              </a:spcAft>
            </a:pPr>
            <a:fld id="{BC8D7E44-7D4F-4942-A8C9-2DF6BF8399E8}" type="slidenum">
              <a:rPr lang="en-US" sz="1200">
                <a:solidFill>
                  <a:prstClr val="black">
                    <a:tint val="75000"/>
                  </a:prstClr>
                </a:solidFill>
                <a:latin typeface="Tahoma" charset="0"/>
              </a:rPr>
              <a:pPr fontAlgn="base">
                <a:spcBef>
                  <a:spcPct val="0"/>
                </a:spcBef>
                <a:spcAft>
                  <a:spcPct val="0"/>
                </a:spcAft>
              </a:pPr>
              <a:t>‹#›</a:t>
            </a:fld>
            <a:endParaRPr lang="en-US" sz="1200" dirty="0">
              <a:solidFill>
                <a:prstClr val="black">
                  <a:tint val="75000"/>
                </a:prstClr>
              </a:solidFill>
              <a:latin typeface="Tahoma" charset="0"/>
            </a:endParaRPr>
          </a:p>
        </p:txBody>
      </p:sp>
    </p:spTree>
    <p:extLst>
      <p:ext uri="{BB962C8B-B14F-4D97-AF65-F5344CB8AC3E}">
        <p14:creationId xmlns:p14="http://schemas.microsoft.com/office/powerpoint/2010/main" val="315265077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fontAlgn="base">
              <a:spcBef>
                <a:spcPct val="0"/>
              </a:spcBef>
              <a:spcAft>
                <a:spcPct val="0"/>
              </a:spcAft>
              <a:defRPr/>
            </a:pPr>
            <a:r>
              <a:rPr lang="en-US" sz="1100" b="1" dirty="0">
                <a:solidFill>
                  <a:srgbClr val="101141"/>
                </a:solidFill>
                <a:cs typeface="Arial" panose="020B0604020202020204" pitchFamily="34" charset="0"/>
              </a:rPr>
              <a:t>BITS </a:t>
            </a:r>
            <a:r>
              <a:rPr lang="en-US" sz="1100" dirty="0" err="1">
                <a:solidFill>
                  <a:srgbClr val="101141"/>
                </a:solidFill>
                <a:cs typeface="Arial" panose="020B0604020202020204" pitchFamily="34" charset="0"/>
              </a:rPr>
              <a:t>Pilani</a:t>
            </a:r>
            <a:endParaRPr lang="en-US" sz="1100" dirty="0">
              <a:solidFill>
                <a:srgbClr val="101141"/>
              </a:solidFill>
              <a:cs typeface="Arial" panose="020B0604020202020204" pitchFamily="34" charset="0"/>
            </a:endParaRP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pic>
        <p:nvPicPr>
          <p:cNvPr id="9" name="Picture 11" descr="Picture 7.png"/>
          <p:cNvPicPr>
            <a:picLocks noChangeAspect="1"/>
          </p:cNvPicPr>
          <p:nvPr userDrawn="1"/>
        </p:nvPicPr>
        <p:blipFill>
          <a:blip r:embed="rId2" cstate="print"/>
          <a:srcRect l="1923" b="5336"/>
          <a:stretch>
            <a:fillRect/>
          </a:stretch>
        </p:blipFill>
        <p:spPr bwMode="auto">
          <a:xfrm>
            <a:off x="8839201" y="0"/>
            <a:ext cx="2925233" cy="692150"/>
          </a:xfrm>
          <a:prstGeom prst="rect">
            <a:avLst/>
          </a:prstGeom>
          <a:noFill/>
          <a:ln w="9525">
            <a:noFill/>
            <a:miter lim="800000"/>
            <a:headEnd/>
            <a:tailEnd/>
          </a:ln>
        </p:spPr>
      </p:pic>
      <p:grpSp>
        <p:nvGrpSpPr>
          <p:cNvPr id="10" name="Group 18"/>
          <p:cNvGrpSpPr>
            <a:grpSpLocks/>
          </p:cNvGrpSpPr>
          <p:nvPr userDrawn="1"/>
        </p:nvGrpSpPr>
        <p:grpSpPr bwMode="auto">
          <a:xfrm>
            <a:off x="2844800" y="6553200"/>
            <a:ext cx="93472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grpSp>
        <p:nvGrpSpPr>
          <p:cNvPr id="14" name="Group 22"/>
          <p:cNvGrpSpPr>
            <a:grpSpLocks/>
          </p:cNvGrpSpPr>
          <p:nvPr userDrawn="1"/>
        </p:nvGrpSpPr>
        <p:grpSpPr bwMode="auto">
          <a:xfrm>
            <a:off x="0" y="1295400"/>
            <a:ext cx="93472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solidFill>
                  <a:prstClr val="white"/>
                </a:solidFill>
              </a:endParaRPr>
            </a:p>
          </p:txBody>
        </p:sp>
      </p:grpSp>
      <p:sp>
        <p:nvSpPr>
          <p:cNvPr id="3" name="Content Placeholder 2"/>
          <p:cNvSpPr>
            <a:spLocks noGrp="1"/>
          </p:cNvSpPr>
          <p:nvPr>
            <p:ph idx="1"/>
          </p:nvPr>
        </p:nvSpPr>
        <p:spPr>
          <a:xfrm>
            <a:off x="406400" y="1600201"/>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0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000">
                <a:latin typeface="Cambria" panose="02040503050406030204" pitchFamily="18" charset="0"/>
                <a:ea typeface="Cambria" panose="02040503050406030204" pitchFamily="18" charset="0"/>
                <a:cs typeface="Times New Roman" panose="02020603050405020304" pitchFamily="18" charset="0"/>
              </a:defRPr>
            </a:lvl2pPr>
            <a:lvl3pPr>
              <a:defRPr sz="2000">
                <a:latin typeface="Cambria" panose="02040503050406030204" pitchFamily="18" charset="0"/>
                <a:ea typeface="Cambria" panose="02040503050406030204" pitchFamily="18" charset="0"/>
                <a:cs typeface="Times New Roman" panose="02020603050405020304" pitchFamily="18" charset="0"/>
              </a:defRPr>
            </a:lvl3pPr>
            <a:lvl4pPr>
              <a:defRPr sz="2000">
                <a:latin typeface="Cambria" panose="02040503050406030204" pitchFamily="18" charset="0"/>
                <a:ea typeface="Cambria" panose="02040503050406030204" pitchFamily="18" charset="0"/>
                <a:cs typeface="Times New Roman" panose="02020603050405020304" pitchFamily="18" charset="0"/>
              </a:defRPr>
            </a:lvl4pPr>
            <a:lvl5pPr>
              <a:defRPr sz="2000">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chemeClr val="accent2"/>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dirty="0"/>
              <a:t>Click to edit Master text styles</a:t>
            </a:r>
          </a:p>
        </p:txBody>
      </p:sp>
      <p:sp>
        <p:nvSpPr>
          <p:cNvPr id="2" name="Date Placeholder 1"/>
          <p:cNvSpPr>
            <a:spLocks noGrp="1"/>
          </p:cNvSpPr>
          <p:nvPr>
            <p:ph type="dt" sz="half" idx="11"/>
          </p:nvPr>
        </p:nvSpPr>
        <p:spPr>
          <a:xfrm>
            <a:off x="609600" y="6356351"/>
            <a:ext cx="2844800" cy="365125"/>
          </a:xfrm>
          <a:prstGeom prst="rect">
            <a:avLst/>
          </a:prstGeom>
        </p:spPr>
        <p:txBody>
          <a:bodyPr/>
          <a:lstStyle/>
          <a:p>
            <a:pPr fontAlgn="base">
              <a:spcBef>
                <a:spcPct val="0"/>
              </a:spcBef>
              <a:spcAft>
                <a:spcPct val="0"/>
              </a:spcAft>
              <a:defRPr/>
            </a:pPr>
            <a:endParaRPr lang="en-US" sz="1600">
              <a:solidFill>
                <a:prstClr val="black">
                  <a:tint val="75000"/>
                </a:prstClr>
              </a:solidFill>
              <a:latin typeface="Tahoma" charset="0"/>
            </a:endParaRPr>
          </a:p>
        </p:txBody>
      </p:sp>
      <p:sp>
        <p:nvSpPr>
          <p:cNvPr id="18" name="Footer Placeholder 17"/>
          <p:cNvSpPr>
            <a:spLocks noGrp="1"/>
          </p:cNvSpPr>
          <p:nvPr>
            <p:ph type="ftr" sz="quarter" idx="12"/>
          </p:nvPr>
        </p:nvSpPr>
        <p:spPr>
          <a:xfrm>
            <a:off x="4165600" y="6356351"/>
            <a:ext cx="3860800" cy="365125"/>
          </a:xfrm>
          <a:prstGeom prst="rect">
            <a:avLst/>
          </a:prstGeom>
        </p:spPr>
        <p:txBody>
          <a:bodyPr/>
          <a:lstStyle/>
          <a:p>
            <a:pPr fontAlgn="base">
              <a:spcBef>
                <a:spcPct val="0"/>
              </a:spcBef>
              <a:spcAft>
                <a:spcPct val="0"/>
              </a:spcAft>
              <a:defRPr/>
            </a:pPr>
            <a:endParaRPr lang="en-US" sz="1600" dirty="0">
              <a:solidFill>
                <a:prstClr val="black">
                  <a:tint val="75000"/>
                </a:prstClr>
              </a:solidFill>
              <a:latin typeface="Tahoma" charset="0"/>
            </a:endParaRPr>
          </a:p>
        </p:txBody>
      </p:sp>
      <p:sp>
        <p:nvSpPr>
          <p:cNvPr id="19" name="Slide Number Placeholder 18"/>
          <p:cNvSpPr>
            <a:spLocks noGrp="1"/>
          </p:cNvSpPr>
          <p:nvPr>
            <p:ph type="sldNum" sz="quarter" idx="13"/>
          </p:nvPr>
        </p:nvSpPr>
        <p:spPr>
          <a:xfrm>
            <a:off x="4114800" y="6424613"/>
            <a:ext cx="2844800" cy="365125"/>
          </a:xfrm>
          <a:prstGeom prst="rect">
            <a:avLst/>
          </a:prstGeom>
        </p:spPr>
        <p:txBody>
          <a:bodyPr/>
          <a:lstStyle>
            <a:lvl1pPr>
              <a:defRPr>
                <a:solidFill>
                  <a:srgbClr val="C00000"/>
                </a:solidFill>
              </a:defRPr>
            </a:lvl1pPr>
          </a:lstStyle>
          <a:p>
            <a:pPr fontAlgn="base">
              <a:spcBef>
                <a:spcPct val="0"/>
              </a:spcBef>
              <a:spcAft>
                <a:spcPct val="0"/>
              </a:spcAft>
            </a:pPr>
            <a:fld id="{DB1C2494-8932-4549-9EEA-B787E7A0F253}" type="slidenum">
              <a:rPr lang="en-US" sz="1600" smtClean="0">
                <a:latin typeface="Tahoma" charset="0"/>
              </a:rPr>
              <a:pPr fontAlgn="base">
                <a:spcBef>
                  <a:spcPct val="0"/>
                </a:spcBef>
                <a:spcAft>
                  <a:spcPct val="0"/>
                </a:spcAft>
              </a:pPr>
              <a:t>‹#›</a:t>
            </a:fld>
            <a:endParaRPr lang="en-US" sz="1600" dirty="0">
              <a:latin typeface="Tahoma" charset="0"/>
            </a:endParaRPr>
          </a:p>
        </p:txBody>
      </p:sp>
    </p:spTree>
    <p:extLst>
      <p:ext uri="{BB962C8B-B14F-4D97-AF65-F5344CB8AC3E}">
        <p14:creationId xmlns:p14="http://schemas.microsoft.com/office/powerpoint/2010/main" val="365423219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38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30826897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40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250462941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97309401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213912498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9272394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8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216543551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47395927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20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347291532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22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8"/>
            <a:ext cx="10972800" cy="4525963"/>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1600">
                <a:latin typeface="Cambria" panose="02040503050406030204" pitchFamily="18" charset="0"/>
                <a:ea typeface="Cambria" panose="02040503050406030204" pitchFamily="18" charset="0"/>
                <a:cs typeface="Times New Roman" panose="02020603050405020304" pitchFamily="18" charset="0"/>
              </a:defRPr>
            </a:lvl2pPr>
            <a:lvl3pPr>
              <a:defRPr>
                <a:latin typeface="Cambria" panose="02040503050406030204" pitchFamily="18" charset="0"/>
                <a:ea typeface="Cambria" panose="02040503050406030204" pitchFamily="18" charset="0"/>
                <a:cs typeface="Times New Roman" panose="02020603050405020304" pitchFamily="18" charset="0"/>
              </a:defRPr>
            </a:lvl3pPr>
            <a:lvl4pPr>
              <a:defRPr>
                <a:latin typeface="Cambria" panose="02040503050406030204" pitchFamily="18" charset="0"/>
                <a:ea typeface="Cambria" panose="02040503050406030204" pitchFamily="18" charset="0"/>
                <a:cs typeface="Times New Roman" panose="02020603050405020304" pitchFamily="18" charset="0"/>
              </a:defRPr>
            </a:lvl4pPr>
            <a:lvl5pPr>
              <a:defRPr>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1" spc="-150" baseline="0">
                <a:solidFill>
                  <a:srgbClr val="C00000"/>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a:t>Click to edit Master text styles</a:t>
            </a:r>
          </a:p>
        </p:txBody>
      </p:sp>
    </p:spTree>
    <p:extLst>
      <p:ext uri="{BB962C8B-B14F-4D97-AF65-F5344CB8AC3E}">
        <p14:creationId xmlns:p14="http://schemas.microsoft.com/office/powerpoint/2010/main" val="109153361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23_Title and Content">
    <p:spTree>
      <p:nvGrpSpPr>
        <p:cNvPr id="1" name=""/>
        <p:cNvGrpSpPr/>
        <p:nvPr/>
      </p:nvGrpSpPr>
      <p:grpSpPr>
        <a:xfrm>
          <a:off x="0" y="0"/>
          <a:ext cx="0" cy="0"/>
          <a:chOff x="0" y="0"/>
          <a:chExt cx="0" cy="0"/>
        </a:xfrm>
      </p:grpSpPr>
      <p:sp>
        <p:nvSpPr>
          <p:cNvPr id="4" name="TextBox 3"/>
          <p:cNvSpPr txBox="1">
            <a:spLocks noChangeArrowheads="1"/>
          </p:cNvSpPr>
          <p:nvPr userDrawn="1"/>
        </p:nvSpPr>
        <p:spPr bwMode="auto">
          <a:xfrm>
            <a:off x="4368800" y="6596064"/>
            <a:ext cx="7823200"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r" fontAlgn="base">
              <a:spcBef>
                <a:spcPct val="0"/>
              </a:spcBef>
              <a:spcAft>
                <a:spcPct val="0"/>
              </a:spcAft>
              <a:defRPr/>
            </a:pPr>
            <a:r>
              <a:rPr lang="en-US" altLang="en-US" sz="1100" b="1">
                <a:solidFill>
                  <a:srgbClr val="101141"/>
                </a:solidFill>
              </a:rPr>
              <a:t>BITS </a:t>
            </a:r>
            <a:r>
              <a:rPr lang="en-US" altLang="en-US" sz="1100">
                <a:solidFill>
                  <a:srgbClr val="101141"/>
                </a:solidFill>
              </a:rPr>
              <a:t>Pilani, Pilani Campus</a:t>
            </a:r>
          </a:p>
        </p:txBody>
      </p:sp>
      <p:grpSp>
        <p:nvGrpSpPr>
          <p:cNvPr id="5" name="Group 11"/>
          <p:cNvGrpSpPr>
            <a:grpSpLocks/>
          </p:cNvGrpSpPr>
          <p:nvPr userDrawn="1"/>
        </p:nvGrpSpPr>
        <p:grpSpPr bwMode="auto">
          <a:xfrm>
            <a:off x="2779184" y="6550026"/>
            <a:ext cx="9412816"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9" name="Group 18"/>
          <p:cNvGrpSpPr>
            <a:grpSpLocks/>
          </p:cNvGrpSpPr>
          <p:nvPr userDrawn="1"/>
        </p:nvGrpSpPr>
        <p:grpSpPr bwMode="auto">
          <a:xfrm>
            <a:off x="2844800" y="6553200"/>
            <a:ext cx="9347200" cy="46038"/>
            <a:chOff x="1905000" y="6553200"/>
            <a:chExt cx="7010400" cy="45719"/>
          </a:xfrm>
        </p:grpSpPr>
        <p:sp>
          <p:nvSpPr>
            <p:cNvPr id="10" name="Rectangle 9"/>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1" name="Rectangle 1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2" name="Rectangle 11"/>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grpSp>
        <p:nvGrpSpPr>
          <p:cNvPr id="13" name="Group 22"/>
          <p:cNvGrpSpPr>
            <a:grpSpLocks/>
          </p:cNvGrpSpPr>
          <p:nvPr userDrawn="1"/>
        </p:nvGrpSpPr>
        <p:grpSpPr bwMode="auto">
          <a:xfrm>
            <a:off x="0" y="1295400"/>
            <a:ext cx="9347200" cy="46038"/>
            <a:chOff x="1905000" y="6553200"/>
            <a:chExt cx="7010400" cy="45719"/>
          </a:xfrm>
        </p:grpSpPr>
        <p:sp>
          <p:nvSpPr>
            <p:cNvPr id="14" name="Rectangle 13"/>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5" name="Rectangle 1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sp>
          <p:nvSpPr>
            <p:cNvPr id="16" name="Rectangle 15"/>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600">
                <a:solidFill>
                  <a:prstClr val="white"/>
                </a:solidFill>
              </a:endParaRPr>
            </a:p>
          </p:txBody>
        </p:sp>
      </p:grpSp>
      <p:sp>
        <p:nvSpPr>
          <p:cNvPr id="3" name="Content Placeholder 2"/>
          <p:cNvSpPr>
            <a:spLocks noGrp="1"/>
          </p:cNvSpPr>
          <p:nvPr>
            <p:ph idx="1"/>
          </p:nvPr>
        </p:nvSpPr>
        <p:spPr>
          <a:xfrm>
            <a:off x="406400" y="1493837"/>
            <a:ext cx="10972800" cy="1920526"/>
          </a:xfrm>
          <a:prstGeom prst="rect">
            <a:avLst/>
          </a:prstGeom>
        </p:spPr>
        <p:txBody>
          <a:bodyPr/>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itchFamily="34" charset="0"/>
              <a:buNone/>
              <a:tabLst/>
              <a:defRPr sz="2400">
                <a:latin typeface="Cambria" panose="02040503050406030204" pitchFamily="18" charset="0"/>
                <a:ea typeface="Cambria" panose="02040503050406030204" pitchFamily="18" charset="0"/>
                <a:cs typeface="Times New Roman" panose="02020603050405020304" pitchFamily="18" charset="0"/>
              </a:defRPr>
            </a:lvl1pPr>
            <a:lvl2pPr marL="742950" marR="0" indent="-285750" algn="l" defTabSz="914400" rtl="0" eaLnBrk="1" fontAlgn="auto" latinLnBrk="0" hangingPunct="1">
              <a:lnSpc>
                <a:spcPct val="100000"/>
              </a:lnSpc>
              <a:spcBef>
                <a:spcPct val="20000"/>
              </a:spcBef>
              <a:spcAft>
                <a:spcPts val="0"/>
              </a:spcAft>
              <a:buClrTx/>
              <a:buSzTx/>
              <a:buFont typeface="Arial" pitchFamily="34" charset="0"/>
              <a:buChar char="–"/>
              <a:tabLst/>
              <a:defRPr sz="2400">
                <a:latin typeface="Cambria" panose="02040503050406030204" pitchFamily="18" charset="0"/>
                <a:ea typeface="Cambria" panose="02040503050406030204" pitchFamily="18" charset="0"/>
                <a:cs typeface="Times New Roman" panose="02020603050405020304" pitchFamily="18" charset="0"/>
              </a:defRPr>
            </a:lvl2pPr>
            <a:lvl3pPr>
              <a:defRPr sz="2400">
                <a:latin typeface="Cambria" panose="02040503050406030204" pitchFamily="18" charset="0"/>
                <a:ea typeface="Cambria" panose="02040503050406030204" pitchFamily="18" charset="0"/>
                <a:cs typeface="Times New Roman" panose="02020603050405020304" pitchFamily="18" charset="0"/>
              </a:defRPr>
            </a:lvl3pPr>
            <a:lvl4pPr>
              <a:defRPr sz="2400">
                <a:latin typeface="Cambria" panose="02040503050406030204" pitchFamily="18" charset="0"/>
                <a:ea typeface="Cambria" panose="02040503050406030204" pitchFamily="18" charset="0"/>
                <a:cs typeface="Times New Roman" panose="02020603050405020304" pitchFamily="18" charset="0"/>
              </a:defRPr>
            </a:lvl4pPr>
            <a:lvl5pPr>
              <a:defRPr sz="2400">
                <a:latin typeface="Cambria" panose="02040503050406030204" pitchFamily="18" charset="0"/>
                <a:ea typeface="Cambria" panose="02040503050406030204" pitchFamily="18" charset="0"/>
                <a:cs typeface="Times New Roman" panose="02020603050405020304" pitchFamily="18" charset="0"/>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US" dirty="0"/>
          </a:p>
        </p:txBody>
      </p:sp>
      <p:sp>
        <p:nvSpPr>
          <p:cNvPr id="27" name="Content Placeholder 18"/>
          <p:cNvSpPr>
            <a:spLocks noGrp="1"/>
          </p:cNvSpPr>
          <p:nvPr>
            <p:ph sz="quarter" idx="10"/>
          </p:nvPr>
        </p:nvSpPr>
        <p:spPr>
          <a:xfrm>
            <a:off x="406400" y="152400"/>
            <a:ext cx="8432800" cy="1143000"/>
          </a:xfrm>
          <a:prstGeom prst="rect">
            <a:avLst/>
          </a:prstGeom>
        </p:spPr>
        <p:txBody>
          <a:bodyPr anchor="ctr">
            <a:normAutofit/>
          </a:bodyPr>
          <a:lstStyle>
            <a:lvl1pPr marL="0">
              <a:lnSpc>
                <a:spcPts val="3600"/>
              </a:lnSpc>
              <a:spcBef>
                <a:spcPts val="0"/>
              </a:spcBef>
              <a:buNone/>
              <a:defRPr sz="3600" b="0" spc="-150" baseline="0">
                <a:solidFill>
                  <a:schemeClr val="tx1"/>
                </a:solidFill>
                <a:latin typeface="Cambria" panose="02040503050406030204" pitchFamily="18" charset="0"/>
                <a:ea typeface="Cambria" panose="02040503050406030204" pitchFamily="18" charset="0"/>
                <a:cs typeface="Times New Roman" panose="02020603050405020304" pitchFamily="18" charset="0"/>
              </a:defRPr>
            </a:lvl1pPr>
          </a:lstStyle>
          <a:p>
            <a:pPr lvl="0"/>
            <a:r>
              <a:rPr lang="en-US" dirty="0"/>
              <a:t>Click to edit Master text styles</a:t>
            </a:r>
          </a:p>
        </p:txBody>
      </p:sp>
    </p:spTree>
    <p:extLst>
      <p:ext uri="{BB962C8B-B14F-4D97-AF65-F5344CB8AC3E}">
        <p14:creationId xmlns:p14="http://schemas.microsoft.com/office/powerpoint/2010/main" val="323072638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8"/>
        <p:cNvGrpSpPr/>
        <p:nvPr/>
      </p:nvGrpSpPr>
      <p:grpSpPr>
        <a:xfrm>
          <a:off x="0" y="0"/>
          <a:ext cx="0" cy="0"/>
          <a:chOff x="0" y="0"/>
          <a:chExt cx="0" cy="0"/>
        </a:xfrm>
      </p:grpSpPr>
      <p:sp>
        <p:nvSpPr>
          <p:cNvPr id="19" name="Google Shape;19;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Font typeface="Montserrat"/>
              <a:buNone/>
              <a:defRPr>
                <a:latin typeface="Montserrat"/>
                <a:ea typeface="Montserrat"/>
                <a:cs typeface="Montserrat"/>
                <a:sym typeface="Montserrat"/>
              </a:defRPr>
            </a:lvl1pPr>
            <a:lvl2pPr lvl="1">
              <a:spcBef>
                <a:spcPts val="0"/>
              </a:spcBef>
              <a:spcAft>
                <a:spcPts val="0"/>
              </a:spcAft>
              <a:buSzPts val="2800"/>
              <a:buFont typeface="Montserrat"/>
              <a:buNone/>
              <a:defRPr>
                <a:latin typeface="Montserrat"/>
                <a:ea typeface="Montserrat"/>
                <a:cs typeface="Montserrat"/>
                <a:sym typeface="Montserrat"/>
              </a:defRPr>
            </a:lvl2pPr>
            <a:lvl3pPr lvl="2">
              <a:spcBef>
                <a:spcPts val="0"/>
              </a:spcBef>
              <a:spcAft>
                <a:spcPts val="0"/>
              </a:spcAft>
              <a:buSzPts val="2800"/>
              <a:buFont typeface="Montserrat"/>
              <a:buNone/>
              <a:defRPr>
                <a:latin typeface="Montserrat"/>
                <a:ea typeface="Montserrat"/>
                <a:cs typeface="Montserrat"/>
                <a:sym typeface="Montserrat"/>
              </a:defRPr>
            </a:lvl3pPr>
            <a:lvl4pPr lvl="3">
              <a:spcBef>
                <a:spcPts val="0"/>
              </a:spcBef>
              <a:spcAft>
                <a:spcPts val="0"/>
              </a:spcAft>
              <a:buSzPts val="2800"/>
              <a:buFont typeface="Montserrat"/>
              <a:buNone/>
              <a:defRPr>
                <a:latin typeface="Montserrat"/>
                <a:ea typeface="Montserrat"/>
                <a:cs typeface="Montserrat"/>
                <a:sym typeface="Montserrat"/>
              </a:defRPr>
            </a:lvl4pPr>
            <a:lvl5pPr lvl="4">
              <a:spcBef>
                <a:spcPts val="0"/>
              </a:spcBef>
              <a:spcAft>
                <a:spcPts val="0"/>
              </a:spcAft>
              <a:buSzPts val="2800"/>
              <a:buFont typeface="Montserrat"/>
              <a:buNone/>
              <a:defRPr>
                <a:latin typeface="Montserrat"/>
                <a:ea typeface="Montserrat"/>
                <a:cs typeface="Montserrat"/>
                <a:sym typeface="Montserrat"/>
              </a:defRPr>
            </a:lvl5pPr>
            <a:lvl6pPr lvl="5">
              <a:spcBef>
                <a:spcPts val="0"/>
              </a:spcBef>
              <a:spcAft>
                <a:spcPts val="0"/>
              </a:spcAft>
              <a:buSzPts val="2800"/>
              <a:buFont typeface="Montserrat"/>
              <a:buNone/>
              <a:defRPr>
                <a:latin typeface="Montserrat"/>
                <a:ea typeface="Montserrat"/>
                <a:cs typeface="Montserrat"/>
                <a:sym typeface="Montserrat"/>
              </a:defRPr>
            </a:lvl6pPr>
            <a:lvl7pPr lvl="6">
              <a:spcBef>
                <a:spcPts val="0"/>
              </a:spcBef>
              <a:spcAft>
                <a:spcPts val="0"/>
              </a:spcAft>
              <a:buSzPts val="2800"/>
              <a:buFont typeface="Montserrat"/>
              <a:buNone/>
              <a:defRPr>
                <a:latin typeface="Montserrat"/>
                <a:ea typeface="Montserrat"/>
                <a:cs typeface="Montserrat"/>
                <a:sym typeface="Montserrat"/>
              </a:defRPr>
            </a:lvl7pPr>
            <a:lvl8pPr lvl="7">
              <a:spcBef>
                <a:spcPts val="0"/>
              </a:spcBef>
              <a:spcAft>
                <a:spcPts val="0"/>
              </a:spcAft>
              <a:buSzPts val="2800"/>
              <a:buFont typeface="Montserrat"/>
              <a:buNone/>
              <a:defRPr>
                <a:latin typeface="Montserrat"/>
                <a:ea typeface="Montserrat"/>
                <a:cs typeface="Montserrat"/>
                <a:sym typeface="Montserrat"/>
              </a:defRPr>
            </a:lvl8pPr>
            <a:lvl9pPr lvl="8">
              <a:spcBef>
                <a:spcPts val="0"/>
              </a:spcBef>
              <a:spcAft>
                <a:spcPts val="0"/>
              </a:spcAft>
              <a:buSzPts val="2800"/>
              <a:buFont typeface="Montserrat"/>
              <a:buNone/>
              <a:defRPr>
                <a:latin typeface="Montserrat"/>
                <a:ea typeface="Montserrat"/>
                <a:cs typeface="Montserrat"/>
                <a:sym typeface="Montserrat"/>
              </a:defRPr>
            </a:lvl9pPr>
          </a:lstStyle>
          <a:p>
            <a:endParaRPr/>
          </a:p>
        </p:txBody>
      </p:sp>
      <p:sp>
        <p:nvSpPr>
          <p:cNvPr id="20" name="Google Shape;20;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Font typeface="Montserrat"/>
              <a:buChar char="●"/>
              <a:defRPr>
                <a:latin typeface="Montserrat"/>
                <a:ea typeface="Montserrat"/>
                <a:cs typeface="Montserrat"/>
                <a:sym typeface="Montserrat"/>
              </a:defRPr>
            </a:lvl1pPr>
            <a:lvl2pPr marL="914400" lvl="1" indent="-317500">
              <a:spcBef>
                <a:spcPts val="0"/>
              </a:spcBef>
              <a:spcAft>
                <a:spcPts val="0"/>
              </a:spcAft>
              <a:buSzPts val="1400"/>
              <a:buFont typeface="Montserrat"/>
              <a:buChar char="○"/>
              <a:defRPr>
                <a:latin typeface="Montserrat"/>
                <a:ea typeface="Montserrat"/>
                <a:cs typeface="Montserrat"/>
                <a:sym typeface="Montserrat"/>
              </a:defRPr>
            </a:lvl2pPr>
            <a:lvl3pPr marL="1371600" lvl="2" indent="-317500">
              <a:spcBef>
                <a:spcPts val="0"/>
              </a:spcBef>
              <a:spcAft>
                <a:spcPts val="0"/>
              </a:spcAft>
              <a:buSzPts val="1400"/>
              <a:buFont typeface="Montserrat"/>
              <a:buChar char="■"/>
              <a:defRPr>
                <a:latin typeface="Montserrat"/>
                <a:ea typeface="Montserrat"/>
                <a:cs typeface="Montserrat"/>
                <a:sym typeface="Montserrat"/>
              </a:defRPr>
            </a:lvl3pPr>
            <a:lvl4pPr marL="1828800" lvl="3" indent="-317500">
              <a:spcBef>
                <a:spcPts val="0"/>
              </a:spcBef>
              <a:spcAft>
                <a:spcPts val="0"/>
              </a:spcAft>
              <a:buSzPts val="1400"/>
              <a:buFont typeface="Montserrat"/>
              <a:buChar char="●"/>
              <a:defRPr>
                <a:latin typeface="Montserrat"/>
                <a:ea typeface="Montserrat"/>
                <a:cs typeface="Montserrat"/>
                <a:sym typeface="Montserrat"/>
              </a:defRPr>
            </a:lvl4pPr>
            <a:lvl5pPr marL="2286000" lvl="4" indent="-317500">
              <a:spcBef>
                <a:spcPts val="0"/>
              </a:spcBef>
              <a:spcAft>
                <a:spcPts val="0"/>
              </a:spcAft>
              <a:buSzPts val="1400"/>
              <a:buFont typeface="Montserrat"/>
              <a:buChar char="○"/>
              <a:defRPr>
                <a:latin typeface="Montserrat"/>
                <a:ea typeface="Montserrat"/>
                <a:cs typeface="Montserrat"/>
                <a:sym typeface="Montserrat"/>
              </a:defRPr>
            </a:lvl5pPr>
            <a:lvl6pPr marL="2743200" lvl="5" indent="-317500">
              <a:spcBef>
                <a:spcPts val="0"/>
              </a:spcBef>
              <a:spcAft>
                <a:spcPts val="0"/>
              </a:spcAft>
              <a:buSzPts val="1400"/>
              <a:buFont typeface="Montserrat"/>
              <a:buChar char="■"/>
              <a:defRPr>
                <a:latin typeface="Montserrat"/>
                <a:ea typeface="Montserrat"/>
                <a:cs typeface="Montserrat"/>
                <a:sym typeface="Montserrat"/>
              </a:defRPr>
            </a:lvl6pPr>
            <a:lvl7pPr marL="3200400" lvl="6" indent="-317500">
              <a:spcBef>
                <a:spcPts val="0"/>
              </a:spcBef>
              <a:spcAft>
                <a:spcPts val="0"/>
              </a:spcAft>
              <a:buSzPts val="1400"/>
              <a:buFont typeface="Montserrat"/>
              <a:buChar char="●"/>
              <a:defRPr>
                <a:latin typeface="Montserrat"/>
                <a:ea typeface="Montserrat"/>
                <a:cs typeface="Montserrat"/>
                <a:sym typeface="Montserrat"/>
              </a:defRPr>
            </a:lvl7pPr>
            <a:lvl8pPr marL="3657600" lvl="7" indent="-317500">
              <a:spcBef>
                <a:spcPts val="0"/>
              </a:spcBef>
              <a:spcAft>
                <a:spcPts val="0"/>
              </a:spcAft>
              <a:buSzPts val="1400"/>
              <a:buFont typeface="Montserrat"/>
              <a:buChar char="○"/>
              <a:defRPr>
                <a:latin typeface="Montserrat"/>
                <a:ea typeface="Montserrat"/>
                <a:cs typeface="Montserrat"/>
                <a:sym typeface="Montserrat"/>
              </a:defRPr>
            </a:lvl8pPr>
            <a:lvl9pPr marL="4114800" lvl="8" indent="-317500">
              <a:spcBef>
                <a:spcPts val="0"/>
              </a:spcBef>
              <a:spcAft>
                <a:spcPts val="0"/>
              </a:spcAft>
              <a:buSzPts val="1400"/>
              <a:buFont typeface="Montserrat"/>
              <a:buChar char="■"/>
              <a:defRPr>
                <a:latin typeface="Montserrat"/>
                <a:ea typeface="Montserrat"/>
                <a:cs typeface="Montserrat"/>
                <a:sym typeface="Montserrat"/>
              </a:defRPr>
            </a:lvl9pPr>
          </a:lstStyle>
          <a:p>
            <a:endParaRPr/>
          </a:p>
        </p:txBody>
      </p:sp>
      <p:sp>
        <p:nvSpPr>
          <p:cNvPr id="21" name="Google Shape;21;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 kern="0" smtClean="0">
                <a:solidFill>
                  <a:sysClr val="windowText" lastClr="000000"/>
                </a:solidFill>
              </a:rPr>
              <a:pPr algn="r"/>
              <a:t>‹#›</a:t>
            </a:fld>
            <a:endParaRPr lang="en" kern="0">
              <a:solidFill>
                <a:sysClr val="windowText" lastClr="000000"/>
              </a:solidFill>
            </a:endParaRPr>
          </a:p>
        </p:txBody>
      </p:sp>
      <p:pic>
        <p:nvPicPr>
          <p:cNvPr id="22" name="Google Shape;22;p4"/>
          <p:cNvPicPr preferRelativeResize="0"/>
          <p:nvPr/>
        </p:nvPicPr>
        <p:blipFill rotWithShape="1">
          <a:blip r:embed="rId2">
            <a:alphaModFix amt="24000"/>
          </a:blip>
          <a:srcRect b="93593"/>
          <a:stretch/>
        </p:blipFill>
        <p:spPr>
          <a:xfrm>
            <a:off x="2" y="6594465"/>
            <a:ext cx="12192004" cy="263533"/>
          </a:xfrm>
          <a:prstGeom prst="rect">
            <a:avLst/>
          </a:prstGeom>
          <a:noFill/>
          <a:ln>
            <a:noFill/>
          </a:ln>
        </p:spPr>
      </p:pic>
    </p:spTree>
    <p:extLst>
      <p:ext uri="{BB962C8B-B14F-4D97-AF65-F5344CB8AC3E}">
        <p14:creationId xmlns:p14="http://schemas.microsoft.com/office/powerpoint/2010/main" val="427887607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0" i="0">
                <a:solidFill>
                  <a:srgbClr val="8B1216"/>
                </a:solidFill>
                <a:latin typeface="Arial MT"/>
                <a:cs typeface="Arial MT"/>
              </a:defRPr>
            </a:lvl1pPr>
          </a:lstStyle>
          <a:p>
            <a:endParaRPr/>
          </a:p>
        </p:txBody>
      </p:sp>
      <p:sp>
        <p:nvSpPr>
          <p:cNvPr id="3" name="Holder 3"/>
          <p:cNvSpPr>
            <a:spLocks noGrp="1"/>
          </p:cNvSpPr>
          <p:nvPr>
            <p:ph type="body" idx="1"/>
          </p:nvPr>
        </p:nvSpPr>
        <p:spPr/>
        <p:txBody>
          <a:bodyPr lIns="0" tIns="0" rIns="0" bIns="0"/>
          <a:lstStyle>
            <a:lvl1pPr>
              <a:defRPr sz="2400" b="1" i="0">
                <a:solidFill>
                  <a:srgbClr val="6FAC46"/>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5/29/2026</a:t>
            </a:fld>
            <a:endParaRPr lang="en-US"/>
          </a:p>
        </p:txBody>
      </p:sp>
      <p:sp>
        <p:nvSpPr>
          <p:cNvPr id="6" name="Holder 6"/>
          <p:cNvSpPr>
            <a:spLocks noGrp="1"/>
          </p:cNvSpPr>
          <p:nvPr>
            <p:ph type="sldNum" sz="quarter" idx="7"/>
          </p:nvPr>
        </p:nvSpPr>
        <p:spPr/>
        <p:txBody>
          <a:bodyPr lIns="0" tIns="0" rIns="0" bIns="0"/>
          <a:lstStyle>
            <a:lvl1pPr>
              <a:defRPr sz="1400" b="0" i="0">
                <a:solidFill>
                  <a:schemeClr val="tx1"/>
                </a:solidFill>
                <a:latin typeface="Arial MT"/>
                <a:cs typeface="Arial MT"/>
              </a:defRPr>
            </a:lvl1pPr>
          </a:lstStyle>
          <a:p>
            <a:pPr marL="136525">
              <a:lnSpc>
                <a:spcPts val="1670"/>
              </a:lnSpc>
            </a:pPr>
            <a:fld id="{81D60167-4931-47E6-BA6A-407CBD079E47}" type="slidenum">
              <a:rPr spc="-50" dirty="0"/>
              <a:t>‹#›</a:t>
            </a:fld>
            <a:endParaRPr spc="-50" dirty="0"/>
          </a:p>
        </p:txBody>
      </p:sp>
    </p:spTree>
    <p:extLst>
      <p:ext uri="{BB962C8B-B14F-4D97-AF65-F5344CB8AC3E}">
        <p14:creationId xmlns:p14="http://schemas.microsoft.com/office/powerpoint/2010/main" val="265263228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269948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6.xml"/><Relationship Id="rId18" Type="http://schemas.openxmlformats.org/officeDocument/2006/relationships/slideLayout" Target="../slideLayouts/slideLayout31.xml"/><Relationship Id="rId26" Type="http://schemas.openxmlformats.org/officeDocument/2006/relationships/slideLayout" Target="../slideLayouts/slideLayout39.xml"/><Relationship Id="rId39" Type="http://schemas.openxmlformats.org/officeDocument/2006/relationships/slideLayout" Target="../slideLayouts/slideLayout52.xml"/><Relationship Id="rId21" Type="http://schemas.openxmlformats.org/officeDocument/2006/relationships/slideLayout" Target="../slideLayouts/slideLayout34.xml"/><Relationship Id="rId34" Type="http://schemas.openxmlformats.org/officeDocument/2006/relationships/slideLayout" Target="../slideLayouts/slideLayout47.xml"/><Relationship Id="rId42" Type="http://schemas.openxmlformats.org/officeDocument/2006/relationships/slideLayout" Target="../slideLayouts/slideLayout55.xml"/><Relationship Id="rId7" Type="http://schemas.openxmlformats.org/officeDocument/2006/relationships/slideLayout" Target="../slideLayouts/slideLayout20.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20" Type="http://schemas.openxmlformats.org/officeDocument/2006/relationships/slideLayout" Target="../slideLayouts/slideLayout33.xml"/><Relationship Id="rId29" Type="http://schemas.openxmlformats.org/officeDocument/2006/relationships/slideLayout" Target="../slideLayouts/slideLayout42.xml"/><Relationship Id="rId41" Type="http://schemas.openxmlformats.org/officeDocument/2006/relationships/slideLayout" Target="../slideLayouts/slideLayout54.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24" Type="http://schemas.openxmlformats.org/officeDocument/2006/relationships/slideLayout" Target="../slideLayouts/slideLayout37.xml"/><Relationship Id="rId32" Type="http://schemas.openxmlformats.org/officeDocument/2006/relationships/slideLayout" Target="../slideLayouts/slideLayout45.xml"/><Relationship Id="rId37" Type="http://schemas.openxmlformats.org/officeDocument/2006/relationships/slideLayout" Target="../slideLayouts/slideLayout50.xml"/><Relationship Id="rId40" Type="http://schemas.openxmlformats.org/officeDocument/2006/relationships/slideLayout" Target="../slideLayouts/slideLayout53.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23" Type="http://schemas.openxmlformats.org/officeDocument/2006/relationships/slideLayout" Target="../slideLayouts/slideLayout36.xml"/><Relationship Id="rId28" Type="http://schemas.openxmlformats.org/officeDocument/2006/relationships/slideLayout" Target="../slideLayouts/slideLayout41.xml"/><Relationship Id="rId36" Type="http://schemas.openxmlformats.org/officeDocument/2006/relationships/slideLayout" Target="../slideLayouts/slideLayout49.xml"/><Relationship Id="rId10" Type="http://schemas.openxmlformats.org/officeDocument/2006/relationships/slideLayout" Target="../slideLayouts/slideLayout23.xml"/><Relationship Id="rId19" Type="http://schemas.openxmlformats.org/officeDocument/2006/relationships/slideLayout" Target="../slideLayouts/slideLayout32.xml"/><Relationship Id="rId31" Type="http://schemas.openxmlformats.org/officeDocument/2006/relationships/slideLayout" Target="../slideLayouts/slideLayout44.xml"/><Relationship Id="rId44" Type="http://schemas.openxmlformats.org/officeDocument/2006/relationships/image" Target="../media/image4.jpg"/><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 Id="rId22" Type="http://schemas.openxmlformats.org/officeDocument/2006/relationships/slideLayout" Target="../slideLayouts/slideLayout35.xml"/><Relationship Id="rId27" Type="http://schemas.openxmlformats.org/officeDocument/2006/relationships/slideLayout" Target="../slideLayouts/slideLayout40.xml"/><Relationship Id="rId30" Type="http://schemas.openxmlformats.org/officeDocument/2006/relationships/slideLayout" Target="../slideLayouts/slideLayout43.xml"/><Relationship Id="rId35" Type="http://schemas.openxmlformats.org/officeDocument/2006/relationships/slideLayout" Target="../slideLayouts/slideLayout48.xml"/><Relationship Id="rId43" Type="http://schemas.openxmlformats.org/officeDocument/2006/relationships/theme" Target="../theme/theme2.xml"/><Relationship Id="rId8" Type="http://schemas.openxmlformats.org/officeDocument/2006/relationships/slideLayout" Target="../slideLayouts/slideLayout21.xml"/><Relationship Id="rId3" Type="http://schemas.openxmlformats.org/officeDocument/2006/relationships/slideLayout" Target="../slideLayouts/slideLayout16.xml"/><Relationship Id="rId12" Type="http://schemas.openxmlformats.org/officeDocument/2006/relationships/slideLayout" Target="../slideLayouts/slideLayout25.xml"/><Relationship Id="rId17" Type="http://schemas.openxmlformats.org/officeDocument/2006/relationships/slideLayout" Target="../slideLayouts/slideLayout30.xml"/><Relationship Id="rId25" Type="http://schemas.openxmlformats.org/officeDocument/2006/relationships/slideLayout" Target="../slideLayouts/slideLayout38.xml"/><Relationship Id="rId33" Type="http://schemas.openxmlformats.org/officeDocument/2006/relationships/slideLayout" Target="../slideLayouts/slideLayout46.xml"/><Relationship Id="rId38" Type="http://schemas.openxmlformats.org/officeDocument/2006/relationships/slideLayout" Target="../slideLayouts/slideLayout5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2A950A5-7B3B-4BE7-8D4D-88D659796E0A}" type="datetimeFigureOut">
              <a:rPr lang="en-IN" smtClean="0"/>
              <a:t>29-05-2026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D06422-840E-4190-8E3D-3A16335A340D}" type="slidenum">
              <a:rPr lang="en-IN" smtClean="0"/>
              <a:t>‹#›</a:t>
            </a:fld>
            <a:endParaRPr lang="en-IN"/>
          </a:p>
        </p:txBody>
      </p:sp>
    </p:spTree>
    <p:extLst>
      <p:ext uri="{BB962C8B-B14F-4D97-AF65-F5344CB8AC3E}">
        <p14:creationId xmlns:p14="http://schemas.microsoft.com/office/powerpoint/2010/main" val="1212994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6175248" y="6550153"/>
            <a:ext cx="3105573" cy="48895"/>
          </a:xfrm>
          <a:custGeom>
            <a:avLst/>
            <a:gdLst/>
            <a:ahLst/>
            <a:cxnLst/>
            <a:rect l="l" t="t" r="r" b="b"/>
            <a:pathLst>
              <a:path w="2329179" h="48895">
                <a:moveTo>
                  <a:pt x="2328671" y="0"/>
                </a:moveTo>
                <a:lnTo>
                  <a:pt x="0" y="0"/>
                </a:lnTo>
                <a:lnTo>
                  <a:pt x="0" y="48768"/>
                </a:lnTo>
                <a:lnTo>
                  <a:pt x="2328671" y="48768"/>
                </a:lnTo>
                <a:lnTo>
                  <a:pt x="2328671" y="0"/>
                </a:lnTo>
                <a:close/>
              </a:path>
            </a:pathLst>
          </a:custGeom>
          <a:solidFill>
            <a:srgbClr val="76C2E4"/>
          </a:solidFill>
        </p:spPr>
        <p:txBody>
          <a:bodyPr wrap="square" lIns="0" tIns="0" rIns="0" bIns="0" rtlCol="0"/>
          <a:lstStyle/>
          <a:p>
            <a:endParaRPr kern="0">
              <a:solidFill>
                <a:sysClr val="windowText" lastClr="000000"/>
              </a:solidFill>
            </a:endParaRPr>
          </a:p>
        </p:txBody>
      </p:sp>
      <p:sp>
        <p:nvSpPr>
          <p:cNvPr id="17" name="bg object 17"/>
          <p:cNvSpPr/>
          <p:nvPr/>
        </p:nvSpPr>
        <p:spPr>
          <a:xfrm>
            <a:off x="9211056" y="6550152"/>
            <a:ext cx="2981113" cy="45720"/>
          </a:xfrm>
          <a:custGeom>
            <a:avLst/>
            <a:gdLst/>
            <a:ahLst/>
            <a:cxnLst/>
            <a:rect l="l" t="t" r="r" b="b"/>
            <a:pathLst>
              <a:path w="2235834" h="45720">
                <a:moveTo>
                  <a:pt x="2235707" y="0"/>
                </a:moveTo>
                <a:lnTo>
                  <a:pt x="0" y="0"/>
                </a:lnTo>
                <a:lnTo>
                  <a:pt x="0" y="45720"/>
                </a:lnTo>
                <a:lnTo>
                  <a:pt x="2235707" y="45720"/>
                </a:lnTo>
                <a:lnTo>
                  <a:pt x="2235707" y="0"/>
                </a:lnTo>
                <a:close/>
              </a:path>
            </a:pathLst>
          </a:custGeom>
          <a:solidFill>
            <a:srgbClr val="E21C23"/>
          </a:solidFill>
        </p:spPr>
        <p:txBody>
          <a:bodyPr wrap="square" lIns="0" tIns="0" rIns="0" bIns="0" rtlCol="0"/>
          <a:lstStyle/>
          <a:p>
            <a:endParaRPr kern="0">
              <a:solidFill>
                <a:sysClr val="windowText" lastClr="000000"/>
              </a:solidFill>
            </a:endParaRPr>
          </a:p>
        </p:txBody>
      </p:sp>
      <p:sp>
        <p:nvSpPr>
          <p:cNvPr id="18" name="bg object 18"/>
          <p:cNvSpPr/>
          <p:nvPr/>
        </p:nvSpPr>
        <p:spPr>
          <a:xfrm>
            <a:off x="2779776" y="6550153"/>
            <a:ext cx="3440853" cy="48895"/>
          </a:xfrm>
          <a:custGeom>
            <a:avLst/>
            <a:gdLst/>
            <a:ahLst/>
            <a:cxnLst/>
            <a:rect l="l" t="t" r="r" b="b"/>
            <a:pathLst>
              <a:path w="2580640" h="48895">
                <a:moveTo>
                  <a:pt x="2580132" y="0"/>
                </a:moveTo>
                <a:lnTo>
                  <a:pt x="0" y="0"/>
                </a:lnTo>
                <a:lnTo>
                  <a:pt x="0" y="48768"/>
                </a:lnTo>
                <a:lnTo>
                  <a:pt x="2580132" y="48768"/>
                </a:lnTo>
                <a:lnTo>
                  <a:pt x="2580132" y="0"/>
                </a:lnTo>
                <a:close/>
              </a:path>
            </a:pathLst>
          </a:custGeom>
          <a:solidFill>
            <a:srgbClr val="FBAF17"/>
          </a:solidFill>
        </p:spPr>
        <p:txBody>
          <a:bodyPr wrap="square" lIns="0" tIns="0" rIns="0" bIns="0" rtlCol="0"/>
          <a:lstStyle/>
          <a:p>
            <a:endParaRPr kern="0">
              <a:solidFill>
                <a:sysClr val="windowText" lastClr="000000"/>
              </a:solidFill>
            </a:endParaRPr>
          </a:p>
        </p:txBody>
      </p:sp>
      <p:sp>
        <p:nvSpPr>
          <p:cNvPr id="19" name="bg object 19"/>
          <p:cNvSpPr/>
          <p:nvPr/>
        </p:nvSpPr>
        <p:spPr>
          <a:xfrm>
            <a:off x="5994400" y="6553200"/>
            <a:ext cx="3105573"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kern="0">
              <a:solidFill>
                <a:sysClr val="windowText" lastClr="000000"/>
              </a:solidFill>
            </a:endParaRPr>
          </a:p>
        </p:txBody>
      </p:sp>
      <p:sp>
        <p:nvSpPr>
          <p:cNvPr id="20" name="bg object 20"/>
          <p:cNvSpPr/>
          <p:nvPr/>
        </p:nvSpPr>
        <p:spPr>
          <a:xfrm>
            <a:off x="2844800" y="6553200"/>
            <a:ext cx="3149600" cy="45720"/>
          </a:xfrm>
          <a:custGeom>
            <a:avLst/>
            <a:gdLst/>
            <a:ahLst/>
            <a:cxnLst/>
            <a:rect l="l" t="t" r="r" b="b"/>
            <a:pathLst>
              <a:path w="2362200" h="45720">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kern="0">
              <a:solidFill>
                <a:sysClr val="windowText" lastClr="000000"/>
              </a:solidFill>
            </a:endParaRPr>
          </a:p>
        </p:txBody>
      </p:sp>
      <p:sp>
        <p:nvSpPr>
          <p:cNvPr id="21" name="bg object 21"/>
          <p:cNvSpPr/>
          <p:nvPr/>
        </p:nvSpPr>
        <p:spPr>
          <a:xfrm>
            <a:off x="9087104" y="6553200"/>
            <a:ext cx="3105573" cy="45720"/>
          </a:xfrm>
          <a:custGeom>
            <a:avLst/>
            <a:gdLst/>
            <a:ahLst/>
            <a:cxnLst/>
            <a:rect l="l" t="t" r="r" b="b"/>
            <a:pathLst>
              <a:path w="2329179" h="45720">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kern="0">
              <a:solidFill>
                <a:sysClr val="windowText" lastClr="000000"/>
              </a:solidFill>
            </a:endParaRPr>
          </a:p>
        </p:txBody>
      </p:sp>
      <p:pic>
        <p:nvPicPr>
          <p:cNvPr id="22" name="bg object 22"/>
          <p:cNvPicPr/>
          <p:nvPr/>
        </p:nvPicPr>
        <p:blipFill>
          <a:blip r:embed="rId44" cstate="print"/>
          <a:stretch>
            <a:fillRect/>
          </a:stretch>
        </p:blipFill>
        <p:spPr>
          <a:xfrm>
            <a:off x="8839201" y="0"/>
            <a:ext cx="2926079" cy="691896"/>
          </a:xfrm>
          <a:prstGeom prst="rect">
            <a:avLst/>
          </a:prstGeom>
        </p:spPr>
      </p:pic>
      <p:sp>
        <p:nvSpPr>
          <p:cNvPr id="23" name="bg object 23"/>
          <p:cNvSpPr/>
          <p:nvPr/>
        </p:nvSpPr>
        <p:spPr>
          <a:xfrm>
            <a:off x="3149600" y="1295400"/>
            <a:ext cx="3105573"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76C2E4"/>
          </a:solidFill>
        </p:spPr>
        <p:txBody>
          <a:bodyPr wrap="square" lIns="0" tIns="0" rIns="0" bIns="0" rtlCol="0"/>
          <a:lstStyle/>
          <a:p>
            <a:endParaRPr kern="0">
              <a:solidFill>
                <a:sysClr val="windowText" lastClr="000000"/>
              </a:solidFill>
            </a:endParaRPr>
          </a:p>
        </p:txBody>
      </p:sp>
      <p:sp>
        <p:nvSpPr>
          <p:cNvPr id="24" name="bg object 24"/>
          <p:cNvSpPr/>
          <p:nvPr/>
        </p:nvSpPr>
        <p:spPr>
          <a:xfrm>
            <a:off x="0" y="1295400"/>
            <a:ext cx="3149600" cy="45720"/>
          </a:xfrm>
          <a:custGeom>
            <a:avLst/>
            <a:gdLst/>
            <a:ahLst/>
            <a:cxnLst/>
            <a:rect l="l" t="t" r="r" b="b"/>
            <a:pathLst>
              <a:path w="2362200" h="45719">
                <a:moveTo>
                  <a:pt x="2362200" y="0"/>
                </a:moveTo>
                <a:lnTo>
                  <a:pt x="0" y="0"/>
                </a:lnTo>
                <a:lnTo>
                  <a:pt x="0" y="45720"/>
                </a:lnTo>
                <a:lnTo>
                  <a:pt x="2362200" y="45720"/>
                </a:lnTo>
                <a:lnTo>
                  <a:pt x="2362200" y="0"/>
                </a:lnTo>
                <a:close/>
              </a:path>
            </a:pathLst>
          </a:custGeom>
          <a:solidFill>
            <a:srgbClr val="FBAF17"/>
          </a:solidFill>
        </p:spPr>
        <p:txBody>
          <a:bodyPr wrap="square" lIns="0" tIns="0" rIns="0" bIns="0" rtlCol="0"/>
          <a:lstStyle/>
          <a:p>
            <a:endParaRPr kern="0">
              <a:solidFill>
                <a:sysClr val="windowText" lastClr="000000"/>
              </a:solidFill>
            </a:endParaRPr>
          </a:p>
        </p:txBody>
      </p:sp>
      <p:sp>
        <p:nvSpPr>
          <p:cNvPr id="25" name="bg object 25"/>
          <p:cNvSpPr/>
          <p:nvPr/>
        </p:nvSpPr>
        <p:spPr>
          <a:xfrm>
            <a:off x="6242304" y="1295400"/>
            <a:ext cx="3105573" cy="45720"/>
          </a:xfrm>
          <a:custGeom>
            <a:avLst/>
            <a:gdLst/>
            <a:ahLst/>
            <a:cxnLst/>
            <a:rect l="l" t="t" r="r" b="b"/>
            <a:pathLst>
              <a:path w="2329179" h="45719">
                <a:moveTo>
                  <a:pt x="2328672" y="0"/>
                </a:moveTo>
                <a:lnTo>
                  <a:pt x="0" y="0"/>
                </a:lnTo>
                <a:lnTo>
                  <a:pt x="0" y="45720"/>
                </a:lnTo>
                <a:lnTo>
                  <a:pt x="2328672" y="45720"/>
                </a:lnTo>
                <a:lnTo>
                  <a:pt x="2328672" y="0"/>
                </a:lnTo>
                <a:close/>
              </a:path>
            </a:pathLst>
          </a:custGeom>
          <a:solidFill>
            <a:srgbClr val="FF0000"/>
          </a:solidFill>
        </p:spPr>
        <p:txBody>
          <a:bodyPr wrap="square" lIns="0" tIns="0" rIns="0" bIns="0" rtlCol="0"/>
          <a:lstStyle/>
          <a:p>
            <a:endParaRPr kern="0">
              <a:solidFill>
                <a:sysClr val="windowText" lastClr="000000"/>
              </a:solidFill>
            </a:endParaRPr>
          </a:p>
        </p:txBody>
      </p:sp>
      <p:sp>
        <p:nvSpPr>
          <p:cNvPr id="8" name="Title Placeholder 7"/>
          <p:cNvSpPr>
            <a:spLocks noGrp="1"/>
          </p:cNvSpPr>
          <p:nvPr>
            <p:ph type="title"/>
          </p:nvPr>
        </p:nvSpPr>
        <p:spPr>
          <a:xfrm>
            <a:off x="231987" y="32163"/>
            <a:ext cx="105156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9" name="Text Placeholder 8"/>
          <p:cNvSpPr>
            <a:spLocks noGrp="1"/>
          </p:cNvSpPr>
          <p:nvPr>
            <p:ph type="body" idx="1"/>
          </p:nvPr>
        </p:nvSpPr>
        <p:spPr>
          <a:xfrm>
            <a:off x="406400" y="1676400"/>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491529869"/>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 id="2147483690" r:id="rId16"/>
    <p:sldLayoutId id="2147483691" r:id="rId17"/>
    <p:sldLayoutId id="2147483692" r:id="rId18"/>
    <p:sldLayoutId id="2147483693" r:id="rId19"/>
    <p:sldLayoutId id="2147483694" r:id="rId20"/>
    <p:sldLayoutId id="2147483695" r:id="rId21"/>
    <p:sldLayoutId id="2147483696" r:id="rId22"/>
    <p:sldLayoutId id="2147483697" r:id="rId23"/>
    <p:sldLayoutId id="2147483698" r:id="rId24"/>
    <p:sldLayoutId id="2147483699" r:id="rId25"/>
    <p:sldLayoutId id="2147483700" r:id="rId26"/>
    <p:sldLayoutId id="2147483701" r:id="rId27"/>
    <p:sldLayoutId id="2147483702" r:id="rId28"/>
    <p:sldLayoutId id="2147483703" r:id="rId29"/>
    <p:sldLayoutId id="2147483704" r:id="rId30"/>
    <p:sldLayoutId id="2147483705" r:id="rId31"/>
    <p:sldLayoutId id="2147483706" r:id="rId32"/>
    <p:sldLayoutId id="2147483707" r:id="rId33"/>
    <p:sldLayoutId id="2147483708" r:id="rId34"/>
    <p:sldLayoutId id="2147483709" r:id="rId35"/>
    <p:sldLayoutId id="2147483710" r:id="rId36"/>
    <p:sldLayoutId id="2147483711" r:id="rId37"/>
    <p:sldLayoutId id="2147483712" r:id="rId38"/>
    <p:sldLayoutId id="2147483713" r:id="rId39"/>
    <p:sldLayoutId id="2147483714" r:id="rId40"/>
    <p:sldLayoutId id="2147483715" r:id="rId41"/>
    <p:sldLayoutId id="2147483716" r:id="rId42"/>
  </p:sldLayoutIdLst>
  <p:txStyles>
    <p:titleStyle>
      <a:lvl1pPr>
        <a:defRPr sz="3600">
          <a:latin typeface="Cambria" panose="02040503050406030204" pitchFamily="18" charset="0"/>
          <a:ea typeface="Cambria" panose="02040503050406030204" pitchFamily="18" charset="0"/>
          <a:cs typeface="+mj-cs"/>
        </a:defRPr>
      </a:lvl1pPr>
    </p:titleStyle>
    <p:bodyStyle>
      <a:lvl1pPr marL="0">
        <a:defRPr sz="2400">
          <a:latin typeface="Cambria" panose="02040503050406030204" pitchFamily="18" charset="0"/>
          <a:ea typeface="Cambria" panose="02040503050406030204" pitchFamily="18" charset="0"/>
          <a:cs typeface="+mn-cs"/>
        </a:defRPr>
      </a:lvl1pPr>
      <a:lvl2pPr marL="457200">
        <a:defRPr sz="2400">
          <a:latin typeface="Cambria" panose="02040503050406030204" pitchFamily="18" charset="0"/>
          <a:ea typeface="Cambria" panose="02040503050406030204" pitchFamily="18" charset="0"/>
          <a:cs typeface="+mn-cs"/>
        </a:defRPr>
      </a:lvl2pPr>
      <a:lvl3pPr marL="914400">
        <a:defRPr sz="2400">
          <a:latin typeface="Cambria" panose="02040503050406030204" pitchFamily="18" charset="0"/>
          <a:ea typeface="Cambria" panose="02040503050406030204" pitchFamily="18" charset="0"/>
          <a:cs typeface="+mn-cs"/>
        </a:defRPr>
      </a:lvl3pPr>
      <a:lvl4pPr marL="1371600">
        <a:defRPr sz="2400">
          <a:latin typeface="Cambria" panose="02040503050406030204" pitchFamily="18" charset="0"/>
          <a:ea typeface="Cambria" panose="02040503050406030204" pitchFamily="18" charset="0"/>
          <a:cs typeface="+mn-cs"/>
        </a:defRPr>
      </a:lvl4pPr>
      <a:lvl5pPr marL="1828800">
        <a:defRPr sz="2400">
          <a:latin typeface="Cambria" panose="02040503050406030204" pitchFamily="18" charset="0"/>
          <a:ea typeface="Cambria" panose="02040503050406030204" pitchFamily="18" charset="0"/>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4.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4.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54.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5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54.xml"/><Relationship Id="rId5" Type="http://schemas.openxmlformats.org/officeDocument/2006/relationships/image" Target="../media/image19.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1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4.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54.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54.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54.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5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54.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xml"/><Relationship Id="rId1" Type="http://schemas.openxmlformats.org/officeDocument/2006/relationships/slideLayout" Target="../slideLayouts/slideLayout15.xml"/><Relationship Id="rId4" Type="http://schemas.openxmlformats.org/officeDocument/2006/relationships/image" Target="../media/image3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xml"/><Relationship Id="rId1" Type="http://schemas.openxmlformats.org/officeDocument/2006/relationships/slideLayout" Target="../slideLayouts/slideLayout54.xml"/><Relationship Id="rId6" Type="http://schemas.openxmlformats.org/officeDocument/2006/relationships/image" Target="../media/image28.jpg"/><Relationship Id="rId5" Type="http://schemas.openxmlformats.org/officeDocument/2006/relationships/image" Target="../media/image27.jpg"/><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xml"/><Relationship Id="rId1" Type="http://schemas.openxmlformats.org/officeDocument/2006/relationships/slideLayout" Target="../slideLayouts/slideLayout5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1.png"/><Relationship Id="rId7" Type="http://schemas.openxmlformats.org/officeDocument/2006/relationships/image" Target="../media/image35.jpg"/><Relationship Id="rId2" Type="http://schemas.openxmlformats.org/officeDocument/2006/relationships/image" Target="../media/image30.png"/><Relationship Id="rId1" Type="http://schemas.openxmlformats.org/officeDocument/2006/relationships/slideLayout" Target="../slideLayouts/slideLayout54.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3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5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3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5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3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54.xml"/></Relationships>
</file>

<file path=ppt/slides/_rels/slide40.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54.xml"/></Relationships>
</file>

<file path=ppt/slides/_rels/slide4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54.xml"/></Relationships>
</file>

<file path=ppt/slides/_rels/slide4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jpeg"/><Relationship Id="rId1" Type="http://schemas.openxmlformats.org/officeDocument/2006/relationships/slideLayout" Target="../slideLayouts/slideLayout1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4.xml"/></Relationships>
</file>

<file path=ppt/slides/_rels/slide5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5.xml"/></Relationships>
</file>

<file path=ppt/slides/_rels/slide5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5.xml"/></Relationships>
</file>

<file path=ppt/slides/_rels/slide5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5.xml"/></Relationships>
</file>

<file path=ppt/slides/_rels/slide5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5.xml"/></Relationships>
</file>

<file path=ppt/slides/_rels/slide5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5.xml"/></Relationships>
</file>

<file path=ppt/slides/_rels/slide56.xml.rels><?xml version="1.0" encoding="UTF-8" standalone="yes"?>
<Relationships xmlns="http://schemas.openxmlformats.org/package/2006/relationships"><Relationship Id="rId2" Type="http://schemas.openxmlformats.org/officeDocument/2006/relationships/hyperlink" Target="https://research.google/blog/looking-back-at-speculative-decoding/" TargetMode="Externa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438650" y="3714750"/>
            <a:ext cx="4629150" cy="1143000"/>
          </a:xfrm>
        </p:spPr>
        <p:txBody>
          <a:bodyPr/>
          <a:lstStyle/>
          <a:p>
            <a:pPr>
              <a:defRPr/>
            </a:pPr>
            <a:br>
              <a:rPr lang="en-US" sz="3000" dirty="0">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Large Language Models for Generative AI</a:t>
            </a:r>
          </a:p>
        </p:txBody>
      </p:sp>
      <p:sp>
        <p:nvSpPr>
          <p:cNvPr id="14339" name="Content Placeholder 5"/>
          <p:cNvSpPr>
            <a:spLocks noGrp="1"/>
          </p:cNvSpPr>
          <p:nvPr>
            <p:ph sz="quarter" idx="13"/>
          </p:nvPr>
        </p:nvSpPr>
        <p:spPr/>
        <p:txBody>
          <a:bodyPr/>
          <a:lstStyle/>
          <a:p>
            <a:pPr eaLnBrk="1" hangingPunct="1">
              <a:spcBef>
                <a:spcPct val="0"/>
              </a:spcBef>
            </a:pPr>
            <a:r>
              <a:rPr lang="en-US" sz="1500" i="1" dirty="0">
                <a:latin typeface="Times New Roman" pitchFamily="18" charset="0"/>
                <a:cs typeface="Times New Roman" pitchFamily="18" charset="0"/>
              </a:rPr>
              <a:t>Dr. </a:t>
            </a:r>
            <a:r>
              <a:rPr lang="en-US" sz="1500" i="1" dirty="0" err="1">
                <a:latin typeface="Times New Roman" pitchFamily="18" charset="0"/>
                <a:cs typeface="Times New Roman" pitchFamily="18" charset="0"/>
              </a:rPr>
              <a:t>Monali</a:t>
            </a:r>
            <a:r>
              <a:rPr lang="en-US" sz="1500" i="1" dirty="0">
                <a:latin typeface="Times New Roman" pitchFamily="18" charset="0"/>
                <a:cs typeface="Times New Roman" pitchFamily="18" charset="0"/>
              </a:rPr>
              <a:t> </a:t>
            </a:r>
            <a:r>
              <a:rPr lang="en-US" sz="1500" i="1" dirty="0" err="1">
                <a:latin typeface="Times New Roman" pitchFamily="18" charset="0"/>
                <a:cs typeface="Times New Roman" pitchFamily="18" charset="0"/>
              </a:rPr>
              <a:t>Mavani</a:t>
            </a:r>
            <a:endParaRPr lang="en-US" sz="1500" i="1" dirty="0">
              <a:latin typeface="Times New Roman" pitchFamily="18" charset="0"/>
              <a:cs typeface="Times New Roman" pitchFamily="18" charset="0"/>
            </a:endParaRPr>
          </a:p>
        </p:txBody>
      </p:sp>
    </p:spTree>
    <p:extLst>
      <p:ext uri="{BB962C8B-B14F-4D97-AF65-F5344CB8AC3E}">
        <p14:creationId xmlns:p14="http://schemas.microsoft.com/office/powerpoint/2010/main" val="13408920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2438400" y="457327"/>
            <a:ext cx="7315200" cy="480131"/>
          </a:xfrm>
          <a:prstGeom prst="rect">
            <a:avLst/>
          </a:prstGeom>
          <a:noFill/>
          <a:ln w="9525">
            <a:noFill/>
            <a:miter lim="800000"/>
            <a:headEnd/>
            <a:tailEnd/>
          </a:ln>
          <a:effectLst/>
        </p:spPr>
        <p:txBody>
          <a:bodyPr wrap="square">
            <a:spAutoFit/>
          </a:bodyPr>
          <a:lstStyle/>
          <a:p>
            <a:r>
              <a:rPr lang="en-US" sz="2800" dirty="0">
                <a:latin typeface="Times New Roman" panose="02020603050405020304" pitchFamily="18" charset="0"/>
                <a:cs typeface="Times New Roman" panose="02020603050405020304" pitchFamily="18" charset="0"/>
              </a:rPr>
              <a:t>Large Language Models for Generative AI</a:t>
            </a:r>
            <a:endParaRPr sz="2700" dirty="0">
              <a:latin typeface="Cambria" panose="02040503050406030204" pitchFamily="18" charset="0"/>
              <a:ea typeface="Cambria" panose="02040503050406030204" pitchFamily="18" charset="0"/>
              <a:cs typeface="+mn-cs"/>
            </a:endParaRPr>
          </a:p>
        </p:txBody>
      </p:sp>
      <p:sp>
        <p:nvSpPr>
          <p:cNvPr id="3" name="object 3"/>
          <p:cNvSpPr txBox="1"/>
          <p:nvPr/>
        </p:nvSpPr>
        <p:spPr>
          <a:xfrm>
            <a:off x="2758786" y="4133141"/>
            <a:ext cx="6777644" cy="848137"/>
          </a:xfrm>
          <a:prstGeom prst="rect">
            <a:avLst/>
          </a:prstGeom>
        </p:spPr>
        <p:txBody>
          <a:bodyPr vert="horz" wrap="square" lIns="0" tIns="24595" rIns="0" bIns="0" rtlCol="0">
            <a:spAutoFit/>
          </a:bodyPr>
          <a:lstStyle/>
          <a:p>
            <a:pPr marL="99961" marR="29325" lvl="0" indent="-93969" algn="l" defTabSz="914400" rtl="0" eaLnBrk="1" fontAlgn="base" latinLnBrk="0" hangingPunct="1">
              <a:lnSpc>
                <a:spcPts val="1153"/>
              </a:lnSpc>
              <a:spcBef>
                <a:spcPts val="194"/>
              </a:spcBef>
              <a:spcAft>
                <a:spcPct val="0"/>
              </a:spcAft>
              <a:buClrTx/>
              <a:buSzTx/>
              <a:buFont typeface="Arial MT"/>
              <a:buChar char="•"/>
              <a:tabLst>
                <a:tab pos="100276" algn="l"/>
              </a:tabLst>
              <a:defRPr/>
            </a:pP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The </a:t>
            </a:r>
            <a:r>
              <a:rPr kumimoji="0" sz="1200" b="0" i="0" u="none" strike="noStrike" kern="1200" cap="none" spc="-8"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content </a:t>
            </a:r>
            <a:r>
              <a:rPr kumimoji="0" sz="1200" b="0" i="0" u="none" strike="noStrike" kern="1200" cap="none" spc="-1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for </a:t>
            </a: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these slides has been </a:t>
            </a:r>
            <a:r>
              <a:rPr kumimoji="0" sz="1200" b="0" i="0" u="none" strike="noStrike" kern="1200" cap="none" spc="-5"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obtained </a:t>
            </a:r>
            <a:r>
              <a:rPr kumimoji="0" sz="1200" b="0" i="0" u="none" strike="noStrike" kern="1200" cap="none" spc="-8"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from </a:t>
            </a:r>
            <a:r>
              <a:rPr kumimoji="0" sz="1200" b="0" i="0" u="none" strike="noStrike" kern="1200" cap="none" spc="-5"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books </a:t>
            </a: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and </a:t>
            </a:r>
            <a:r>
              <a:rPr kumimoji="0" sz="1200" b="0" i="0" u="none" strike="noStrike" kern="1200" cap="none" spc="-5"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various other </a:t>
            </a:r>
            <a:r>
              <a:rPr kumimoji="0" sz="1200" b="0" i="0" u="none" strike="noStrike" kern="1200" cap="none" spc="-236"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5"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source</a:t>
            </a:r>
            <a:r>
              <a:rPr kumimoji="0" sz="1200" b="0" i="0" u="none" strike="noStrike" kern="1200" cap="none" spc="-1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on the </a:t>
            </a:r>
            <a:r>
              <a:rPr kumimoji="0" sz="1200" b="0" i="0" u="none" strike="noStrike" kern="1200" cap="none" spc="-8"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Internet</a:t>
            </a:r>
            <a:endParaRPr kumimoji="0" sz="1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endParaRPr>
          </a:p>
          <a:p>
            <a:pPr marL="99961" marR="0" lvl="0" indent="-93969" algn="l" defTabSz="914400" rtl="0" eaLnBrk="1" fontAlgn="base" latinLnBrk="0" hangingPunct="1">
              <a:lnSpc>
                <a:spcPct val="100000"/>
              </a:lnSpc>
              <a:spcBef>
                <a:spcPts val="258"/>
              </a:spcBef>
              <a:spcAft>
                <a:spcPct val="0"/>
              </a:spcAft>
              <a:buClrTx/>
              <a:buSzTx/>
              <a:buFont typeface="Arial MT"/>
              <a:buChar char="•"/>
              <a:tabLst>
                <a:tab pos="100276" algn="l"/>
              </a:tabLst>
              <a:defRPr/>
            </a:pP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I</a:t>
            </a:r>
            <a:r>
              <a:rPr kumimoji="0" sz="1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8"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here</a:t>
            </a:r>
            <a:r>
              <a:rPr kumimoji="0" sz="1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5"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by</a:t>
            </a: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5"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acknowledge</a:t>
            </a:r>
            <a:r>
              <a:rPr kumimoji="0" sz="1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all</a:t>
            </a:r>
            <a:r>
              <a:rPr kumimoji="0" sz="1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the</a:t>
            </a: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8"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contributors</a:t>
            </a:r>
            <a:r>
              <a:rPr kumimoji="0" sz="1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1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for</a:t>
            </a:r>
            <a:r>
              <a:rPr kumimoji="0" sz="1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their</a:t>
            </a:r>
            <a:r>
              <a:rPr kumimoji="0" sz="1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5"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material</a:t>
            </a:r>
            <a:r>
              <a:rPr kumimoji="0" sz="1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and</a:t>
            </a: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5"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inputs.</a:t>
            </a:r>
            <a:endParaRPr kumimoji="0" sz="1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endParaRPr>
          </a:p>
          <a:p>
            <a:pPr marL="99961" marR="0" lvl="0" indent="-93969" algn="l" defTabSz="914400" rtl="0" eaLnBrk="1" fontAlgn="base" latinLnBrk="0" hangingPunct="1">
              <a:lnSpc>
                <a:spcPct val="100000"/>
              </a:lnSpc>
              <a:spcBef>
                <a:spcPts val="281"/>
              </a:spcBef>
              <a:spcAft>
                <a:spcPct val="0"/>
              </a:spcAft>
              <a:buClrTx/>
              <a:buSzTx/>
              <a:buFont typeface="Arial MT"/>
              <a:buChar char="•"/>
              <a:tabLst>
                <a:tab pos="100276" algn="l"/>
              </a:tabLst>
              <a:defRPr/>
            </a:pP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I </a:t>
            </a:r>
            <a:r>
              <a:rPr kumimoji="0" sz="1200" b="0" i="0" u="none" strike="noStrike" kern="1200" cap="none" spc="-1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have</a:t>
            </a: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5"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provided</a:t>
            </a:r>
            <a:r>
              <a:rPr kumimoji="0" sz="1200" b="0" i="0" u="none" strike="noStrike" kern="1200" cap="none" spc="-8"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5"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source</a:t>
            </a:r>
            <a:r>
              <a:rPr kumimoji="0" sz="1200" b="0" i="0" u="none" strike="noStrike" kern="1200" cap="none" spc="-8"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information</a:t>
            </a: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8"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wherever </a:t>
            </a: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necessary</a:t>
            </a:r>
            <a:endParaRPr kumimoji="0" sz="1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endParaRPr>
          </a:p>
          <a:p>
            <a:pPr marL="99961" marR="0" lvl="0" indent="-93969" algn="l" defTabSz="914400" rtl="0" eaLnBrk="1" fontAlgn="base" latinLnBrk="0" hangingPunct="1">
              <a:lnSpc>
                <a:spcPct val="100000"/>
              </a:lnSpc>
              <a:spcBef>
                <a:spcPts val="281"/>
              </a:spcBef>
              <a:spcAft>
                <a:spcPct val="0"/>
              </a:spcAft>
              <a:buClrTx/>
              <a:buSzTx/>
              <a:buFont typeface="Arial MT"/>
              <a:buChar char="•"/>
              <a:tabLst>
                <a:tab pos="100276" algn="l"/>
              </a:tabLst>
              <a:defRPr/>
            </a:pP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I </a:t>
            </a:r>
            <a:r>
              <a:rPr kumimoji="0" sz="1200" b="0" i="0" u="none" strike="noStrike" kern="1200" cap="none" spc="-1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have</a:t>
            </a: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added</a:t>
            </a:r>
            <a:r>
              <a:rPr kumimoji="0" sz="1200" b="0" i="0" u="none" strike="noStrike" kern="1200" cap="none" spc="-8"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and </a:t>
            </a:r>
            <a:r>
              <a:rPr kumimoji="0" sz="1200" b="0" i="0" u="none" strike="noStrike" kern="1200" cap="none" spc="-5"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modified</a:t>
            </a:r>
            <a:r>
              <a:rPr kumimoji="0" sz="1200" b="0" i="0" u="none" strike="noStrike" kern="1200" cap="none" spc="-8"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the</a:t>
            </a:r>
            <a:r>
              <a:rPr kumimoji="0" sz="1200" b="0" i="0" u="none" strike="noStrike" kern="1200" cap="none" spc="-8"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content to</a:t>
            </a: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suit the</a:t>
            </a:r>
            <a:r>
              <a:rPr kumimoji="0" sz="1200" b="0" i="0" u="none" strike="noStrike" kern="1200" cap="none" spc="-8"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5"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requirements</a:t>
            </a:r>
            <a:r>
              <a:rPr kumimoji="0" sz="1200" b="0" i="0" u="none" strike="noStrike" kern="1200" cap="none" spc="-1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a:t>
            </a:r>
            <a:r>
              <a:rPr kumimoji="0" sz="1200" b="0" i="0" u="none" strike="noStrike" kern="1200" cap="none" spc="-2"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of the</a:t>
            </a:r>
            <a:r>
              <a:rPr kumimoji="0" sz="1200" b="0" i="0" u="none" strike="noStrike" kern="1200" cap="none" spc="-8"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rPr>
              <a:t> course</a:t>
            </a:r>
            <a:endParaRPr kumimoji="0" sz="1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a:endParaRPr>
          </a:p>
        </p:txBody>
      </p:sp>
      <p:sp>
        <p:nvSpPr>
          <p:cNvPr id="4" name="object 4"/>
          <p:cNvSpPr txBox="1"/>
          <p:nvPr/>
        </p:nvSpPr>
        <p:spPr>
          <a:xfrm>
            <a:off x="4467389" y="2171701"/>
            <a:ext cx="4274196" cy="233216"/>
          </a:xfrm>
          <a:prstGeom prst="rect">
            <a:avLst/>
          </a:prstGeom>
        </p:spPr>
        <p:txBody>
          <a:bodyPr vert="horz" wrap="square" lIns="0" tIns="7568" rIns="0" bIns="0" rtlCol="0">
            <a:spAutoFit/>
          </a:bodyPr>
          <a:lstStyle/>
          <a:p>
            <a:pPr marL="6306" marR="0" lvl="0" indent="0" algn="l" defTabSz="914400" rtl="0" eaLnBrk="1" fontAlgn="base" latinLnBrk="0" hangingPunct="1">
              <a:lnSpc>
                <a:spcPct val="100000"/>
              </a:lnSpc>
              <a:spcBef>
                <a:spcPts val="59"/>
              </a:spcBef>
              <a:spcAft>
                <a:spcPct val="0"/>
              </a:spcAft>
              <a:buClrTx/>
              <a:buSzTx/>
              <a:buFontTx/>
              <a:buNone/>
              <a:tabLst/>
              <a:defRPr/>
            </a:pPr>
            <a:r>
              <a:rPr kumimoji="0" sz="1466" b="0" i="0" u="none" strike="noStrike" kern="1200" cap="none" spc="-8" normalizeH="0" baseline="0" noProof="0" dirty="0">
                <a:ln>
                  <a:noFill/>
                </a:ln>
                <a:solidFill>
                  <a:srgbClr val="1C1572"/>
                </a:solidFill>
                <a:effectLst/>
                <a:uLnTx/>
                <a:uFillTx/>
                <a:latin typeface="Cambria" panose="02040503050406030204" pitchFamily="18" charset="0"/>
                <a:ea typeface="Cambria" panose="02040503050406030204" pitchFamily="18" charset="0"/>
                <a:cs typeface="Calibri Light"/>
              </a:rPr>
              <a:t>Disclaimer</a:t>
            </a:r>
            <a:r>
              <a:rPr kumimoji="0" sz="1466" b="0" i="0" u="none" strike="noStrike" kern="1200" cap="none" spc="-35" normalizeH="0" baseline="0" noProof="0" dirty="0">
                <a:ln>
                  <a:noFill/>
                </a:ln>
                <a:solidFill>
                  <a:srgbClr val="1C1572"/>
                </a:solidFill>
                <a:effectLst/>
                <a:uLnTx/>
                <a:uFillTx/>
                <a:latin typeface="Cambria" panose="02040503050406030204" pitchFamily="18" charset="0"/>
                <a:ea typeface="Cambria" panose="02040503050406030204" pitchFamily="18" charset="0"/>
                <a:cs typeface="Calibri Light"/>
              </a:rPr>
              <a:t> </a:t>
            </a:r>
            <a:r>
              <a:rPr kumimoji="0" sz="1466" b="0" i="0" u="none" strike="noStrike" kern="1200" cap="none" spc="-5" normalizeH="0" baseline="0" noProof="0" dirty="0">
                <a:ln>
                  <a:noFill/>
                </a:ln>
                <a:solidFill>
                  <a:srgbClr val="1C1572"/>
                </a:solidFill>
                <a:effectLst/>
                <a:uLnTx/>
                <a:uFillTx/>
                <a:latin typeface="Cambria" panose="02040503050406030204" pitchFamily="18" charset="0"/>
                <a:ea typeface="Cambria" panose="02040503050406030204" pitchFamily="18" charset="0"/>
                <a:cs typeface="Calibri Light"/>
              </a:rPr>
              <a:t>and</a:t>
            </a:r>
            <a:r>
              <a:rPr kumimoji="0" sz="1466" b="0" i="0" u="none" strike="noStrike" kern="1200" cap="none" spc="-35" normalizeH="0" baseline="0" noProof="0" dirty="0">
                <a:ln>
                  <a:noFill/>
                </a:ln>
                <a:solidFill>
                  <a:srgbClr val="1C1572"/>
                </a:solidFill>
                <a:effectLst/>
                <a:uLnTx/>
                <a:uFillTx/>
                <a:latin typeface="Cambria" panose="02040503050406030204" pitchFamily="18" charset="0"/>
                <a:ea typeface="Cambria" panose="02040503050406030204" pitchFamily="18" charset="0"/>
                <a:cs typeface="Calibri Light"/>
              </a:rPr>
              <a:t> </a:t>
            </a:r>
            <a:r>
              <a:rPr kumimoji="0" sz="1466" b="0" i="0" u="none" strike="noStrike" kern="1200" cap="none" spc="-12" normalizeH="0" baseline="0" noProof="0" dirty="0">
                <a:ln>
                  <a:noFill/>
                </a:ln>
                <a:solidFill>
                  <a:srgbClr val="1C1572"/>
                </a:solidFill>
                <a:effectLst/>
                <a:uLnTx/>
                <a:uFillTx/>
                <a:latin typeface="Cambria" panose="02040503050406030204" pitchFamily="18" charset="0"/>
                <a:ea typeface="Cambria" panose="02040503050406030204" pitchFamily="18" charset="0"/>
                <a:cs typeface="Calibri Light"/>
              </a:rPr>
              <a:t>Acknowledgement</a:t>
            </a:r>
            <a:endParaRPr kumimoji="0" sz="1466"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Calibri Light"/>
            </a:endParaRPr>
          </a:p>
        </p:txBody>
      </p:sp>
      <p:pic>
        <p:nvPicPr>
          <p:cNvPr id="5" name="object 5"/>
          <p:cNvPicPr/>
          <p:nvPr/>
        </p:nvPicPr>
        <p:blipFill>
          <a:blip r:embed="rId2" cstate="print"/>
          <a:stretch>
            <a:fillRect/>
          </a:stretch>
        </p:blipFill>
        <p:spPr>
          <a:xfrm>
            <a:off x="5280598" y="2823275"/>
            <a:ext cx="815403" cy="891476"/>
          </a:xfrm>
          <a:prstGeom prst="rect">
            <a:avLst/>
          </a:prstGeom>
        </p:spPr>
      </p:pic>
      <p:sp>
        <p:nvSpPr>
          <p:cNvPr id="6" name="TextBox 5">
            <a:extLst>
              <a:ext uri="{FF2B5EF4-FFF2-40B4-BE49-F238E27FC236}">
                <a16:creationId xmlns:a16="http://schemas.microsoft.com/office/drawing/2014/main" id="{87DEC9A9-8DE7-876C-06A3-4FD2650C207B}"/>
              </a:ext>
            </a:extLst>
          </p:cNvPr>
          <p:cNvSpPr txBox="1"/>
          <p:nvPr/>
        </p:nvSpPr>
        <p:spPr>
          <a:xfrm>
            <a:off x="953884" y="5926373"/>
            <a:ext cx="10702695" cy="369332"/>
          </a:xfrm>
          <a:prstGeom prst="rect">
            <a:avLst/>
          </a:prstGeom>
          <a:noFill/>
        </p:spPr>
        <p:txBody>
          <a:bodyPr wrap="square">
            <a:spAutoFit/>
          </a:bodyPr>
          <a:lstStyle/>
          <a:p>
            <a:r>
              <a:rPr lang="en-US" b="1" i="0" dirty="0">
                <a:solidFill>
                  <a:srgbClr val="27251E"/>
                </a:solidFill>
                <a:effectLst/>
                <a:latin typeface="pplxSerif"/>
              </a:rPr>
              <a:t>Many slides are adopted from course notes of </a:t>
            </a:r>
            <a:r>
              <a:rPr lang="en-US" b="0" i="0" dirty="0">
                <a:solidFill>
                  <a:srgbClr val="27251E"/>
                </a:solidFill>
                <a:effectLst/>
                <a:latin typeface="pplxSerif"/>
              </a:rPr>
              <a:t>Zhou, S. (2026). </a:t>
            </a:r>
            <a:r>
              <a:rPr lang="en-US" b="0" i="1" dirty="0">
                <a:solidFill>
                  <a:srgbClr val="27251E"/>
                </a:solidFill>
                <a:effectLst/>
                <a:latin typeface="pplxSerif"/>
              </a:rPr>
              <a:t>Transformers in Practice</a:t>
            </a:r>
            <a:r>
              <a:rPr lang="en-US" b="0" i="0" dirty="0">
                <a:solidFill>
                  <a:srgbClr val="27251E"/>
                </a:solidFill>
                <a:effectLst/>
                <a:latin typeface="pplxSerif"/>
              </a:rPr>
              <a:t>. DeepLearning.AI</a:t>
            </a:r>
            <a:endParaRPr lang="en-IN" dirty="0"/>
          </a:p>
        </p:txBody>
      </p:sp>
    </p:spTree>
    <p:extLst>
      <p:ext uri="{BB962C8B-B14F-4D97-AF65-F5344CB8AC3E}">
        <p14:creationId xmlns:p14="http://schemas.microsoft.com/office/powerpoint/2010/main" val="41888933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0"/>
          </p:nvPr>
        </p:nvSpPr>
        <p:spPr>
          <a:xfrm>
            <a:off x="304801" y="1591719"/>
            <a:ext cx="11613396" cy="4525963"/>
          </a:xfrm>
        </p:spPr>
        <p:txBody>
          <a:bodyPr>
            <a:normAutofit/>
          </a:bodyPr>
          <a:lstStyle/>
          <a:p>
            <a:pPr marL="342900" indent="-342900">
              <a:buFont typeface="Arial" panose="020B0604020202020204" pitchFamily="34" charset="0"/>
              <a:buChar char="•"/>
            </a:pPr>
            <a:r>
              <a:rPr lang="en-IN" dirty="0"/>
              <a:t>Two-phase inference process</a:t>
            </a:r>
          </a:p>
          <a:p>
            <a:pPr marL="342900" indent="-342900">
              <a:buFont typeface="Arial" panose="020B0604020202020204" pitchFamily="34" charset="0"/>
              <a:buChar char="•"/>
            </a:pPr>
            <a:r>
              <a:rPr lang="en-IN" dirty="0"/>
              <a:t>KV-Caching </a:t>
            </a:r>
          </a:p>
          <a:p>
            <a:pPr marL="342900" indent="-342900">
              <a:buFont typeface="Arial" panose="020B0604020202020204" pitchFamily="34" charset="0"/>
              <a:buChar char="•"/>
            </a:pPr>
            <a:r>
              <a:rPr lang="en-IN" dirty="0"/>
              <a:t>Inference Bottleneck </a:t>
            </a:r>
          </a:p>
          <a:p>
            <a:pPr marL="342900" indent="-342900">
              <a:buFont typeface="Arial" panose="020B0604020202020204" pitchFamily="34" charset="0"/>
              <a:buChar char="•"/>
            </a:pPr>
            <a:r>
              <a:rPr lang="en-IN" dirty="0"/>
              <a:t>Speculative decoding </a:t>
            </a:r>
          </a:p>
          <a:p>
            <a:pPr marL="342900" indent="-342900">
              <a:buFont typeface="Arial" panose="020B0604020202020204" pitchFamily="34" charset="0"/>
              <a:buChar char="•"/>
            </a:pPr>
            <a:r>
              <a:rPr lang="en-IN" dirty="0" err="1"/>
              <a:t>PagedAttention</a:t>
            </a:r>
            <a:endParaRPr lang="en-IN" dirty="0"/>
          </a:p>
          <a:p>
            <a:pPr marL="342900" indent="-342900">
              <a:buFont typeface="Arial" panose="020B0604020202020204" pitchFamily="34" charset="0"/>
              <a:buChar char="•"/>
            </a:pPr>
            <a:endParaRPr lang="en-IN" dirty="0"/>
          </a:p>
          <a:p>
            <a:pPr marL="342900" indent="-342900">
              <a:buFont typeface="Arial" panose="020B0604020202020204" pitchFamily="34" charset="0"/>
              <a:buChar char="•"/>
            </a:pPr>
            <a:endParaRPr lang="en-IN" dirty="0"/>
          </a:p>
          <a:p>
            <a:pPr marL="342900" indent="-342900">
              <a:buFont typeface="Arial" panose="020B0604020202020204" pitchFamily="34" charset="0"/>
              <a:buChar char="•"/>
            </a:pPr>
            <a:endParaRPr lang="en-IN" dirty="0"/>
          </a:p>
        </p:txBody>
      </p:sp>
      <p:sp>
        <p:nvSpPr>
          <p:cNvPr id="3" name="Title 2"/>
          <p:cNvSpPr>
            <a:spLocks noGrp="1"/>
          </p:cNvSpPr>
          <p:nvPr>
            <p:ph type="title"/>
          </p:nvPr>
        </p:nvSpPr>
        <p:spPr/>
        <p:txBody>
          <a:bodyPr/>
          <a:lstStyle/>
          <a:p>
            <a:r>
              <a:rPr lang="en-IN" b="1" dirty="0"/>
              <a:t>LLM Optimization</a:t>
            </a:r>
          </a:p>
        </p:txBody>
      </p:sp>
    </p:spTree>
    <p:extLst>
      <p:ext uri="{BB962C8B-B14F-4D97-AF65-F5344CB8AC3E}">
        <p14:creationId xmlns:p14="http://schemas.microsoft.com/office/powerpoint/2010/main" val="23298630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8D367BB-7B49-6B0F-5969-8BCEC9184821}"/>
              </a:ext>
            </a:extLst>
          </p:cNvPr>
          <p:cNvSpPr>
            <a:spLocks noGrp="1"/>
          </p:cNvSpPr>
          <p:nvPr>
            <p:ph idx="10"/>
          </p:nvPr>
        </p:nvSpPr>
        <p:spPr/>
        <p:txBody>
          <a:bodyPr/>
          <a:lstStyle/>
          <a:p>
            <a:pPr marL="342900" indent="-342900" fontAlgn="t">
              <a:buFont typeface="Arial" panose="020B0604020202020204" pitchFamily="34" charset="0"/>
              <a:buChar char="•"/>
            </a:pPr>
            <a:r>
              <a:rPr lang="en-US" dirty="0"/>
              <a:t>Why </a:t>
            </a:r>
            <a:r>
              <a:rPr lang="en-US" b="1" dirty="0"/>
              <a:t>efficiency</a:t>
            </a:r>
            <a:r>
              <a:rPr lang="en-US" dirty="0"/>
              <a:t> matters: training is one-time cost, inference is repeated many times</a:t>
            </a:r>
          </a:p>
          <a:p>
            <a:pPr marL="342900" indent="-342900" fontAlgn="t">
              <a:buFont typeface="Arial" panose="020B0604020202020204" pitchFamily="34" charset="0"/>
              <a:buChar char="•"/>
            </a:pPr>
            <a:r>
              <a:rPr lang="en-US" dirty="0"/>
              <a:t>What governs efficiency?</a:t>
            </a:r>
          </a:p>
          <a:p>
            <a:pPr marL="342900" indent="-342900" fontAlgn="t">
              <a:buFont typeface="Arial" panose="020B0604020202020204" pitchFamily="34" charset="0"/>
              <a:buChar char="•"/>
            </a:pPr>
            <a:r>
              <a:rPr lang="en-US" dirty="0"/>
              <a:t>Training (supervised): you see all tokens, can parallelize over sequence (</a:t>
            </a:r>
            <a:r>
              <a:rPr lang="en-US" dirty="0" err="1"/>
              <a:t>matmul</a:t>
            </a:r>
            <a:r>
              <a:rPr lang="en-US" dirty="0"/>
              <a:t> in Transformer)</a:t>
            </a:r>
          </a:p>
          <a:p>
            <a:pPr marL="342900" indent="-342900" fontAlgn="t">
              <a:buFont typeface="Arial" panose="020B0604020202020204" pitchFamily="34" charset="0"/>
              <a:buChar char="•"/>
            </a:pPr>
            <a:r>
              <a:rPr lang="en-US" dirty="0"/>
              <a:t>Inference: you have to generate sequentially, can't parallelize over generation, so harder to fully utilize compute</a:t>
            </a:r>
          </a:p>
          <a:p>
            <a:pPr marL="342900" indent="-342900" fontAlgn="t">
              <a:buFont typeface="Arial" panose="020B0604020202020204" pitchFamily="34" charset="0"/>
              <a:buChar char="•"/>
            </a:pPr>
            <a:endParaRPr lang="en-US" dirty="0"/>
          </a:p>
          <a:p>
            <a:pPr marL="342900" indent="-342900">
              <a:buFont typeface="Arial" panose="020B0604020202020204" pitchFamily="34" charset="0"/>
              <a:buChar char="•"/>
            </a:pPr>
            <a:endParaRPr lang="en-IN" dirty="0"/>
          </a:p>
        </p:txBody>
      </p:sp>
      <p:sp>
        <p:nvSpPr>
          <p:cNvPr id="3" name="Title 2">
            <a:extLst>
              <a:ext uri="{FF2B5EF4-FFF2-40B4-BE49-F238E27FC236}">
                <a16:creationId xmlns:a16="http://schemas.microsoft.com/office/drawing/2014/main" id="{A5F050F2-999A-C9AF-673E-4D28894C6886}"/>
              </a:ext>
            </a:extLst>
          </p:cNvPr>
          <p:cNvSpPr>
            <a:spLocks noGrp="1"/>
          </p:cNvSpPr>
          <p:nvPr>
            <p:ph type="title"/>
          </p:nvPr>
        </p:nvSpPr>
        <p:spPr/>
        <p:txBody>
          <a:bodyPr/>
          <a:lstStyle/>
          <a:p>
            <a:r>
              <a:rPr lang="en-US" dirty="0"/>
              <a:t>LLM Inference Efficiency</a:t>
            </a:r>
            <a:endParaRPr lang="en-IN" dirty="0"/>
          </a:p>
        </p:txBody>
      </p:sp>
    </p:spTree>
    <p:extLst>
      <p:ext uri="{BB962C8B-B14F-4D97-AF65-F5344CB8AC3E}">
        <p14:creationId xmlns:p14="http://schemas.microsoft.com/office/powerpoint/2010/main" val="21131653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1987" y="440708"/>
            <a:ext cx="10515600" cy="508473"/>
          </a:xfrm>
          <a:prstGeom prst="rect">
            <a:avLst/>
          </a:prstGeom>
        </p:spPr>
        <p:txBody>
          <a:bodyPr vert="horz" wrap="square" lIns="0" tIns="15875" rIns="0" bIns="0" rtlCol="0">
            <a:spAutoFit/>
          </a:bodyPr>
          <a:lstStyle/>
          <a:p>
            <a:pPr marL="12700">
              <a:lnSpc>
                <a:spcPct val="100000"/>
              </a:lnSpc>
              <a:spcBef>
                <a:spcPts val="125"/>
              </a:spcBef>
            </a:pPr>
            <a:r>
              <a:rPr lang="en-IN" dirty="0"/>
              <a:t>Two-phase inference process</a:t>
            </a:r>
            <a:endParaRPr spc="-10" dirty="0"/>
          </a:p>
        </p:txBody>
      </p:sp>
      <p:pic>
        <p:nvPicPr>
          <p:cNvPr id="6" name="Picture 2" descr="image/png">
            <a:extLst>
              <a:ext uri="{FF2B5EF4-FFF2-40B4-BE49-F238E27FC236}">
                <a16:creationId xmlns:a16="http://schemas.microsoft.com/office/drawing/2014/main" id="{1CBC891F-4000-DA55-943C-83CB4DFBA2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989" y="3543523"/>
            <a:ext cx="8267974" cy="287376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BF5C84AB-3278-8A39-EF0D-8E150B3CE658}"/>
              </a:ext>
            </a:extLst>
          </p:cNvPr>
          <p:cNvSpPr txBox="1"/>
          <p:nvPr/>
        </p:nvSpPr>
        <p:spPr>
          <a:xfrm>
            <a:off x="0" y="6581001"/>
            <a:ext cx="6097978"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Calibri"/>
                <a:ea typeface="+mn-ea"/>
                <a:cs typeface="+mn-cs"/>
              </a:rPr>
              <a:t>Image credits: https://huggingface.co/blog/Kseniase/inference</a:t>
            </a:r>
          </a:p>
        </p:txBody>
      </p:sp>
      <p:graphicFrame>
        <p:nvGraphicFramePr>
          <p:cNvPr id="4" name="Content Placeholder 5">
            <a:extLst>
              <a:ext uri="{FF2B5EF4-FFF2-40B4-BE49-F238E27FC236}">
                <a16:creationId xmlns:a16="http://schemas.microsoft.com/office/drawing/2014/main" id="{EBD327BD-FAE5-30AE-E987-BB67ADE43953}"/>
              </a:ext>
            </a:extLst>
          </p:cNvPr>
          <p:cNvGraphicFramePr>
            <a:graphicFrameLocks/>
          </p:cNvGraphicFramePr>
          <p:nvPr/>
        </p:nvGraphicFramePr>
        <p:xfrm>
          <a:off x="231987" y="1602217"/>
          <a:ext cx="11707762" cy="1920240"/>
        </p:xfrm>
        <a:graphic>
          <a:graphicData uri="http://schemas.openxmlformats.org/drawingml/2006/table">
            <a:tbl>
              <a:tblPr>
                <a:tableStyleId>{3C2FFA5D-87B4-456A-9821-1D502468CF0F}</a:tableStyleId>
              </a:tblPr>
              <a:tblGrid>
                <a:gridCol w="1891804">
                  <a:extLst>
                    <a:ext uri="{9D8B030D-6E8A-4147-A177-3AD203B41FA5}">
                      <a16:colId xmlns:a16="http://schemas.microsoft.com/office/drawing/2014/main" val="760957903"/>
                    </a:ext>
                  </a:extLst>
                </a:gridCol>
                <a:gridCol w="3821835">
                  <a:extLst>
                    <a:ext uri="{9D8B030D-6E8A-4147-A177-3AD203B41FA5}">
                      <a16:colId xmlns:a16="http://schemas.microsoft.com/office/drawing/2014/main" val="3534115906"/>
                    </a:ext>
                  </a:extLst>
                </a:gridCol>
                <a:gridCol w="5994123">
                  <a:extLst>
                    <a:ext uri="{9D8B030D-6E8A-4147-A177-3AD203B41FA5}">
                      <a16:colId xmlns:a16="http://schemas.microsoft.com/office/drawing/2014/main" val="1801037402"/>
                    </a:ext>
                  </a:extLst>
                </a:gridCol>
              </a:tblGrid>
              <a:tr h="0">
                <a:tc>
                  <a:txBody>
                    <a:bodyPr/>
                    <a:lstStyle/>
                    <a:p>
                      <a:pPr>
                        <a:buNone/>
                      </a:pPr>
                      <a:r>
                        <a:rPr lang="en-IN"/>
                        <a:t>Phase</a:t>
                      </a:r>
                    </a:p>
                  </a:txBody>
                  <a:tcPr anchor="ctr"/>
                </a:tc>
                <a:tc>
                  <a:txBody>
                    <a:bodyPr/>
                    <a:lstStyle/>
                    <a:p>
                      <a:pPr>
                        <a:buNone/>
                      </a:pPr>
                      <a:r>
                        <a:rPr lang="en-IN" dirty="0"/>
                        <a:t>What happens</a:t>
                      </a:r>
                    </a:p>
                  </a:txBody>
                  <a:tcPr anchor="ctr"/>
                </a:tc>
                <a:tc>
                  <a:txBody>
                    <a:bodyPr/>
                    <a:lstStyle/>
                    <a:p>
                      <a:pPr>
                        <a:buNone/>
                      </a:pPr>
                      <a:r>
                        <a:rPr lang="en-IN"/>
                        <a:t>Batch behavior</a:t>
                      </a:r>
                    </a:p>
                  </a:txBody>
                  <a:tcPr anchor="ctr"/>
                </a:tc>
                <a:extLst>
                  <a:ext uri="{0D108BD9-81ED-4DB2-BD59-A6C34878D82A}">
                    <a16:rowId xmlns:a16="http://schemas.microsoft.com/office/drawing/2014/main" val="1625841031"/>
                  </a:ext>
                </a:extLst>
              </a:tr>
              <a:tr h="0">
                <a:tc>
                  <a:txBody>
                    <a:bodyPr/>
                    <a:lstStyle/>
                    <a:p>
                      <a:pPr>
                        <a:buNone/>
                      </a:pPr>
                      <a:r>
                        <a:rPr lang="en-IN" b="1"/>
                        <a:t>Prefill</a:t>
                      </a:r>
                      <a:endParaRPr lang="en-IN"/>
                    </a:p>
                  </a:txBody>
                  <a:tcPr anchor="ctr"/>
                </a:tc>
                <a:tc>
                  <a:txBody>
                    <a:bodyPr/>
                    <a:lstStyle/>
                    <a:p>
                      <a:pPr>
                        <a:buNone/>
                      </a:pPr>
                      <a:r>
                        <a:rPr lang="en-US" dirty="0"/>
                        <a:t>Entire prompt processed at once</a:t>
                      </a:r>
                    </a:p>
                  </a:txBody>
                  <a:tcPr anchor="ctr"/>
                </a:tc>
                <a:tc>
                  <a:txBody>
                    <a:bodyPr/>
                    <a:lstStyle/>
                    <a:p>
                      <a:pPr>
                        <a:buNone/>
                      </a:pPr>
                      <a:r>
                        <a:rPr lang="en-IN" dirty="0"/>
                        <a:t>Compute-bound, parallelizable across tokens</a:t>
                      </a:r>
                    </a:p>
                  </a:txBody>
                  <a:tcPr anchor="ctr"/>
                </a:tc>
                <a:extLst>
                  <a:ext uri="{0D108BD9-81ED-4DB2-BD59-A6C34878D82A}">
                    <a16:rowId xmlns:a16="http://schemas.microsoft.com/office/drawing/2014/main" val="521055725"/>
                  </a:ext>
                </a:extLst>
              </a:tr>
              <a:tr h="0">
                <a:tc>
                  <a:txBody>
                    <a:bodyPr/>
                    <a:lstStyle/>
                    <a:p>
                      <a:pPr>
                        <a:buNone/>
                      </a:pPr>
                      <a:r>
                        <a:rPr lang="en-IN" b="1"/>
                        <a:t>Decode</a:t>
                      </a:r>
                      <a:endParaRPr lang="en-IN"/>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One new token generated per step, </a:t>
                      </a:r>
                      <a:r>
                        <a:rPr kumimoji="0" lang="en-US" sz="1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Arial MT"/>
                        </a:rPr>
                        <a:t>Use</a:t>
                      </a:r>
                      <a:r>
                        <a:rPr kumimoji="0" lang="en-US" sz="1800" b="0" i="0" u="none" strike="noStrike" kern="1200" cap="none" spc="-40" normalizeH="0" baseline="0" noProof="0" dirty="0">
                          <a:ln>
                            <a:noFill/>
                          </a:ln>
                          <a:solidFill>
                            <a:prstClr val="black"/>
                          </a:solidFill>
                          <a:effectLst/>
                          <a:uLnTx/>
                          <a:uFillTx/>
                          <a:latin typeface="Cambria" panose="02040503050406030204" pitchFamily="18" charset="0"/>
                          <a:ea typeface="Cambria" panose="02040503050406030204" pitchFamily="18" charset="0"/>
                          <a:cs typeface="Arial MT"/>
                        </a:rPr>
                        <a:t> </a:t>
                      </a:r>
                      <a:r>
                        <a:rPr kumimoji="0" lang="en-US" sz="1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Arial MT"/>
                        </a:rPr>
                        <a:t>attention</a:t>
                      </a:r>
                      <a:r>
                        <a:rPr kumimoji="0" lang="en-US" sz="1800" b="0" i="0" u="none" strike="noStrike" kern="1200" cap="none" spc="-30" normalizeH="0" baseline="0" noProof="0" dirty="0">
                          <a:ln>
                            <a:noFill/>
                          </a:ln>
                          <a:solidFill>
                            <a:prstClr val="black"/>
                          </a:solidFill>
                          <a:effectLst/>
                          <a:uLnTx/>
                          <a:uFillTx/>
                          <a:latin typeface="Cambria" panose="02040503050406030204" pitchFamily="18" charset="0"/>
                          <a:ea typeface="Cambria" panose="02040503050406030204" pitchFamily="18" charset="0"/>
                          <a:cs typeface="Arial MT"/>
                        </a:rPr>
                        <a:t> </a:t>
                      </a:r>
                      <a:r>
                        <a:rPr kumimoji="0" lang="en-US" sz="1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Arial MT"/>
                        </a:rPr>
                        <a:t>keys</a:t>
                      </a:r>
                      <a:r>
                        <a:rPr kumimoji="0" lang="en-US" sz="1800" b="0" i="0" u="none" strike="noStrike" kern="1200" cap="none" spc="-40" normalizeH="0" baseline="0" noProof="0" dirty="0">
                          <a:ln>
                            <a:noFill/>
                          </a:ln>
                          <a:solidFill>
                            <a:prstClr val="black"/>
                          </a:solidFill>
                          <a:effectLst/>
                          <a:uLnTx/>
                          <a:uFillTx/>
                          <a:latin typeface="Cambria" panose="02040503050406030204" pitchFamily="18" charset="0"/>
                          <a:ea typeface="Cambria" panose="02040503050406030204" pitchFamily="18" charset="0"/>
                          <a:cs typeface="Arial MT"/>
                        </a:rPr>
                        <a:t> </a:t>
                      </a:r>
                      <a:r>
                        <a:rPr kumimoji="0" lang="en-US" sz="1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Arial MT"/>
                        </a:rPr>
                        <a:t>&amp;</a:t>
                      </a:r>
                      <a:r>
                        <a:rPr kumimoji="0" lang="en-US" sz="1800" b="0" i="0" u="none" strike="noStrike" kern="1200" cap="none" spc="-55" normalizeH="0" baseline="0" noProof="0" dirty="0">
                          <a:ln>
                            <a:noFill/>
                          </a:ln>
                          <a:solidFill>
                            <a:prstClr val="black"/>
                          </a:solidFill>
                          <a:effectLst/>
                          <a:uLnTx/>
                          <a:uFillTx/>
                          <a:latin typeface="Cambria" panose="02040503050406030204" pitchFamily="18" charset="0"/>
                          <a:ea typeface="Cambria" panose="02040503050406030204" pitchFamily="18" charset="0"/>
                          <a:cs typeface="Arial MT"/>
                        </a:rPr>
                        <a:t> </a:t>
                      </a:r>
                      <a:r>
                        <a:rPr kumimoji="0" lang="en-US" sz="1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Arial MT"/>
                        </a:rPr>
                        <a:t>values</a:t>
                      </a:r>
                      <a:r>
                        <a:rPr kumimoji="0" lang="en-US" sz="1800" b="0" i="0" u="none" strike="noStrike" kern="1200" cap="none" spc="-40" normalizeH="0" baseline="0" noProof="0" dirty="0">
                          <a:ln>
                            <a:noFill/>
                          </a:ln>
                          <a:solidFill>
                            <a:prstClr val="black"/>
                          </a:solidFill>
                          <a:effectLst/>
                          <a:uLnTx/>
                          <a:uFillTx/>
                          <a:latin typeface="Cambria" panose="02040503050406030204" pitchFamily="18" charset="0"/>
                          <a:ea typeface="Cambria" panose="02040503050406030204" pitchFamily="18" charset="0"/>
                          <a:cs typeface="Arial MT"/>
                        </a:rPr>
                        <a:t> </a:t>
                      </a:r>
                      <a:r>
                        <a:rPr kumimoji="0" lang="en-US" sz="1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Arial MT"/>
                        </a:rPr>
                        <a:t>of</a:t>
                      </a:r>
                      <a:r>
                        <a:rPr kumimoji="0" lang="en-US" sz="1800" b="0" i="0" u="none" strike="noStrike" kern="1200" cap="none" spc="-95" normalizeH="0" baseline="0" noProof="0" dirty="0">
                          <a:ln>
                            <a:noFill/>
                          </a:ln>
                          <a:solidFill>
                            <a:prstClr val="black"/>
                          </a:solidFill>
                          <a:effectLst/>
                          <a:uLnTx/>
                          <a:uFillTx/>
                          <a:latin typeface="Cambria" panose="02040503050406030204" pitchFamily="18" charset="0"/>
                          <a:ea typeface="Cambria" panose="02040503050406030204" pitchFamily="18" charset="0"/>
                          <a:cs typeface="Arial MT"/>
                        </a:rPr>
                        <a:t> </a:t>
                      </a:r>
                      <a:r>
                        <a:rPr kumimoji="0" lang="en-US" sz="1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Arial MT"/>
                        </a:rPr>
                        <a:t>all</a:t>
                      </a:r>
                      <a:r>
                        <a:rPr kumimoji="0" lang="en-US" sz="1800" b="0" i="0" u="none" strike="noStrike" kern="1200" cap="none" spc="-40" normalizeH="0" baseline="0" noProof="0" dirty="0">
                          <a:ln>
                            <a:noFill/>
                          </a:ln>
                          <a:solidFill>
                            <a:prstClr val="black"/>
                          </a:solidFill>
                          <a:effectLst/>
                          <a:uLnTx/>
                          <a:uFillTx/>
                          <a:latin typeface="Cambria" panose="02040503050406030204" pitchFamily="18" charset="0"/>
                          <a:ea typeface="Cambria" panose="02040503050406030204" pitchFamily="18" charset="0"/>
                          <a:cs typeface="Arial MT"/>
                        </a:rPr>
                        <a:t> </a:t>
                      </a:r>
                      <a:r>
                        <a:rPr kumimoji="0" lang="en-US" sz="1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Arial MT"/>
                        </a:rPr>
                        <a:t>previous</a:t>
                      </a:r>
                      <a:r>
                        <a:rPr kumimoji="0" lang="en-US" sz="1800" b="0" i="0" u="none" strike="noStrike" kern="1200" cap="none" spc="-105" normalizeH="0" baseline="0" noProof="0" dirty="0">
                          <a:ln>
                            <a:noFill/>
                          </a:ln>
                          <a:solidFill>
                            <a:prstClr val="black"/>
                          </a:solidFill>
                          <a:effectLst/>
                          <a:uLnTx/>
                          <a:uFillTx/>
                          <a:latin typeface="Cambria" panose="02040503050406030204" pitchFamily="18" charset="0"/>
                          <a:ea typeface="Cambria" panose="02040503050406030204" pitchFamily="18" charset="0"/>
                          <a:cs typeface="Arial MT"/>
                        </a:rPr>
                        <a:t> </a:t>
                      </a:r>
                      <a:r>
                        <a:rPr kumimoji="0" lang="en-US" sz="1800" b="0" i="0" u="none" strike="noStrike" kern="1200" cap="none" spc="-10" normalizeH="0" baseline="0" noProof="0" dirty="0">
                          <a:ln>
                            <a:noFill/>
                          </a:ln>
                          <a:solidFill>
                            <a:prstClr val="black"/>
                          </a:solidFill>
                          <a:effectLst/>
                          <a:uLnTx/>
                          <a:uFillTx/>
                          <a:latin typeface="Cambria" panose="02040503050406030204" pitchFamily="18" charset="0"/>
                          <a:ea typeface="Cambria" panose="02040503050406030204" pitchFamily="18" charset="0"/>
                          <a:cs typeface="Arial MT"/>
                        </a:rPr>
                        <a:t>tokens</a:t>
                      </a:r>
                      <a:endParaRPr kumimoji="0" lang="en-US" sz="18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Arial MT"/>
                      </a:endParaRPr>
                    </a:p>
                    <a:p>
                      <a:pPr>
                        <a:buNone/>
                      </a:pPr>
                      <a:endParaRPr lang="en-US" dirty="0"/>
                    </a:p>
                  </a:txBody>
                  <a:tcPr anchor="ctr"/>
                </a:tc>
                <a:tc>
                  <a:txBody>
                    <a:bodyPr/>
                    <a:lstStyle/>
                    <a:p>
                      <a:pPr>
                        <a:buNone/>
                      </a:pPr>
                      <a:r>
                        <a:rPr lang="en-IN" dirty="0"/>
                        <a:t>Memory-bandwidth-bound, serial per request</a:t>
                      </a:r>
                    </a:p>
                  </a:txBody>
                  <a:tcPr anchor="ctr"/>
                </a:tc>
                <a:extLst>
                  <a:ext uri="{0D108BD9-81ED-4DB2-BD59-A6C34878D82A}">
                    <a16:rowId xmlns:a16="http://schemas.microsoft.com/office/drawing/2014/main" val="2262061055"/>
                  </a:ext>
                </a:extLst>
              </a:tr>
            </a:tbl>
          </a:graphicData>
        </a:graphic>
      </p:graphicFrame>
    </p:spTree>
    <p:extLst>
      <p:ext uri="{BB962C8B-B14F-4D97-AF65-F5344CB8AC3E}">
        <p14:creationId xmlns:p14="http://schemas.microsoft.com/office/powerpoint/2010/main" val="10452124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02066D-7E08-9C51-25C7-D22DDB5AAC21}"/>
              </a:ext>
            </a:extLst>
          </p:cNvPr>
          <p:cNvSpPr>
            <a:spLocks noGrp="1"/>
          </p:cNvSpPr>
          <p:nvPr>
            <p:ph type="title"/>
          </p:nvPr>
        </p:nvSpPr>
        <p:spPr>
          <a:xfrm>
            <a:off x="442194" y="2218314"/>
            <a:ext cx="10515600" cy="1325563"/>
          </a:xfrm>
        </p:spPr>
        <p:txBody>
          <a:bodyPr/>
          <a:lstStyle/>
          <a:p>
            <a:r>
              <a:rPr lang="en-US" dirty="0"/>
              <a:t>KV cache</a:t>
            </a:r>
            <a:endParaRPr lang="en-IN" dirty="0"/>
          </a:p>
        </p:txBody>
      </p:sp>
    </p:spTree>
    <p:extLst>
      <p:ext uri="{BB962C8B-B14F-4D97-AF65-F5344CB8AC3E}">
        <p14:creationId xmlns:p14="http://schemas.microsoft.com/office/powerpoint/2010/main" val="34199438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41125" y="336035"/>
            <a:ext cx="14020800" cy="509541"/>
          </a:xfrm>
          <a:prstGeom prst="rect">
            <a:avLst/>
          </a:prstGeom>
        </p:spPr>
        <p:txBody>
          <a:bodyPr vert="horz" wrap="square" lIns="0" tIns="16933" rIns="0" bIns="0" rtlCol="0" anchor="ctr">
            <a:spAutoFit/>
          </a:bodyPr>
          <a:lstStyle/>
          <a:p>
            <a:pPr marL="50799">
              <a:spcBef>
                <a:spcPts val="133"/>
              </a:spcBef>
            </a:pPr>
            <a:r>
              <a:rPr spc="-140" dirty="0"/>
              <a:t>QKV</a:t>
            </a:r>
            <a:r>
              <a:rPr spc="-133" dirty="0"/>
              <a:t> </a:t>
            </a:r>
            <a:r>
              <a:rPr spc="73" dirty="0"/>
              <a:t>calculations</a:t>
            </a:r>
            <a:endParaRPr dirty="0">
              <a:latin typeface="Arial Black"/>
              <a:cs typeface="Arial Black"/>
            </a:endParaRPr>
          </a:p>
        </p:txBody>
      </p:sp>
      <p:graphicFrame>
        <p:nvGraphicFramePr>
          <p:cNvPr id="4" name="object 4"/>
          <p:cNvGraphicFramePr>
            <a:graphicFrameLocks noGrp="1"/>
          </p:cNvGraphicFramePr>
          <p:nvPr>
            <p:extLst>
              <p:ext uri="{D42A27DB-BD31-4B8C-83A1-F6EECF244321}">
                <p14:modId xmlns:p14="http://schemas.microsoft.com/office/powerpoint/2010/main" val="1312074178"/>
              </p:ext>
            </p:extLst>
          </p:nvPr>
        </p:nvGraphicFramePr>
        <p:xfrm>
          <a:off x="1487004" y="2872624"/>
          <a:ext cx="2420618" cy="2114973"/>
        </p:xfrm>
        <a:graphic>
          <a:graphicData uri="http://schemas.openxmlformats.org/drawingml/2006/table">
            <a:tbl>
              <a:tblPr firstRow="1" bandRow="1">
                <a:tableStyleId>{2D5ABB26-0587-4C30-8999-92F81FD0307C}</a:tableStyleId>
              </a:tblPr>
              <a:tblGrid>
                <a:gridCol w="806873">
                  <a:extLst>
                    <a:ext uri="{9D8B030D-6E8A-4147-A177-3AD203B41FA5}">
                      <a16:colId xmlns:a16="http://schemas.microsoft.com/office/drawing/2014/main" val="20000"/>
                    </a:ext>
                  </a:extLst>
                </a:gridCol>
                <a:gridCol w="806873">
                  <a:extLst>
                    <a:ext uri="{9D8B030D-6E8A-4147-A177-3AD203B41FA5}">
                      <a16:colId xmlns:a16="http://schemas.microsoft.com/office/drawing/2014/main" val="20001"/>
                    </a:ext>
                  </a:extLst>
                </a:gridCol>
                <a:gridCol w="806872">
                  <a:extLst>
                    <a:ext uri="{9D8B030D-6E8A-4147-A177-3AD203B41FA5}">
                      <a16:colId xmlns:a16="http://schemas.microsoft.com/office/drawing/2014/main" val="20002"/>
                    </a:ext>
                  </a:extLst>
                </a:gridCol>
              </a:tblGrid>
              <a:tr h="703580">
                <a:tc>
                  <a:txBody>
                    <a:bodyPr/>
                    <a:lstStyle/>
                    <a:p>
                      <a:pPr>
                        <a:lnSpc>
                          <a:spcPct val="100000"/>
                        </a:lnSpc>
                        <a:spcBef>
                          <a:spcPts val="150"/>
                        </a:spcBef>
                      </a:pPr>
                      <a:endParaRPr sz="1200" dirty="0">
                        <a:latin typeface="Times New Roman"/>
                        <a:cs typeface="Times New Roman"/>
                      </a:endParaRPr>
                    </a:p>
                    <a:p>
                      <a:pPr algn="ctr">
                        <a:lnSpc>
                          <a:spcPts val="800"/>
                        </a:lnSpc>
                        <a:tabLst>
                          <a:tab pos="295910" algn="l"/>
                        </a:tabLst>
                      </a:pPr>
                      <a:r>
                        <a:rPr sz="1900" spc="-25" dirty="0">
                          <a:solidFill>
                            <a:srgbClr val="BE9000"/>
                          </a:solidFill>
                          <a:latin typeface="Lucida Sans Unicode"/>
                          <a:cs typeface="Lucida Sans Unicode"/>
                        </a:rPr>
                        <a:t>q</a:t>
                      </a:r>
                      <a:r>
                        <a:rPr sz="1800" spc="-37" baseline="-33950" dirty="0">
                          <a:solidFill>
                            <a:srgbClr val="BE9000"/>
                          </a:solidFill>
                          <a:latin typeface="Lucida Sans Unicode"/>
                          <a:cs typeface="Lucida Sans Unicode"/>
                        </a:rPr>
                        <a:t>1</a:t>
                      </a:r>
                      <a:r>
                        <a:rPr sz="1800" baseline="-33950" dirty="0">
                          <a:solidFill>
                            <a:srgbClr val="BE9000"/>
                          </a:solidFill>
                          <a:latin typeface="Lucida Sans Unicode"/>
                          <a:cs typeface="Lucida Sans Unicode"/>
                        </a:rPr>
                        <a:t>	</a:t>
                      </a:r>
                      <a:r>
                        <a:rPr sz="1900" spc="-25" dirty="0">
                          <a:solidFill>
                            <a:srgbClr val="BE9000"/>
                          </a:solidFill>
                          <a:latin typeface="Lucida Sans Unicode"/>
                          <a:cs typeface="Lucida Sans Unicode"/>
                        </a:rPr>
                        <a:t>k</a:t>
                      </a:r>
                      <a:r>
                        <a:rPr sz="1800" spc="-37" baseline="-33950" dirty="0">
                          <a:solidFill>
                            <a:srgbClr val="BE9000"/>
                          </a:solidFill>
                          <a:latin typeface="Lucida Sans Unicode"/>
                          <a:cs typeface="Lucida Sans Unicode"/>
                        </a:rPr>
                        <a:t>1</a:t>
                      </a:r>
                      <a:endParaRPr sz="1800" baseline="-33950" dirty="0">
                        <a:latin typeface="Lucida Sans Unicode"/>
                        <a:cs typeface="Lucida Sans Unicode"/>
                      </a:endParaRPr>
                    </a:p>
                    <a:p>
                      <a:pPr marR="12700" algn="ctr">
                        <a:lnSpc>
                          <a:spcPts val="880"/>
                        </a:lnSpc>
                      </a:pPr>
                      <a:r>
                        <a:rPr sz="1900" spc="-50" dirty="0">
                          <a:solidFill>
                            <a:srgbClr val="BE9000"/>
                          </a:solidFill>
                          <a:latin typeface="MS PGothic"/>
                          <a:cs typeface="MS PGothic"/>
                        </a:rPr>
                        <a:t>⋅</a:t>
                      </a:r>
                      <a:endParaRPr sz="1900" dirty="0">
                        <a:latin typeface="MS PGothic"/>
                        <a:cs typeface="MS PGothic"/>
                      </a:endParaRPr>
                    </a:p>
                  </a:txBody>
                  <a:tcPr marL="0" marR="0" marT="25400" marB="0">
                    <a:lnL w="9525">
                      <a:solidFill>
                        <a:srgbClr val="FAB901"/>
                      </a:solidFill>
                      <a:prstDash val="solid"/>
                    </a:lnL>
                    <a:lnR w="9525">
                      <a:solidFill>
                        <a:srgbClr val="FAB901"/>
                      </a:solidFill>
                      <a:prstDash val="solid"/>
                    </a:lnR>
                    <a:lnT w="9525">
                      <a:solidFill>
                        <a:srgbClr val="FAB901"/>
                      </a:solidFill>
                      <a:prstDash val="solid"/>
                    </a:lnT>
                    <a:lnB w="19050">
                      <a:solidFill>
                        <a:srgbClr val="FAB901"/>
                      </a:solidFill>
                      <a:prstDash val="solid"/>
                    </a:lnB>
                  </a:tcPr>
                </a:tc>
                <a:tc>
                  <a:txBody>
                    <a:bodyPr/>
                    <a:lstStyle/>
                    <a:p>
                      <a:pPr>
                        <a:lnSpc>
                          <a:spcPct val="100000"/>
                        </a:lnSpc>
                      </a:pPr>
                      <a:endParaRPr sz="1900">
                        <a:latin typeface="Times New Roman"/>
                        <a:cs typeface="Times New Roman"/>
                      </a:endParaRPr>
                    </a:p>
                  </a:txBody>
                  <a:tcPr marL="0" marR="0" marT="0" marB="0">
                    <a:lnL w="9525">
                      <a:solidFill>
                        <a:srgbClr val="FAB901"/>
                      </a:solidFill>
                      <a:prstDash val="solid"/>
                    </a:lnL>
                    <a:lnR w="9525">
                      <a:solidFill>
                        <a:srgbClr val="FAB901"/>
                      </a:solidFill>
                      <a:prstDash val="solid"/>
                    </a:lnR>
                    <a:lnT w="9525">
                      <a:solidFill>
                        <a:srgbClr val="FAB901"/>
                      </a:solidFill>
                      <a:prstDash val="solid"/>
                    </a:lnT>
                    <a:lnB w="19050">
                      <a:solidFill>
                        <a:srgbClr val="FAB901"/>
                      </a:solidFill>
                      <a:prstDash val="solid"/>
                    </a:lnB>
                    <a:solidFill>
                      <a:srgbClr val="EEEEEE"/>
                    </a:solidFill>
                  </a:tcPr>
                </a:tc>
                <a:tc>
                  <a:txBody>
                    <a:bodyPr/>
                    <a:lstStyle/>
                    <a:p>
                      <a:pPr>
                        <a:lnSpc>
                          <a:spcPct val="100000"/>
                        </a:lnSpc>
                      </a:pPr>
                      <a:endParaRPr sz="1900">
                        <a:latin typeface="Times New Roman"/>
                        <a:cs typeface="Times New Roman"/>
                      </a:endParaRPr>
                    </a:p>
                  </a:txBody>
                  <a:tcPr marL="0" marR="0" marT="0" marB="0">
                    <a:lnL w="9525">
                      <a:solidFill>
                        <a:srgbClr val="FAB901"/>
                      </a:solidFill>
                      <a:prstDash val="solid"/>
                    </a:lnL>
                    <a:lnR w="9525">
                      <a:solidFill>
                        <a:srgbClr val="FAB901"/>
                      </a:solidFill>
                      <a:prstDash val="solid"/>
                    </a:lnR>
                    <a:lnT w="9525">
                      <a:solidFill>
                        <a:srgbClr val="FAB901"/>
                      </a:solidFill>
                      <a:prstDash val="solid"/>
                    </a:lnT>
                    <a:lnB w="19050">
                      <a:solidFill>
                        <a:srgbClr val="FAB901"/>
                      </a:solidFill>
                      <a:prstDash val="solid"/>
                    </a:lnB>
                    <a:solidFill>
                      <a:srgbClr val="EEEEEE"/>
                    </a:solidFill>
                  </a:tcPr>
                </a:tc>
                <a:extLst>
                  <a:ext uri="{0D108BD9-81ED-4DB2-BD59-A6C34878D82A}">
                    <a16:rowId xmlns:a16="http://schemas.microsoft.com/office/drawing/2014/main" val="10000"/>
                  </a:ext>
                </a:extLst>
              </a:tr>
              <a:tr h="707813">
                <a:tc>
                  <a:txBody>
                    <a:bodyPr/>
                    <a:lstStyle/>
                    <a:p>
                      <a:pPr>
                        <a:lnSpc>
                          <a:spcPct val="100000"/>
                        </a:lnSpc>
                        <a:spcBef>
                          <a:spcPts val="175"/>
                        </a:spcBef>
                      </a:pPr>
                      <a:endParaRPr sz="1200" dirty="0">
                        <a:latin typeface="Times New Roman"/>
                        <a:cs typeface="Times New Roman"/>
                      </a:endParaRPr>
                    </a:p>
                    <a:p>
                      <a:pPr algn="ctr">
                        <a:lnSpc>
                          <a:spcPts val="800"/>
                        </a:lnSpc>
                        <a:tabLst>
                          <a:tab pos="325755" algn="l"/>
                        </a:tabLst>
                      </a:pPr>
                      <a:r>
                        <a:rPr sz="1900" spc="-25" dirty="0">
                          <a:solidFill>
                            <a:srgbClr val="BE9000"/>
                          </a:solidFill>
                          <a:latin typeface="Lucida Sans Unicode"/>
                          <a:cs typeface="Lucida Sans Unicode"/>
                        </a:rPr>
                        <a:t>q</a:t>
                      </a:r>
                      <a:r>
                        <a:rPr sz="1800" spc="-37" baseline="-33950" dirty="0">
                          <a:solidFill>
                            <a:srgbClr val="BE9000"/>
                          </a:solidFill>
                          <a:latin typeface="Lucida Sans Unicode"/>
                          <a:cs typeface="Lucida Sans Unicode"/>
                        </a:rPr>
                        <a:t>2</a:t>
                      </a:r>
                      <a:r>
                        <a:rPr sz="1800" baseline="-33950" dirty="0">
                          <a:solidFill>
                            <a:srgbClr val="BE9000"/>
                          </a:solidFill>
                          <a:latin typeface="Lucida Sans Unicode"/>
                          <a:cs typeface="Lucida Sans Unicode"/>
                        </a:rPr>
                        <a:t>	</a:t>
                      </a:r>
                      <a:r>
                        <a:rPr sz="1900" spc="-25" dirty="0">
                          <a:solidFill>
                            <a:srgbClr val="BE9000"/>
                          </a:solidFill>
                          <a:latin typeface="Lucida Sans Unicode"/>
                          <a:cs typeface="Lucida Sans Unicode"/>
                        </a:rPr>
                        <a:t>k</a:t>
                      </a:r>
                      <a:r>
                        <a:rPr sz="1800" spc="-37" baseline="-33950" dirty="0">
                          <a:solidFill>
                            <a:srgbClr val="BE9000"/>
                          </a:solidFill>
                          <a:latin typeface="Lucida Sans Unicode"/>
                          <a:cs typeface="Lucida Sans Unicode"/>
                        </a:rPr>
                        <a:t>1</a:t>
                      </a:r>
                      <a:endParaRPr sz="1800" baseline="-33950" dirty="0">
                        <a:latin typeface="Lucida Sans Unicode"/>
                        <a:cs typeface="Lucida Sans Unicode"/>
                      </a:endParaRPr>
                    </a:p>
                    <a:p>
                      <a:pPr marL="9525" algn="ctr">
                        <a:lnSpc>
                          <a:spcPts val="880"/>
                        </a:lnSpc>
                      </a:pPr>
                      <a:r>
                        <a:rPr sz="1900" spc="-50" dirty="0">
                          <a:solidFill>
                            <a:srgbClr val="BE9000"/>
                          </a:solidFill>
                          <a:latin typeface="MS PGothic"/>
                          <a:cs typeface="MS PGothic"/>
                        </a:rPr>
                        <a:t>⋅</a:t>
                      </a:r>
                      <a:endParaRPr sz="1900" dirty="0">
                        <a:latin typeface="MS PGothic"/>
                        <a:cs typeface="MS PGothic"/>
                      </a:endParaRPr>
                    </a:p>
                  </a:txBody>
                  <a:tcPr marL="0" marR="0" marT="29633" marB="0">
                    <a:lnL w="9525">
                      <a:solidFill>
                        <a:srgbClr val="FAB901"/>
                      </a:solidFill>
                      <a:prstDash val="solid"/>
                    </a:lnL>
                    <a:lnR w="9525">
                      <a:solidFill>
                        <a:srgbClr val="FAB901"/>
                      </a:solidFill>
                      <a:prstDash val="solid"/>
                    </a:lnR>
                    <a:lnT w="19050">
                      <a:solidFill>
                        <a:srgbClr val="FAB901"/>
                      </a:solidFill>
                      <a:prstDash val="solid"/>
                    </a:lnT>
                    <a:lnB w="19050">
                      <a:solidFill>
                        <a:srgbClr val="FAB901"/>
                      </a:solidFill>
                      <a:prstDash val="solid"/>
                    </a:lnB>
                  </a:tcPr>
                </a:tc>
                <a:tc>
                  <a:txBody>
                    <a:bodyPr/>
                    <a:lstStyle/>
                    <a:p>
                      <a:pPr algn="ctr">
                        <a:lnSpc>
                          <a:spcPts val="1105"/>
                        </a:lnSpc>
                        <a:spcBef>
                          <a:spcPts val="385"/>
                        </a:spcBef>
                      </a:pPr>
                      <a:r>
                        <a:rPr sz="1900" spc="70" dirty="0">
                          <a:solidFill>
                            <a:srgbClr val="BE9000"/>
                          </a:solidFill>
                          <a:latin typeface="Lucida Sans Unicode"/>
                          <a:cs typeface="Lucida Sans Unicode"/>
                        </a:rPr>
                        <a:t>q</a:t>
                      </a:r>
                      <a:r>
                        <a:rPr sz="1900" spc="90" dirty="0">
                          <a:solidFill>
                            <a:srgbClr val="BE9000"/>
                          </a:solidFill>
                          <a:latin typeface="Lucida Sans Unicode"/>
                          <a:cs typeface="Lucida Sans Unicode"/>
                        </a:rPr>
                        <a:t> </a:t>
                      </a:r>
                      <a:r>
                        <a:rPr sz="1900" spc="-50" dirty="0">
                          <a:solidFill>
                            <a:srgbClr val="BE9000"/>
                          </a:solidFill>
                          <a:latin typeface="MS PGothic"/>
                          <a:cs typeface="MS PGothic"/>
                        </a:rPr>
                        <a:t>⋅</a:t>
                      </a:r>
                      <a:endParaRPr sz="1900">
                        <a:latin typeface="MS PGothic"/>
                        <a:cs typeface="MS PGothic"/>
                      </a:endParaRPr>
                    </a:p>
                    <a:p>
                      <a:pPr marR="22860" algn="ctr">
                        <a:lnSpc>
                          <a:spcPts val="1105"/>
                        </a:lnSpc>
                      </a:pPr>
                      <a:r>
                        <a:rPr sz="2800" spc="-37" baseline="-45634" dirty="0">
                          <a:solidFill>
                            <a:srgbClr val="BE9000"/>
                          </a:solidFill>
                          <a:latin typeface="Lucida Sans Unicode"/>
                          <a:cs typeface="Lucida Sans Unicode"/>
                        </a:rPr>
                        <a:t>k</a:t>
                      </a:r>
                      <a:r>
                        <a:rPr sz="1200" spc="-25" dirty="0">
                          <a:solidFill>
                            <a:srgbClr val="BE9000"/>
                          </a:solidFill>
                          <a:latin typeface="Lucida Sans Unicode"/>
                          <a:cs typeface="Lucida Sans Unicode"/>
                        </a:rPr>
                        <a:t>2</a:t>
                      </a:r>
                      <a:endParaRPr sz="1200">
                        <a:latin typeface="Lucida Sans Unicode"/>
                        <a:cs typeface="Lucida Sans Unicode"/>
                      </a:endParaRPr>
                    </a:p>
                    <a:p>
                      <a:pPr marL="91440" algn="ctr">
                        <a:lnSpc>
                          <a:spcPts val="1025"/>
                        </a:lnSpc>
                        <a:spcBef>
                          <a:spcPts val="470"/>
                        </a:spcBef>
                      </a:pPr>
                      <a:r>
                        <a:rPr sz="1200" spc="-50" dirty="0">
                          <a:solidFill>
                            <a:srgbClr val="BE9000"/>
                          </a:solidFill>
                          <a:latin typeface="Lucida Sans Unicode"/>
                          <a:cs typeface="Lucida Sans Unicode"/>
                        </a:rPr>
                        <a:t>2</a:t>
                      </a:r>
                      <a:endParaRPr sz="1200">
                        <a:latin typeface="Lucida Sans Unicode"/>
                        <a:cs typeface="Lucida Sans Unicode"/>
                      </a:endParaRPr>
                    </a:p>
                  </a:txBody>
                  <a:tcPr marL="0" marR="0" marT="65193" marB="0">
                    <a:lnL w="9525">
                      <a:solidFill>
                        <a:srgbClr val="FAB901"/>
                      </a:solidFill>
                      <a:prstDash val="solid"/>
                    </a:lnL>
                    <a:lnR w="9525">
                      <a:solidFill>
                        <a:srgbClr val="FAB901"/>
                      </a:solidFill>
                      <a:prstDash val="solid"/>
                    </a:lnR>
                    <a:lnT w="19050">
                      <a:solidFill>
                        <a:srgbClr val="FAB901"/>
                      </a:solidFill>
                      <a:prstDash val="solid"/>
                    </a:lnT>
                    <a:lnB w="19050">
                      <a:solidFill>
                        <a:srgbClr val="FAB901"/>
                      </a:solidFill>
                      <a:prstDash val="solid"/>
                    </a:lnB>
                  </a:tcPr>
                </a:tc>
                <a:tc>
                  <a:txBody>
                    <a:bodyPr/>
                    <a:lstStyle/>
                    <a:p>
                      <a:pPr>
                        <a:lnSpc>
                          <a:spcPct val="100000"/>
                        </a:lnSpc>
                      </a:pPr>
                      <a:endParaRPr sz="1900">
                        <a:latin typeface="Times New Roman"/>
                        <a:cs typeface="Times New Roman"/>
                      </a:endParaRPr>
                    </a:p>
                  </a:txBody>
                  <a:tcPr marL="0" marR="0" marT="0" marB="0">
                    <a:lnL w="9525">
                      <a:solidFill>
                        <a:srgbClr val="FAB901"/>
                      </a:solidFill>
                      <a:prstDash val="solid"/>
                    </a:lnL>
                    <a:lnR w="9525">
                      <a:solidFill>
                        <a:srgbClr val="FAB901"/>
                      </a:solidFill>
                      <a:prstDash val="solid"/>
                    </a:lnR>
                    <a:lnT w="19050">
                      <a:solidFill>
                        <a:srgbClr val="FAB901"/>
                      </a:solidFill>
                      <a:prstDash val="solid"/>
                    </a:lnT>
                    <a:lnB w="19050">
                      <a:solidFill>
                        <a:srgbClr val="FAB901"/>
                      </a:solidFill>
                      <a:prstDash val="solid"/>
                    </a:lnB>
                    <a:solidFill>
                      <a:srgbClr val="EEEEEE"/>
                    </a:solidFill>
                  </a:tcPr>
                </a:tc>
                <a:extLst>
                  <a:ext uri="{0D108BD9-81ED-4DB2-BD59-A6C34878D82A}">
                    <a16:rowId xmlns:a16="http://schemas.microsoft.com/office/drawing/2014/main" val="10001"/>
                  </a:ext>
                </a:extLst>
              </a:tr>
              <a:tr h="703580">
                <a:tc>
                  <a:txBody>
                    <a:bodyPr/>
                    <a:lstStyle/>
                    <a:p>
                      <a:pPr marL="73660">
                        <a:lnSpc>
                          <a:spcPts val="1355"/>
                        </a:lnSpc>
                        <a:spcBef>
                          <a:spcPts val="1210"/>
                        </a:spcBef>
                      </a:pPr>
                      <a:r>
                        <a:rPr sz="1900" spc="70" dirty="0">
                          <a:solidFill>
                            <a:srgbClr val="BE9000"/>
                          </a:solidFill>
                          <a:latin typeface="Lucida Sans Unicode"/>
                          <a:cs typeface="Lucida Sans Unicode"/>
                        </a:rPr>
                        <a:t>q</a:t>
                      </a:r>
                      <a:r>
                        <a:rPr lang="en-US" sz="1900" spc="70" baseline="-25000" dirty="0">
                          <a:solidFill>
                            <a:srgbClr val="BE9000"/>
                          </a:solidFill>
                          <a:latin typeface="Lucida Sans Unicode"/>
                          <a:cs typeface="Lucida Sans Unicode"/>
                        </a:rPr>
                        <a:t>3</a:t>
                      </a:r>
                      <a:r>
                        <a:rPr lang="en-US" sz="1900" spc="105" dirty="0">
                          <a:solidFill>
                            <a:srgbClr val="BE9000"/>
                          </a:solidFill>
                          <a:latin typeface="Lucida Sans Unicode"/>
                          <a:cs typeface="Lucida Sans Unicode"/>
                        </a:rPr>
                        <a:t>.</a:t>
                      </a:r>
                      <a:r>
                        <a:rPr sz="1900" spc="-45" dirty="0">
                          <a:solidFill>
                            <a:srgbClr val="BE9000"/>
                          </a:solidFill>
                          <a:latin typeface="MS PGothic"/>
                          <a:cs typeface="MS PGothic"/>
                        </a:rPr>
                        <a:t> </a:t>
                      </a:r>
                      <a:r>
                        <a:rPr sz="1900" spc="-50" dirty="0">
                          <a:solidFill>
                            <a:srgbClr val="BE9000"/>
                          </a:solidFill>
                          <a:latin typeface="Lucida Sans Unicode"/>
                          <a:cs typeface="Lucida Sans Unicode"/>
                        </a:rPr>
                        <a:t>k</a:t>
                      </a:r>
                      <a:r>
                        <a:rPr lang="en-US" sz="1200" spc="-50" dirty="0">
                          <a:solidFill>
                            <a:srgbClr val="BE9000"/>
                          </a:solidFill>
                          <a:latin typeface="Lucida Sans Unicode"/>
                          <a:cs typeface="Lucida Sans Unicode"/>
                        </a:rPr>
                        <a:t>1</a:t>
                      </a:r>
                      <a:endParaRPr sz="1900" dirty="0">
                        <a:latin typeface="Lucida Sans Unicode"/>
                        <a:cs typeface="Lucida Sans Unicode"/>
                      </a:endParaRPr>
                    </a:p>
                  </a:txBody>
                  <a:tcPr marL="0" marR="0" marT="204893" marB="0">
                    <a:lnL w="9525">
                      <a:solidFill>
                        <a:srgbClr val="FAB901"/>
                      </a:solidFill>
                      <a:prstDash val="solid"/>
                    </a:lnL>
                    <a:lnR w="9525">
                      <a:solidFill>
                        <a:srgbClr val="FAB901"/>
                      </a:solidFill>
                      <a:prstDash val="solid"/>
                    </a:lnR>
                    <a:lnT w="19050">
                      <a:solidFill>
                        <a:srgbClr val="FAB901"/>
                      </a:solidFill>
                      <a:prstDash val="solid"/>
                    </a:lnT>
                    <a:lnB w="9525">
                      <a:solidFill>
                        <a:srgbClr val="FAB901"/>
                      </a:solidFill>
                      <a:prstDash val="solid"/>
                    </a:lnB>
                  </a:tcPr>
                </a:tc>
                <a:tc>
                  <a:txBody>
                    <a:bodyPr/>
                    <a:lstStyle/>
                    <a:p>
                      <a:pPr algn="ctr">
                        <a:lnSpc>
                          <a:spcPts val="1105"/>
                        </a:lnSpc>
                        <a:spcBef>
                          <a:spcPts val="385"/>
                        </a:spcBef>
                      </a:pPr>
                      <a:r>
                        <a:rPr sz="1900" spc="70" dirty="0">
                          <a:solidFill>
                            <a:srgbClr val="BE9000"/>
                          </a:solidFill>
                          <a:latin typeface="Lucida Sans Unicode"/>
                          <a:cs typeface="Lucida Sans Unicode"/>
                        </a:rPr>
                        <a:t>q</a:t>
                      </a:r>
                      <a:r>
                        <a:rPr sz="1900" spc="105" dirty="0">
                          <a:solidFill>
                            <a:srgbClr val="BE9000"/>
                          </a:solidFill>
                          <a:latin typeface="Lucida Sans Unicode"/>
                          <a:cs typeface="Lucida Sans Unicode"/>
                        </a:rPr>
                        <a:t> </a:t>
                      </a:r>
                      <a:r>
                        <a:rPr sz="1900" spc="-50" dirty="0">
                          <a:solidFill>
                            <a:srgbClr val="BE9000"/>
                          </a:solidFill>
                          <a:latin typeface="MS PGothic"/>
                          <a:cs typeface="MS PGothic"/>
                        </a:rPr>
                        <a:t>⋅</a:t>
                      </a:r>
                      <a:endParaRPr sz="1900" dirty="0">
                        <a:latin typeface="MS PGothic"/>
                        <a:cs typeface="MS PGothic"/>
                      </a:endParaRPr>
                    </a:p>
                    <a:p>
                      <a:pPr marR="22225" algn="ctr">
                        <a:lnSpc>
                          <a:spcPts val="1100"/>
                        </a:lnSpc>
                      </a:pPr>
                      <a:r>
                        <a:rPr sz="2800" spc="-37" baseline="-45634" dirty="0">
                          <a:solidFill>
                            <a:srgbClr val="BE9000"/>
                          </a:solidFill>
                          <a:latin typeface="Lucida Sans Unicode"/>
                          <a:cs typeface="Lucida Sans Unicode"/>
                        </a:rPr>
                        <a:t>k</a:t>
                      </a:r>
                      <a:r>
                        <a:rPr sz="1200" spc="-25" dirty="0">
                          <a:solidFill>
                            <a:srgbClr val="BE9000"/>
                          </a:solidFill>
                          <a:latin typeface="Lucida Sans Unicode"/>
                          <a:cs typeface="Lucida Sans Unicode"/>
                        </a:rPr>
                        <a:t>3</a:t>
                      </a:r>
                      <a:endParaRPr sz="1200" dirty="0">
                        <a:latin typeface="Lucida Sans Unicode"/>
                        <a:cs typeface="Lucida Sans Unicode"/>
                      </a:endParaRPr>
                    </a:p>
                    <a:p>
                      <a:pPr marL="91440" algn="ctr">
                        <a:lnSpc>
                          <a:spcPts val="1000"/>
                        </a:lnSpc>
                        <a:spcBef>
                          <a:spcPts val="470"/>
                        </a:spcBef>
                      </a:pPr>
                      <a:r>
                        <a:rPr sz="1200" spc="-50" dirty="0">
                          <a:solidFill>
                            <a:srgbClr val="BE9000"/>
                          </a:solidFill>
                          <a:latin typeface="Lucida Sans Unicode"/>
                          <a:cs typeface="Lucida Sans Unicode"/>
                        </a:rPr>
                        <a:t>2</a:t>
                      </a:r>
                      <a:endParaRPr sz="1200" dirty="0">
                        <a:latin typeface="Lucida Sans Unicode"/>
                        <a:cs typeface="Lucida Sans Unicode"/>
                      </a:endParaRPr>
                    </a:p>
                  </a:txBody>
                  <a:tcPr marL="0" marR="0" marT="65193" marB="0">
                    <a:lnL w="9525">
                      <a:solidFill>
                        <a:srgbClr val="FAB901"/>
                      </a:solidFill>
                      <a:prstDash val="solid"/>
                    </a:lnL>
                    <a:lnR w="9525">
                      <a:solidFill>
                        <a:srgbClr val="FAB901"/>
                      </a:solidFill>
                      <a:prstDash val="solid"/>
                    </a:lnR>
                    <a:lnT w="19050">
                      <a:solidFill>
                        <a:srgbClr val="FAB901"/>
                      </a:solidFill>
                      <a:prstDash val="solid"/>
                    </a:lnT>
                    <a:lnB w="9525">
                      <a:solidFill>
                        <a:srgbClr val="FAB901"/>
                      </a:solidFill>
                      <a:prstDash val="solid"/>
                    </a:lnB>
                  </a:tcPr>
                </a:tc>
                <a:tc>
                  <a:txBody>
                    <a:bodyPr/>
                    <a:lstStyle/>
                    <a:p>
                      <a:pPr algn="ctr">
                        <a:lnSpc>
                          <a:spcPts val="1105"/>
                        </a:lnSpc>
                        <a:spcBef>
                          <a:spcPts val="385"/>
                        </a:spcBef>
                      </a:pPr>
                      <a:r>
                        <a:rPr sz="1900" spc="70" dirty="0">
                          <a:solidFill>
                            <a:srgbClr val="BE9000"/>
                          </a:solidFill>
                          <a:latin typeface="Lucida Sans Unicode"/>
                          <a:cs typeface="Lucida Sans Unicode"/>
                        </a:rPr>
                        <a:t>q</a:t>
                      </a:r>
                      <a:r>
                        <a:rPr sz="1900" spc="105" dirty="0">
                          <a:solidFill>
                            <a:srgbClr val="BE9000"/>
                          </a:solidFill>
                          <a:latin typeface="Lucida Sans Unicode"/>
                          <a:cs typeface="Lucida Sans Unicode"/>
                        </a:rPr>
                        <a:t> </a:t>
                      </a:r>
                      <a:r>
                        <a:rPr sz="1900" spc="-50" dirty="0">
                          <a:solidFill>
                            <a:srgbClr val="BE9000"/>
                          </a:solidFill>
                          <a:latin typeface="MS PGothic"/>
                          <a:cs typeface="MS PGothic"/>
                        </a:rPr>
                        <a:t>⋅</a:t>
                      </a:r>
                      <a:endParaRPr sz="1900" dirty="0">
                        <a:latin typeface="MS PGothic"/>
                        <a:cs typeface="MS PGothic"/>
                      </a:endParaRPr>
                    </a:p>
                    <a:p>
                      <a:pPr marR="22860" algn="ctr">
                        <a:lnSpc>
                          <a:spcPts val="1100"/>
                        </a:lnSpc>
                      </a:pPr>
                      <a:r>
                        <a:rPr sz="2800" spc="-37" baseline="-45634" dirty="0">
                          <a:solidFill>
                            <a:srgbClr val="BE9000"/>
                          </a:solidFill>
                          <a:latin typeface="Lucida Sans Unicode"/>
                          <a:cs typeface="Lucida Sans Unicode"/>
                        </a:rPr>
                        <a:t>k</a:t>
                      </a:r>
                      <a:r>
                        <a:rPr sz="1200" spc="-25" dirty="0">
                          <a:solidFill>
                            <a:srgbClr val="BE9000"/>
                          </a:solidFill>
                          <a:latin typeface="Lucida Sans Unicode"/>
                          <a:cs typeface="Lucida Sans Unicode"/>
                        </a:rPr>
                        <a:t>3</a:t>
                      </a:r>
                      <a:endParaRPr sz="1200" dirty="0">
                        <a:latin typeface="Lucida Sans Unicode"/>
                        <a:cs typeface="Lucida Sans Unicode"/>
                      </a:endParaRPr>
                    </a:p>
                    <a:p>
                      <a:pPr marL="91440" algn="ctr">
                        <a:lnSpc>
                          <a:spcPts val="1000"/>
                        </a:lnSpc>
                        <a:spcBef>
                          <a:spcPts val="470"/>
                        </a:spcBef>
                      </a:pPr>
                      <a:r>
                        <a:rPr sz="1200" spc="-50" dirty="0">
                          <a:solidFill>
                            <a:srgbClr val="BE9000"/>
                          </a:solidFill>
                          <a:latin typeface="Lucida Sans Unicode"/>
                          <a:cs typeface="Lucida Sans Unicode"/>
                        </a:rPr>
                        <a:t>3</a:t>
                      </a:r>
                      <a:endParaRPr sz="1200" dirty="0">
                        <a:latin typeface="Lucida Sans Unicode"/>
                        <a:cs typeface="Lucida Sans Unicode"/>
                      </a:endParaRPr>
                    </a:p>
                  </a:txBody>
                  <a:tcPr marL="0" marR="0" marT="65193" marB="0">
                    <a:lnL w="9525">
                      <a:solidFill>
                        <a:srgbClr val="FAB901"/>
                      </a:solidFill>
                      <a:prstDash val="solid"/>
                    </a:lnL>
                    <a:lnR w="9525">
                      <a:solidFill>
                        <a:srgbClr val="FAB901"/>
                      </a:solidFill>
                      <a:prstDash val="solid"/>
                    </a:lnR>
                    <a:lnT w="19050">
                      <a:solidFill>
                        <a:srgbClr val="FAB901"/>
                      </a:solidFill>
                      <a:prstDash val="solid"/>
                    </a:lnT>
                    <a:lnB w="9525">
                      <a:solidFill>
                        <a:srgbClr val="FAB901"/>
                      </a:solidFill>
                      <a:prstDash val="solid"/>
                    </a:lnB>
                  </a:tcPr>
                </a:tc>
                <a:extLst>
                  <a:ext uri="{0D108BD9-81ED-4DB2-BD59-A6C34878D82A}">
                    <a16:rowId xmlns:a16="http://schemas.microsoft.com/office/drawing/2014/main" val="10002"/>
                  </a:ext>
                </a:extLst>
              </a:tr>
            </a:tbl>
          </a:graphicData>
        </a:graphic>
      </p:graphicFrame>
      <p:graphicFrame>
        <p:nvGraphicFramePr>
          <p:cNvPr id="5" name="object 5"/>
          <p:cNvGraphicFramePr>
            <a:graphicFrameLocks noGrp="1"/>
          </p:cNvGraphicFramePr>
          <p:nvPr/>
        </p:nvGraphicFramePr>
        <p:xfrm>
          <a:off x="5551004" y="2872624"/>
          <a:ext cx="2420618" cy="2114973"/>
        </p:xfrm>
        <a:graphic>
          <a:graphicData uri="http://schemas.openxmlformats.org/drawingml/2006/table">
            <a:tbl>
              <a:tblPr firstRow="1" bandRow="1">
                <a:tableStyleId>{2D5ABB26-0587-4C30-8999-92F81FD0307C}</a:tableStyleId>
              </a:tblPr>
              <a:tblGrid>
                <a:gridCol w="806873">
                  <a:extLst>
                    <a:ext uri="{9D8B030D-6E8A-4147-A177-3AD203B41FA5}">
                      <a16:colId xmlns:a16="http://schemas.microsoft.com/office/drawing/2014/main" val="20000"/>
                    </a:ext>
                  </a:extLst>
                </a:gridCol>
                <a:gridCol w="806873">
                  <a:extLst>
                    <a:ext uri="{9D8B030D-6E8A-4147-A177-3AD203B41FA5}">
                      <a16:colId xmlns:a16="http://schemas.microsoft.com/office/drawing/2014/main" val="20001"/>
                    </a:ext>
                  </a:extLst>
                </a:gridCol>
                <a:gridCol w="806872">
                  <a:extLst>
                    <a:ext uri="{9D8B030D-6E8A-4147-A177-3AD203B41FA5}">
                      <a16:colId xmlns:a16="http://schemas.microsoft.com/office/drawing/2014/main" val="20002"/>
                    </a:ext>
                  </a:extLst>
                </a:gridCol>
              </a:tblGrid>
              <a:tr h="703580">
                <a:tc>
                  <a:txBody>
                    <a:bodyPr/>
                    <a:lstStyle/>
                    <a:p>
                      <a:pPr>
                        <a:lnSpc>
                          <a:spcPct val="100000"/>
                        </a:lnSpc>
                        <a:spcBef>
                          <a:spcPts val="675"/>
                        </a:spcBef>
                      </a:pPr>
                      <a:endParaRPr sz="1200">
                        <a:latin typeface="Times New Roman"/>
                        <a:cs typeface="Times New Roman"/>
                      </a:endParaRPr>
                    </a:p>
                    <a:p>
                      <a:pPr algn="ctr">
                        <a:lnSpc>
                          <a:spcPct val="100000"/>
                        </a:lnSpc>
                      </a:pPr>
                      <a:r>
                        <a:rPr sz="2800" spc="-37" baseline="19841" dirty="0">
                          <a:solidFill>
                            <a:srgbClr val="F65B66"/>
                          </a:solidFill>
                          <a:latin typeface="Lucida Sans Unicode"/>
                          <a:cs typeface="Lucida Sans Unicode"/>
                        </a:rPr>
                        <a:t>a</a:t>
                      </a:r>
                      <a:r>
                        <a:rPr sz="1200" spc="-25" dirty="0">
                          <a:solidFill>
                            <a:srgbClr val="F65B66"/>
                          </a:solidFill>
                          <a:latin typeface="Lucida Sans Unicode"/>
                          <a:cs typeface="Lucida Sans Unicode"/>
                        </a:rPr>
                        <a:t>11</a:t>
                      </a:r>
                      <a:endParaRPr sz="1200">
                        <a:latin typeface="Lucida Sans Unicode"/>
                        <a:cs typeface="Lucida Sans Unicode"/>
                      </a:endParaRPr>
                    </a:p>
                  </a:txBody>
                  <a:tcPr marL="0" marR="0" marT="114300" marB="0">
                    <a:lnL w="9525">
                      <a:solidFill>
                        <a:srgbClr val="F47272"/>
                      </a:solidFill>
                      <a:prstDash val="solid"/>
                    </a:lnL>
                    <a:lnR w="9525">
                      <a:solidFill>
                        <a:srgbClr val="F47272"/>
                      </a:solidFill>
                      <a:prstDash val="solid"/>
                    </a:lnR>
                    <a:lnT w="9525">
                      <a:solidFill>
                        <a:srgbClr val="F47272"/>
                      </a:solidFill>
                      <a:prstDash val="solid"/>
                    </a:lnT>
                    <a:lnB w="19050">
                      <a:solidFill>
                        <a:srgbClr val="F47272"/>
                      </a:solidFill>
                      <a:prstDash val="solid"/>
                    </a:lnB>
                  </a:tcPr>
                </a:tc>
                <a:tc>
                  <a:txBody>
                    <a:bodyPr/>
                    <a:lstStyle/>
                    <a:p>
                      <a:pPr>
                        <a:lnSpc>
                          <a:spcPct val="100000"/>
                        </a:lnSpc>
                      </a:pPr>
                      <a:endParaRPr sz="1900">
                        <a:latin typeface="Times New Roman"/>
                        <a:cs typeface="Times New Roman"/>
                      </a:endParaRPr>
                    </a:p>
                  </a:txBody>
                  <a:tcPr marL="0" marR="0" marT="0" marB="0">
                    <a:lnL w="9525">
                      <a:solidFill>
                        <a:srgbClr val="F47272"/>
                      </a:solidFill>
                      <a:prstDash val="solid"/>
                    </a:lnL>
                    <a:lnR w="9525">
                      <a:solidFill>
                        <a:srgbClr val="F47272"/>
                      </a:solidFill>
                      <a:prstDash val="solid"/>
                    </a:lnR>
                    <a:lnT w="9525">
                      <a:solidFill>
                        <a:srgbClr val="F47272"/>
                      </a:solidFill>
                      <a:prstDash val="solid"/>
                    </a:lnT>
                    <a:lnB w="19050">
                      <a:solidFill>
                        <a:srgbClr val="F47272"/>
                      </a:solidFill>
                      <a:prstDash val="solid"/>
                    </a:lnB>
                    <a:solidFill>
                      <a:srgbClr val="EEEEEE"/>
                    </a:solidFill>
                  </a:tcPr>
                </a:tc>
                <a:tc>
                  <a:txBody>
                    <a:bodyPr/>
                    <a:lstStyle/>
                    <a:p>
                      <a:pPr>
                        <a:lnSpc>
                          <a:spcPct val="100000"/>
                        </a:lnSpc>
                      </a:pPr>
                      <a:endParaRPr sz="1900">
                        <a:latin typeface="Times New Roman"/>
                        <a:cs typeface="Times New Roman"/>
                      </a:endParaRPr>
                    </a:p>
                  </a:txBody>
                  <a:tcPr marL="0" marR="0" marT="0" marB="0">
                    <a:lnL w="9525">
                      <a:solidFill>
                        <a:srgbClr val="F47272"/>
                      </a:solidFill>
                      <a:prstDash val="solid"/>
                    </a:lnL>
                    <a:lnR w="9525">
                      <a:solidFill>
                        <a:srgbClr val="F47272"/>
                      </a:solidFill>
                      <a:prstDash val="solid"/>
                    </a:lnR>
                    <a:lnT w="9525">
                      <a:solidFill>
                        <a:srgbClr val="F47272"/>
                      </a:solidFill>
                      <a:prstDash val="solid"/>
                    </a:lnT>
                    <a:lnB w="19050">
                      <a:solidFill>
                        <a:srgbClr val="F47272"/>
                      </a:solidFill>
                      <a:prstDash val="solid"/>
                    </a:lnB>
                    <a:solidFill>
                      <a:srgbClr val="EEEEEE"/>
                    </a:solidFill>
                  </a:tcPr>
                </a:tc>
                <a:extLst>
                  <a:ext uri="{0D108BD9-81ED-4DB2-BD59-A6C34878D82A}">
                    <a16:rowId xmlns:a16="http://schemas.microsoft.com/office/drawing/2014/main" val="10000"/>
                  </a:ext>
                </a:extLst>
              </a:tr>
              <a:tr h="707813">
                <a:tc>
                  <a:txBody>
                    <a:bodyPr/>
                    <a:lstStyle/>
                    <a:p>
                      <a:pPr>
                        <a:lnSpc>
                          <a:spcPct val="100000"/>
                        </a:lnSpc>
                        <a:spcBef>
                          <a:spcPts val="700"/>
                        </a:spcBef>
                      </a:pPr>
                      <a:endParaRPr sz="1200">
                        <a:latin typeface="Times New Roman"/>
                        <a:cs typeface="Times New Roman"/>
                      </a:endParaRPr>
                    </a:p>
                    <a:p>
                      <a:pPr algn="ctr">
                        <a:lnSpc>
                          <a:spcPct val="100000"/>
                        </a:lnSpc>
                      </a:pPr>
                      <a:r>
                        <a:rPr sz="2800" spc="-37" baseline="19841" dirty="0">
                          <a:solidFill>
                            <a:srgbClr val="F65B66"/>
                          </a:solidFill>
                          <a:latin typeface="Lucida Sans Unicode"/>
                          <a:cs typeface="Lucida Sans Unicode"/>
                        </a:rPr>
                        <a:t>a</a:t>
                      </a:r>
                      <a:r>
                        <a:rPr sz="1200" spc="-25" dirty="0">
                          <a:solidFill>
                            <a:srgbClr val="F65B66"/>
                          </a:solidFill>
                          <a:latin typeface="Lucida Sans Unicode"/>
                          <a:cs typeface="Lucida Sans Unicode"/>
                        </a:rPr>
                        <a:t>21</a:t>
                      </a:r>
                      <a:endParaRPr sz="1200">
                        <a:latin typeface="Lucida Sans Unicode"/>
                        <a:cs typeface="Lucida Sans Unicode"/>
                      </a:endParaRPr>
                    </a:p>
                  </a:txBody>
                  <a:tcPr marL="0" marR="0" marT="118533" marB="0">
                    <a:lnL w="9525">
                      <a:solidFill>
                        <a:srgbClr val="F47272"/>
                      </a:solidFill>
                      <a:prstDash val="solid"/>
                    </a:lnL>
                    <a:lnR w="9525">
                      <a:solidFill>
                        <a:srgbClr val="F47272"/>
                      </a:solidFill>
                      <a:prstDash val="solid"/>
                    </a:lnR>
                    <a:lnT w="19050">
                      <a:solidFill>
                        <a:srgbClr val="F47272"/>
                      </a:solidFill>
                      <a:prstDash val="solid"/>
                    </a:lnT>
                    <a:lnB w="19050">
                      <a:solidFill>
                        <a:srgbClr val="F47272"/>
                      </a:solidFill>
                      <a:prstDash val="solid"/>
                    </a:lnB>
                  </a:tcPr>
                </a:tc>
                <a:tc>
                  <a:txBody>
                    <a:bodyPr/>
                    <a:lstStyle/>
                    <a:p>
                      <a:pPr>
                        <a:lnSpc>
                          <a:spcPct val="100000"/>
                        </a:lnSpc>
                        <a:spcBef>
                          <a:spcPts val="700"/>
                        </a:spcBef>
                      </a:pPr>
                      <a:endParaRPr sz="1200">
                        <a:latin typeface="Times New Roman"/>
                        <a:cs typeface="Times New Roman"/>
                      </a:endParaRPr>
                    </a:p>
                    <a:p>
                      <a:pPr algn="ctr">
                        <a:lnSpc>
                          <a:spcPct val="100000"/>
                        </a:lnSpc>
                      </a:pPr>
                      <a:r>
                        <a:rPr sz="2800" spc="-37" baseline="19841" dirty="0">
                          <a:solidFill>
                            <a:srgbClr val="F65B66"/>
                          </a:solidFill>
                          <a:latin typeface="Lucida Sans Unicode"/>
                          <a:cs typeface="Lucida Sans Unicode"/>
                        </a:rPr>
                        <a:t>a</a:t>
                      </a:r>
                      <a:r>
                        <a:rPr sz="1200" spc="-25" dirty="0">
                          <a:solidFill>
                            <a:srgbClr val="F65B66"/>
                          </a:solidFill>
                          <a:latin typeface="Lucida Sans Unicode"/>
                          <a:cs typeface="Lucida Sans Unicode"/>
                        </a:rPr>
                        <a:t>22</a:t>
                      </a:r>
                      <a:endParaRPr sz="1200">
                        <a:latin typeface="Lucida Sans Unicode"/>
                        <a:cs typeface="Lucida Sans Unicode"/>
                      </a:endParaRPr>
                    </a:p>
                  </a:txBody>
                  <a:tcPr marL="0" marR="0" marT="118533" marB="0">
                    <a:lnL w="9525">
                      <a:solidFill>
                        <a:srgbClr val="F47272"/>
                      </a:solidFill>
                      <a:prstDash val="solid"/>
                    </a:lnL>
                    <a:lnR w="9525">
                      <a:solidFill>
                        <a:srgbClr val="F47272"/>
                      </a:solidFill>
                      <a:prstDash val="solid"/>
                    </a:lnR>
                    <a:lnT w="19050">
                      <a:solidFill>
                        <a:srgbClr val="F47272"/>
                      </a:solidFill>
                      <a:prstDash val="solid"/>
                    </a:lnT>
                    <a:lnB w="19050">
                      <a:solidFill>
                        <a:srgbClr val="F47272"/>
                      </a:solidFill>
                      <a:prstDash val="solid"/>
                    </a:lnB>
                  </a:tcPr>
                </a:tc>
                <a:tc>
                  <a:txBody>
                    <a:bodyPr/>
                    <a:lstStyle/>
                    <a:p>
                      <a:pPr>
                        <a:lnSpc>
                          <a:spcPct val="100000"/>
                        </a:lnSpc>
                      </a:pPr>
                      <a:endParaRPr sz="1900">
                        <a:latin typeface="Times New Roman"/>
                        <a:cs typeface="Times New Roman"/>
                      </a:endParaRPr>
                    </a:p>
                  </a:txBody>
                  <a:tcPr marL="0" marR="0" marT="0" marB="0">
                    <a:lnL w="9525">
                      <a:solidFill>
                        <a:srgbClr val="F47272"/>
                      </a:solidFill>
                      <a:prstDash val="solid"/>
                    </a:lnL>
                    <a:lnR w="9525">
                      <a:solidFill>
                        <a:srgbClr val="F47272"/>
                      </a:solidFill>
                      <a:prstDash val="solid"/>
                    </a:lnR>
                    <a:lnT w="19050">
                      <a:solidFill>
                        <a:srgbClr val="F47272"/>
                      </a:solidFill>
                      <a:prstDash val="solid"/>
                    </a:lnT>
                    <a:lnB w="19050">
                      <a:solidFill>
                        <a:srgbClr val="F47272"/>
                      </a:solidFill>
                      <a:prstDash val="solid"/>
                    </a:lnB>
                    <a:solidFill>
                      <a:srgbClr val="EEEEEE"/>
                    </a:solidFill>
                  </a:tcPr>
                </a:tc>
                <a:extLst>
                  <a:ext uri="{0D108BD9-81ED-4DB2-BD59-A6C34878D82A}">
                    <a16:rowId xmlns:a16="http://schemas.microsoft.com/office/drawing/2014/main" val="10001"/>
                  </a:ext>
                </a:extLst>
              </a:tr>
              <a:tr h="703580">
                <a:tc>
                  <a:txBody>
                    <a:bodyPr/>
                    <a:lstStyle/>
                    <a:p>
                      <a:pPr>
                        <a:lnSpc>
                          <a:spcPct val="100000"/>
                        </a:lnSpc>
                        <a:spcBef>
                          <a:spcPts val="700"/>
                        </a:spcBef>
                      </a:pPr>
                      <a:endParaRPr sz="1200">
                        <a:latin typeface="Times New Roman"/>
                        <a:cs typeface="Times New Roman"/>
                      </a:endParaRPr>
                    </a:p>
                    <a:p>
                      <a:pPr algn="ctr">
                        <a:lnSpc>
                          <a:spcPct val="100000"/>
                        </a:lnSpc>
                      </a:pPr>
                      <a:r>
                        <a:rPr sz="2800" spc="-37" baseline="19841" dirty="0">
                          <a:solidFill>
                            <a:srgbClr val="F65B66"/>
                          </a:solidFill>
                          <a:latin typeface="Lucida Sans Unicode"/>
                          <a:cs typeface="Lucida Sans Unicode"/>
                        </a:rPr>
                        <a:t>a</a:t>
                      </a:r>
                      <a:r>
                        <a:rPr sz="1200" spc="-25" dirty="0">
                          <a:solidFill>
                            <a:srgbClr val="F65B66"/>
                          </a:solidFill>
                          <a:latin typeface="Lucida Sans Unicode"/>
                          <a:cs typeface="Lucida Sans Unicode"/>
                        </a:rPr>
                        <a:t>31</a:t>
                      </a:r>
                      <a:endParaRPr sz="1200">
                        <a:latin typeface="Lucida Sans Unicode"/>
                        <a:cs typeface="Lucida Sans Unicode"/>
                      </a:endParaRPr>
                    </a:p>
                  </a:txBody>
                  <a:tcPr marL="0" marR="0" marT="118533" marB="0">
                    <a:lnL w="9525">
                      <a:solidFill>
                        <a:srgbClr val="F47272"/>
                      </a:solidFill>
                      <a:prstDash val="solid"/>
                    </a:lnL>
                    <a:lnR w="9525">
                      <a:solidFill>
                        <a:srgbClr val="F47272"/>
                      </a:solidFill>
                      <a:prstDash val="solid"/>
                    </a:lnR>
                    <a:lnT w="19050">
                      <a:solidFill>
                        <a:srgbClr val="F47272"/>
                      </a:solidFill>
                      <a:prstDash val="solid"/>
                    </a:lnT>
                    <a:lnB w="9525">
                      <a:solidFill>
                        <a:srgbClr val="F47272"/>
                      </a:solidFill>
                      <a:prstDash val="solid"/>
                    </a:lnB>
                  </a:tcPr>
                </a:tc>
                <a:tc>
                  <a:txBody>
                    <a:bodyPr/>
                    <a:lstStyle/>
                    <a:p>
                      <a:pPr>
                        <a:lnSpc>
                          <a:spcPct val="100000"/>
                        </a:lnSpc>
                        <a:spcBef>
                          <a:spcPts val="700"/>
                        </a:spcBef>
                      </a:pPr>
                      <a:endParaRPr sz="1200">
                        <a:latin typeface="Times New Roman"/>
                        <a:cs typeface="Times New Roman"/>
                      </a:endParaRPr>
                    </a:p>
                    <a:p>
                      <a:pPr algn="ctr">
                        <a:lnSpc>
                          <a:spcPct val="100000"/>
                        </a:lnSpc>
                      </a:pPr>
                      <a:r>
                        <a:rPr sz="2800" spc="-37" baseline="19841" dirty="0">
                          <a:solidFill>
                            <a:srgbClr val="F65B66"/>
                          </a:solidFill>
                          <a:latin typeface="Lucida Sans Unicode"/>
                          <a:cs typeface="Lucida Sans Unicode"/>
                        </a:rPr>
                        <a:t>a</a:t>
                      </a:r>
                      <a:r>
                        <a:rPr sz="1200" spc="-25" dirty="0">
                          <a:solidFill>
                            <a:srgbClr val="F65B66"/>
                          </a:solidFill>
                          <a:latin typeface="Lucida Sans Unicode"/>
                          <a:cs typeface="Lucida Sans Unicode"/>
                        </a:rPr>
                        <a:t>32</a:t>
                      </a:r>
                      <a:endParaRPr sz="1200">
                        <a:latin typeface="Lucida Sans Unicode"/>
                        <a:cs typeface="Lucida Sans Unicode"/>
                      </a:endParaRPr>
                    </a:p>
                  </a:txBody>
                  <a:tcPr marL="0" marR="0" marT="118533" marB="0">
                    <a:lnL w="9525">
                      <a:solidFill>
                        <a:srgbClr val="F47272"/>
                      </a:solidFill>
                      <a:prstDash val="solid"/>
                    </a:lnL>
                    <a:lnR w="9525">
                      <a:solidFill>
                        <a:srgbClr val="F47272"/>
                      </a:solidFill>
                      <a:prstDash val="solid"/>
                    </a:lnR>
                    <a:lnT w="19050">
                      <a:solidFill>
                        <a:srgbClr val="F47272"/>
                      </a:solidFill>
                      <a:prstDash val="solid"/>
                    </a:lnT>
                    <a:lnB w="9525">
                      <a:solidFill>
                        <a:srgbClr val="F47272"/>
                      </a:solidFill>
                      <a:prstDash val="solid"/>
                    </a:lnB>
                  </a:tcPr>
                </a:tc>
                <a:tc>
                  <a:txBody>
                    <a:bodyPr/>
                    <a:lstStyle/>
                    <a:p>
                      <a:pPr>
                        <a:lnSpc>
                          <a:spcPct val="100000"/>
                        </a:lnSpc>
                        <a:spcBef>
                          <a:spcPts val="700"/>
                        </a:spcBef>
                      </a:pPr>
                      <a:endParaRPr sz="1200" dirty="0">
                        <a:latin typeface="Times New Roman"/>
                        <a:cs typeface="Times New Roman"/>
                      </a:endParaRPr>
                    </a:p>
                    <a:p>
                      <a:pPr marL="172720">
                        <a:lnSpc>
                          <a:spcPct val="100000"/>
                        </a:lnSpc>
                      </a:pPr>
                      <a:r>
                        <a:rPr sz="2800" spc="-37" baseline="19841" dirty="0">
                          <a:solidFill>
                            <a:srgbClr val="F65B66"/>
                          </a:solidFill>
                          <a:latin typeface="Lucida Sans Unicode"/>
                          <a:cs typeface="Lucida Sans Unicode"/>
                        </a:rPr>
                        <a:t>a</a:t>
                      </a:r>
                      <a:r>
                        <a:rPr sz="1200" spc="-25" dirty="0">
                          <a:solidFill>
                            <a:srgbClr val="F65B66"/>
                          </a:solidFill>
                          <a:latin typeface="Lucida Sans Unicode"/>
                          <a:cs typeface="Lucida Sans Unicode"/>
                        </a:rPr>
                        <a:t>33</a:t>
                      </a:r>
                      <a:endParaRPr sz="1200" dirty="0">
                        <a:latin typeface="Lucida Sans Unicode"/>
                        <a:cs typeface="Lucida Sans Unicode"/>
                      </a:endParaRPr>
                    </a:p>
                  </a:txBody>
                  <a:tcPr marL="0" marR="0" marT="118533" marB="0">
                    <a:lnL w="9525">
                      <a:solidFill>
                        <a:srgbClr val="F47272"/>
                      </a:solidFill>
                      <a:prstDash val="solid"/>
                    </a:lnL>
                    <a:lnR w="9525">
                      <a:solidFill>
                        <a:srgbClr val="F47272"/>
                      </a:solidFill>
                      <a:prstDash val="solid"/>
                    </a:lnR>
                    <a:lnT w="19050">
                      <a:solidFill>
                        <a:srgbClr val="F47272"/>
                      </a:solidFill>
                      <a:prstDash val="solid"/>
                    </a:lnT>
                    <a:lnB w="9525">
                      <a:solidFill>
                        <a:srgbClr val="F47272"/>
                      </a:solidFill>
                      <a:prstDash val="solid"/>
                    </a:lnB>
                  </a:tcPr>
                </a:tc>
                <a:extLst>
                  <a:ext uri="{0D108BD9-81ED-4DB2-BD59-A6C34878D82A}">
                    <a16:rowId xmlns:a16="http://schemas.microsoft.com/office/drawing/2014/main" val="10002"/>
                  </a:ext>
                </a:extLst>
              </a:tr>
            </a:tbl>
          </a:graphicData>
        </a:graphic>
      </p:graphicFrame>
      <p:sp>
        <p:nvSpPr>
          <p:cNvPr id="6" name="object 6"/>
          <p:cNvSpPr txBox="1"/>
          <p:nvPr/>
        </p:nvSpPr>
        <p:spPr>
          <a:xfrm>
            <a:off x="4999370" y="3046731"/>
            <a:ext cx="485140" cy="318827"/>
          </a:xfrm>
          <a:prstGeom prst="rect">
            <a:avLst/>
          </a:prstGeom>
        </p:spPr>
        <p:txBody>
          <a:bodyPr vert="horz" wrap="square" lIns="0" tIns="21167" rIns="0" bIns="0" rtlCol="0">
            <a:spAutoFit/>
          </a:bodyPr>
          <a:lstStyle/>
          <a:p>
            <a:pPr marL="16933">
              <a:spcBef>
                <a:spcPts val="167"/>
              </a:spcBef>
            </a:pPr>
            <a:r>
              <a:rPr sz="1933" i="1" spc="-33" dirty="0">
                <a:latin typeface="Verdana"/>
                <a:cs typeface="Verdana"/>
              </a:rPr>
              <a:t>The</a:t>
            </a:r>
            <a:endParaRPr sz="1933">
              <a:latin typeface="Verdana"/>
              <a:cs typeface="Verdana"/>
            </a:endParaRPr>
          </a:p>
        </p:txBody>
      </p:sp>
      <p:sp>
        <p:nvSpPr>
          <p:cNvPr id="7" name="object 7"/>
          <p:cNvSpPr txBox="1"/>
          <p:nvPr/>
        </p:nvSpPr>
        <p:spPr>
          <a:xfrm>
            <a:off x="4951576" y="3755243"/>
            <a:ext cx="532553" cy="318827"/>
          </a:xfrm>
          <a:prstGeom prst="rect">
            <a:avLst/>
          </a:prstGeom>
        </p:spPr>
        <p:txBody>
          <a:bodyPr vert="horz" wrap="square" lIns="0" tIns="21167" rIns="0" bIns="0" rtlCol="0">
            <a:spAutoFit/>
          </a:bodyPr>
          <a:lstStyle/>
          <a:p>
            <a:pPr marL="16933">
              <a:spcBef>
                <a:spcPts val="167"/>
              </a:spcBef>
            </a:pPr>
            <a:r>
              <a:rPr sz="1933" i="1" spc="80" dirty="0">
                <a:latin typeface="Verdana"/>
                <a:cs typeface="Verdana"/>
              </a:rPr>
              <a:t>dog</a:t>
            </a:r>
            <a:endParaRPr sz="1933">
              <a:latin typeface="Verdana"/>
              <a:cs typeface="Verdana"/>
            </a:endParaRPr>
          </a:p>
        </p:txBody>
      </p:sp>
      <p:sp>
        <p:nvSpPr>
          <p:cNvPr id="8" name="object 8"/>
          <p:cNvSpPr txBox="1"/>
          <p:nvPr/>
        </p:nvSpPr>
        <p:spPr>
          <a:xfrm>
            <a:off x="5128238" y="4463755"/>
            <a:ext cx="356447" cy="318827"/>
          </a:xfrm>
          <a:prstGeom prst="rect">
            <a:avLst/>
          </a:prstGeom>
        </p:spPr>
        <p:txBody>
          <a:bodyPr vert="horz" wrap="square" lIns="0" tIns="21167" rIns="0" bIns="0" rtlCol="0">
            <a:spAutoFit/>
          </a:bodyPr>
          <a:lstStyle/>
          <a:p>
            <a:pPr marL="16933">
              <a:spcBef>
                <a:spcPts val="167"/>
              </a:spcBef>
            </a:pPr>
            <a:r>
              <a:rPr sz="1933" i="1" spc="-33" dirty="0">
                <a:latin typeface="Verdana"/>
                <a:cs typeface="Verdana"/>
              </a:rPr>
              <a:t>bit</a:t>
            </a:r>
            <a:endParaRPr sz="1933">
              <a:latin typeface="Verdana"/>
              <a:cs typeface="Verdana"/>
            </a:endParaRPr>
          </a:p>
        </p:txBody>
      </p:sp>
      <p:sp>
        <p:nvSpPr>
          <p:cNvPr id="9" name="object 9"/>
          <p:cNvSpPr txBox="1"/>
          <p:nvPr/>
        </p:nvSpPr>
        <p:spPr>
          <a:xfrm>
            <a:off x="5386708" y="1634158"/>
            <a:ext cx="2365585" cy="1066168"/>
          </a:xfrm>
          <a:prstGeom prst="rect">
            <a:avLst/>
          </a:prstGeom>
        </p:spPr>
        <p:txBody>
          <a:bodyPr vert="horz" wrap="square" lIns="0" tIns="16933" rIns="0" bIns="0" rtlCol="0">
            <a:spAutoFit/>
          </a:bodyPr>
          <a:lstStyle/>
          <a:p>
            <a:pPr marL="16933">
              <a:spcBef>
                <a:spcPts val="133"/>
              </a:spcBef>
            </a:pPr>
            <a:r>
              <a:rPr sz="2600" spc="-113" dirty="0">
                <a:solidFill>
                  <a:srgbClr val="F47272"/>
                </a:solidFill>
                <a:latin typeface="Arial Black"/>
                <a:cs typeface="Arial Black"/>
              </a:rPr>
              <a:t>A</a:t>
            </a:r>
            <a:r>
              <a:rPr sz="2600" spc="-367" dirty="0">
                <a:solidFill>
                  <a:srgbClr val="F47272"/>
                </a:solidFill>
                <a:latin typeface="Arial Black"/>
                <a:cs typeface="Arial Black"/>
              </a:rPr>
              <a:t> </a:t>
            </a:r>
            <a:r>
              <a:rPr sz="1867" spc="-160" dirty="0">
                <a:latin typeface="Lucida Sans Unicode"/>
                <a:cs typeface="Lucida Sans Unicode"/>
              </a:rPr>
              <a:t>=</a:t>
            </a:r>
            <a:r>
              <a:rPr sz="1867" spc="-80" dirty="0">
                <a:latin typeface="Lucida Sans Unicode"/>
                <a:cs typeface="Lucida Sans Unicode"/>
              </a:rPr>
              <a:t> </a:t>
            </a:r>
            <a:r>
              <a:rPr sz="1867" spc="-13" dirty="0">
                <a:latin typeface="Lucida Sans Unicode"/>
                <a:cs typeface="Lucida Sans Unicode"/>
              </a:rPr>
              <a:t>softmax(</a:t>
            </a:r>
            <a:endParaRPr sz="1867" dirty="0">
              <a:latin typeface="Lucida Sans Unicode"/>
              <a:cs typeface="Lucida Sans Unicode"/>
            </a:endParaRPr>
          </a:p>
          <a:p>
            <a:pPr>
              <a:spcBef>
                <a:spcPts val="480"/>
              </a:spcBef>
            </a:pPr>
            <a:endParaRPr sz="1867" dirty="0">
              <a:latin typeface="Lucida Sans Unicode"/>
              <a:cs typeface="Lucida Sans Unicode"/>
            </a:endParaRPr>
          </a:p>
          <a:p>
            <a:pPr marL="347125">
              <a:tabLst>
                <a:tab pos="1130272" algn="l"/>
                <a:tab pos="2025176" algn="l"/>
              </a:tabLst>
            </a:pPr>
            <a:r>
              <a:rPr sz="2900" i="1" spc="-49" baseline="1915" dirty="0">
                <a:latin typeface="Verdana"/>
                <a:cs typeface="Verdana"/>
              </a:rPr>
              <a:t>The</a:t>
            </a:r>
            <a:r>
              <a:rPr sz="2900" i="1" baseline="1915" dirty="0">
                <a:latin typeface="Verdana"/>
                <a:cs typeface="Verdana"/>
              </a:rPr>
              <a:t>	</a:t>
            </a:r>
            <a:r>
              <a:rPr sz="2900" i="1" spc="119" baseline="1915" dirty="0">
                <a:latin typeface="Verdana"/>
                <a:cs typeface="Verdana"/>
              </a:rPr>
              <a:t>dog</a:t>
            </a:r>
            <a:r>
              <a:rPr sz="2900" i="1" baseline="1915" dirty="0">
                <a:latin typeface="Verdana"/>
                <a:cs typeface="Verdana"/>
              </a:rPr>
              <a:t>	</a:t>
            </a:r>
            <a:r>
              <a:rPr sz="1933" i="1" spc="-33" dirty="0">
                <a:latin typeface="Verdana"/>
                <a:cs typeface="Verdana"/>
              </a:rPr>
              <a:t>bit</a:t>
            </a:r>
            <a:endParaRPr sz="1933" dirty="0">
              <a:latin typeface="Verdana"/>
              <a:cs typeface="Verdana"/>
            </a:endParaRPr>
          </a:p>
        </p:txBody>
      </p:sp>
      <p:sp>
        <p:nvSpPr>
          <p:cNvPr id="10" name="object 10"/>
          <p:cNvSpPr txBox="1"/>
          <p:nvPr/>
        </p:nvSpPr>
        <p:spPr>
          <a:xfrm>
            <a:off x="8006184" y="1727291"/>
            <a:ext cx="142240" cy="304421"/>
          </a:xfrm>
          <a:prstGeom prst="rect">
            <a:avLst/>
          </a:prstGeom>
        </p:spPr>
        <p:txBody>
          <a:bodyPr vert="horz" wrap="square" lIns="0" tIns="16933" rIns="0" bIns="0" rtlCol="0">
            <a:spAutoFit/>
          </a:bodyPr>
          <a:lstStyle/>
          <a:p>
            <a:pPr marL="16933">
              <a:spcBef>
                <a:spcPts val="133"/>
              </a:spcBef>
            </a:pPr>
            <a:r>
              <a:rPr sz="1867" spc="173" dirty="0">
                <a:latin typeface="Lucida Sans Unicode"/>
                <a:cs typeface="Lucida Sans Unicode"/>
              </a:rPr>
              <a:t>)</a:t>
            </a:r>
            <a:endParaRPr sz="1867">
              <a:latin typeface="Lucida Sans Unicode"/>
              <a:cs typeface="Lucida Sans Unicode"/>
            </a:endParaRPr>
          </a:p>
        </p:txBody>
      </p:sp>
      <p:grpSp>
        <p:nvGrpSpPr>
          <p:cNvPr id="11" name="object 11"/>
          <p:cNvGrpSpPr/>
          <p:nvPr/>
        </p:nvGrpSpPr>
        <p:grpSpPr>
          <a:xfrm>
            <a:off x="6673259" y="1436600"/>
            <a:ext cx="1600200" cy="933873"/>
            <a:chOff x="5004944" y="1077449"/>
            <a:chExt cx="1200150" cy="700405"/>
          </a:xfrm>
        </p:grpSpPr>
        <p:pic>
          <p:nvPicPr>
            <p:cNvPr id="12" name="object 12"/>
            <p:cNvPicPr/>
            <p:nvPr/>
          </p:nvPicPr>
          <p:blipFill>
            <a:blip r:embed="rId2" cstate="print"/>
            <a:stretch>
              <a:fillRect/>
            </a:stretch>
          </p:blipFill>
          <p:spPr>
            <a:xfrm>
              <a:off x="5004944" y="1077449"/>
              <a:ext cx="1200100" cy="700050"/>
            </a:xfrm>
            <a:prstGeom prst="rect">
              <a:avLst/>
            </a:prstGeom>
          </p:spPr>
        </p:pic>
        <p:sp>
          <p:nvSpPr>
            <p:cNvPr id="13" name="object 13"/>
            <p:cNvSpPr/>
            <p:nvPr/>
          </p:nvSpPr>
          <p:spPr>
            <a:xfrm>
              <a:off x="5327322" y="1118274"/>
              <a:ext cx="605790" cy="266700"/>
            </a:xfrm>
            <a:custGeom>
              <a:avLst/>
              <a:gdLst/>
              <a:ahLst/>
              <a:cxnLst/>
              <a:rect l="l" t="t" r="r" b="b"/>
              <a:pathLst>
                <a:path w="605789" h="266700">
                  <a:moveTo>
                    <a:pt x="605399" y="266399"/>
                  </a:moveTo>
                  <a:lnTo>
                    <a:pt x="0" y="266399"/>
                  </a:lnTo>
                  <a:lnTo>
                    <a:pt x="0" y="0"/>
                  </a:lnTo>
                  <a:lnTo>
                    <a:pt x="605399" y="0"/>
                  </a:lnTo>
                  <a:lnTo>
                    <a:pt x="605399" y="266399"/>
                  </a:lnTo>
                  <a:close/>
                </a:path>
              </a:pathLst>
            </a:custGeom>
            <a:solidFill>
              <a:srgbClr val="FFFFFF"/>
            </a:solidFill>
          </p:spPr>
          <p:txBody>
            <a:bodyPr wrap="square" lIns="0" tIns="0" rIns="0" bIns="0" rtlCol="0"/>
            <a:lstStyle/>
            <a:p>
              <a:endParaRPr sz="2400"/>
            </a:p>
          </p:txBody>
        </p:sp>
      </p:grpSp>
      <p:sp>
        <p:nvSpPr>
          <p:cNvPr id="14" name="object 14"/>
          <p:cNvSpPr txBox="1"/>
          <p:nvPr/>
        </p:nvSpPr>
        <p:spPr>
          <a:xfrm>
            <a:off x="7151525" y="1425450"/>
            <a:ext cx="734907" cy="345330"/>
          </a:xfrm>
          <a:prstGeom prst="rect">
            <a:avLst/>
          </a:prstGeom>
        </p:spPr>
        <p:txBody>
          <a:bodyPr vert="horz" wrap="square" lIns="0" tIns="16933" rIns="0" bIns="0" rtlCol="0">
            <a:spAutoFit/>
          </a:bodyPr>
          <a:lstStyle/>
          <a:p>
            <a:pPr marL="50799">
              <a:spcBef>
                <a:spcPts val="133"/>
              </a:spcBef>
            </a:pPr>
            <a:r>
              <a:rPr sz="2133" spc="-60" dirty="0">
                <a:solidFill>
                  <a:srgbClr val="FFAB40"/>
                </a:solidFill>
                <a:latin typeface="Arial Black"/>
                <a:cs typeface="Arial Black"/>
              </a:rPr>
              <a:t>Q</a:t>
            </a:r>
            <a:r>
              <a:rPr sz="2133" spc="-60" dirty="0">
                <a:latin typeface="MS PGothic"/>
                <a:cs typeface="MS PGothic"/>
              </a:rPr>
              <a:t>⋅</a:t>
            </a:r>
            <a:r>
              <a:rPr sz="2133" spc="-60" dirty="0">
                <a:solidFill>
                  <a:srgbClr val="257693"/>
                </a:solidFill>
                <a:latin typeface="Arial Black"/>
                <a:cs typeface="Arial Black"/>
              </a:rPr>
              <a:t>K</a:t>
            </a:r>
            <a:r>
              <a:rPr sz="2100" spc="-89" baseline="31746" dirty="0">
                <a:latin typeface="Lucida Sans Unicode"/>
                <a:cs typeface="Lucida Sans Unicode"/>
              </a:rPr>
              <a:t>T</a:t>
            </a:r>
            <a:endParaRPr sz="2100" baseline="31746">
              <a:latin typeface="Lucida Sans Unicode"/>
              <a:cs typeface="Lucida Sans Unicode"/>
            </a:endParaRPr>
          </a:p>
        </p:txBody>
      </p:sp>
      <p:sp>
        <p:nvSpPr>
          <p:cNvPr id="15" name="object 15"/>
          <p:cNvSpPr txBox="1"/>
          <p:nvPr/>
        </p:nvSpPr>
        <p:spPr>
          <a:xfrm>
            <a:off x="5864731" y="4989368"/>
            <a:ext cx="1804247" cy="263320"/>
          </a:xfrm>
          <a:prstGeom prst="rect">
            <a:avLst/>
          </a:prstGeom>
        </p:spPr>
        <p:txBody>
          <a:bodyPr vert="horz" wrap="square" lIns="0" tIns="16933" rIns="0" bIns="0" rtlCol="0">
            <a:spAutoFit/>
          </a:bodyPr>
          <a:lstStyle/>
          <a:p>
            <a:pPr marL="16933">
              <a:spcBef>
                <a:spcPts val="133"/>
              </a:spcBef>
            </a:pPr>
            <a:r>
              <a:rPr sz="1600" dirty="0">
                <a:solidFill>
                  <a:srgbClr val="F65B66"/>
                </a:solidFill>
                <a:latin typeface="Lucida Sans Unicode"/>
                <a:cs typeface="Lucida Sans Unicode"/>
              </a:rPr>
              <a:t>attention</a:t>
            </a:r>
            <a:r>
              <a:rPr sz="1600" spc="127" dirty="0">
                <a:solidFill>
                  <a:srgbClr val="F65B66"/>
                </a:solidFill>
                <a:latin typeface="Lucida Sans Unicode"/>
                <a:cs typeface="Lucida Sans Unicode"/>
              </a:rPr>
              <a:t> </a:t>
            </a:r>
            <a:r>
              <a:rPr sz="1600" spc="-13" dirty="0">
                <a:solidFill>
                  <a:srgbClr val="F65B66"/>
                </a:solidFill>
                <a:latin typeface="Lucida Sans Unicode"/>
                <a:cs typeface="Lucida Sans Unicode"/>
              </a:rPr>
              <a:t>weights</a:t>
            </a:r>
            <a:endParaRPr sz="1600">
              <a:latin typeface="Lucida Sans Unicode"/>
              <a:cs typeface="Lucida Sans Unicode"/>
            </a:endParaRPr>
          </a:p>
        </p:txBody>
      </p:sp>
      <p:grpSp>
        <p:nvGrpSpPr>
          <p:cNvPr id="16" name="object 16"/>
          <p:cNvGrpSpPr/>
          <p:nvPr/>
        </p:nvGrpSpPr>
        <p:grpSpPr>
          <a:xfrm>
            <a:off x="4005345" y="3854071"/>
            <a:ext cx="544407" cy="164252"/>
            <a:chOff x="3004008" y="2890553"/>
            <a:chExt cx="408305" cy="123189"/>
          </a:xfrm>
        </p:grpSpPr>
        <p:sp>
          <p:nvSpPr>
            <p:cNvPr id="17" name="object 17"/>
            <p:cNvSpPr/>
            <p:nvPr/>
          </p:nvSpPr>
          <p:spPr>
            <a:xfrm>
              <a:off x="3018295" y="2951328"/>
              <a:ext cx="249554" cy="1270"/>
            </a:xfrm>
            <a:custGeom>
              <a:avLst/>
              <a:gdLst/>
              <a:ahLst/>
              <a:cxnLst/>
              <a:rect l="l" t="t" r="r" b="b"/>
              <a:pathLst>
                <a:path w="249554" h="1269">
                  <a:moveTo>
                    <a:pt x="0" y="0"/>
                  </a:moveTo>
                  <a:lnTo>
                    <a:pt x="249450" y="711"/>
                  </a:lnTo>
                </a:path>
              </a:pathLst>
            </a:custGeom>
            <a:ln w="28574">
              <a:solidFill>
                <a:srgbClr val="257693"/>
              </a:solidFill>
            </a:ln>
          </p:spPr>
          <p:txBody>
            <a:bodyPr wrap="square" lIns="0" tIns="0" rIns="0" bIns="0" rtlCol="0"/>
            <a:lstStyle/>
            <a:p>
              <a:endParaRPr sz="2400"/>
            </a:p>
          </p:txBody>
        </p:sp>
        <p:pic>
          <p:nvPicPr>
            <p:cNvPr id="18" name="object 18"/>
            <p:cNvPicPr/>
            <p:nvPr/>
          </p:nvPicPr>
          <p:blipFill>
            <a:blip r:embed="rId3" cstate="print"/>
            <a:stretch>
              <a:fillRect/>
            </a:stretch>
          </p:blipFill>
          <p:spPr>
            <a:xfrm>
              <a:off x="3253324" y="2890553"/>
              <a:ext cx="158384" cy="122970"/>
            </a:xfrm>
            <a:prstGeom prst="rect">
              <a:avLst/>
            </a:prstGeom>
          </p:spPr>
        </p:pic>
      </p:grpSp>
      <p:grpSp>
        <p:nvGrpSpPr>
          <p:cNvPr id="19" name="object 19"/>
          <p:cNvGrpSpPr/>
          <p:nvPr/>
        </p:nvGrpSpPr>
        <p:grpSpPr>
          <a:xfrm>
            <a:off x="10308404" y="3882060"/>
            <a:ext cx="618912" cy="110067"/>
            <a:chOff x="7731303" y="2911545"/>
            <a:chExt cx="464184" cy="82550"/>
          </a:xfrm>
        </p:grpSpPr>
        <p:sp>
          <p:nvSpPr>
            <p:cNvPr id="20" name="object 20"/>
            <p:cNvSpPr/>
            <p:nvPr/>
          </p:nvSpPr>
          <p:spPr>
            <a:xfrm>
              <a:off x="7740828" y="2951853"/>
              <a:ext cx="358775" cy="1270"/>
            </a:xfrm>
            <a:custGeom>
              <a:avLst/>
              <a:gdLst/>
              <a:ahLst/>
              <a:cxnLst/>
              <a:rect l="l" t="t" r="r" b="b"/>
              <a:pathLst>
                <a:path w="358775" h="1269">
                  <a:moveTo>
                    <a:pt x="0" y="0"/>
                  </a:moveTo>
                  <a:lnTo>
                    <a:pt x="358499" y="682"/>
                  </a:lnTo>
                </a:path>
              </a:pathLst>
            </a:custGeom>
            <a:ln w="19049">
              <a:solidFill>
                <a:srgbClr val="37879E"/>
              </a:solidFill>
            </a:ln>
          </p:spPr>
          <p:txBody>
            <a:bodyPr wrap="square" lIns="0" tIns="0" rIns="0" bIns="0" rtlCol="0"/>
            <a:lstStyle/>
            <a:p>
              <a:endParaRPr sz="2400"/>
            </a:p>
          </p:txBody>
        </p:sp>
        <p:pic>
          <p:nvPicPr>
            <p:cNvPr id="21" name="object 21"/>
            <p:cNvPicPr/>
            <p:nvPr/>
          </p:nvPicPr>
          <p:blipFill>
            <a:blip r:embed="rId4" cstate="print"/>
            <a:stretch>
              <a:fillRect/>
            </a:stretch>
          </p:blipFill>
          <p:spPr>
            <a:xfrm>
              <a:off x="8089744" y="2911545"/>
              <a:ext cx="105560" cy="81980"/>
            </a:xfrm>
            <a:prstGeom prst="rect">
              <a:avLst/>
            </a:prstGeom>
          </p:spPr>
        </p:pic>
      </p:grpSp>
      <p:sp>
        <p:nvSpPr>
          <p:cNvPr id="22" name="object 22"/>
          <p:cNvSpPr txBox="1"/>
          <p:nvPr/>
        </p:nvSpPr>
        <p:spPr>
          <a:xfrm>
            <a:off x="11068967" y="3713773"/>
            <a:ext cx="529167" cy="386430"/>
          </a:xfrm>
          <a:prstGeom prst="rect">
            <a:avLst/>
          </a:prstGeom>
        </p:spPr>
        <p:txBody>
          <a:bodyPr vert="horz" wrap="square" lIns="0" tIns="16933" rIns="0" bIns="0" rtlCol="0">
            <a:spAutoFit/>
          </a:bodyPr>
          <a:lstStyle/>
          <a:p>
            <a:pPr marL="16933">
              <a:spcBef>
                <a:spcPts val="133"/>
              </a:spcBef>
            </a:pPr>
            <a:r>
              <a:rPr sz="2400" i="1" spc="-33" dirty="0">
                <a:latin typeface="Verdana"/>
                <a:cs typeface="Verdana"/>
              </a:rPr>
              <a:t>the</a:t>
            </a:r>
            <a:endParaRPr sz="2400">
              <a:latin typeface="Verdana"/>
              <a:cs typeface="Verdana"/>
            </a:endParaRPr>
          </a:p>
        </p:txBody>
      </p:sp>
      <p:sp>
        <p:nvSpPr>
          <p:cNvPr id="23" name="object 23"/>
          <p:cNvSpPr txBox="1"/>
          <p:nvPr/>
        </p:nvSpPr>
        <p:spPr>
          <a:xfrm>
            <a:off x="8165376" y="3705047"/>
            <a:ext cx="231987" cy="632651"/>
          </a:xfrm>
          <a:prstGeom prst="rect">
            <a:avLst/>
          </a:prstGeom>
        </p:spPr>
        <p:txBody>
          <a:bodyPr vert="horz" wrap="square" lIns="0" tIns="16933" rIns="0" bIns="0" rtlCol="0">
            <a:spAutoFit/>
          </a:bodyPr>
          <a:lstStyle/>
          <a:p>
            <a:pPr marL="16933">
              <a:spcBef>
                <a:spcPts val="133"/>
              </a:spcBef>
            </a:pPr>
            <a:r>
              <a:rPr sz="4000" b="1" spc="-67" dirty="0">
                <a:solidFill>
                  <a:srgbClr val="666666"/>
                </a:solidFill>
                <a:latin typeface="Arial"/>
                <a:cs typeface="Arial"/>
              </a:rPr>
              <a:t>*</a:t>
            </a:r>
            <a:endParaRPr sz="4000">
              <a:latin typeface="Arial"/>
              <a:cs typeface="Arial"/>
            </a:endParaRPr>
          </a:p>
        </p:txBody>
      </p:sp>
      <p:graphicFrame>
        <p:nvGraphicFramePr>
          <p:cNvPr id="24" name="object 24"/>
          <p:cNvGraphicFramePr>
            <a:graphicFrameLocks noGrp="1"/>
          </p:cNvGraphicFramePr>
          <p:nvPr/>
        </p:nvGraphicFramePr>
        <p:xfrm>
          <a:off x="9306004" y="2872591"/>
          <a:ext cx="806873" cy="2114973"/>
        </p:xfrm>
        <a:graphic>
          <a:graphicData uri="http://schemas.openxmlformats.org/drawingml/2006/table">
            <a:tbl>
              <a:tblPr firstRow="1" bandRow="1">
                <a:tableStyleId>{2D5ABB26-0587-4C30-8999-92F81FD0307C}</a:tableStyleId>
              </a:tblPr>
              <a:tblGrid>
                <a:gridCol w="806873">
                  <a:extLst>
                    <a:ext uri="{9D8B030D-6E8A-4147-A177-3AD203B41FA5}">
                      <a16:colId xmlns:a16="http://schemas.microsoft.com/office/drawing/2014/main" val="20000"/>
                    </a:ext>
                  </a:extLst>
                </a:gridCol>
              </a:tblGrid>
              <a:tr h="703580">
                <a:tc>
                  <a:txBody>
                    <a:bodyPr/>
                    <a:lstStyle/>
                    <a:p>
                      <a:pPr>
                        <a:lnSpc>
                          <a:spcPct val="100000"/>
                        </a:lnSpc>
                        <a:spcBef>
                          <a:spcPts val="150"/>
                        </a:spcBef>
                      </a:pPr>
                      <a:endParaRPr sz="1200">
                        <a:latin typeface="Times New Roman"/>
                        <a:cs typeface="Times New Roman"/>
                      </a:endParaRPr>
                    </a:p>
                    <a:p>
                      <a:pPr algn="ctr">
                        <a:lnSpc>
                          <a:spcPct val="100000"/>
                        </a:lnSpc>
                      </a:pPr>
                      <a:r>
                        <a:rPr sz="1900" spc="-25" dirty="0">
                          <a:solidFill>
                            <a:srgbClr val="5AB46E"/>
                          </a:solidFill>
                          <a:latin typeface="Lucida Sans Unicode"/>
                          <a:cs typeface="Lucida Sans Unicode"/>
                        </a:rPr>
                        <a:t>v</a:t>
                      </a:r>
                      <a:r>
                        <a:rPr sz="1800" spc="-37" baseline="-33950" dirty="0">
                          <a:solidFill>
                            <a:srgbClr val="5AB46E"/>
                          </a:solidFill>
                          <a:latin typeface="Lucida Sans Unicode"/>
                          <a:cs typeface="Lucida Sans Unicode"/>
                        </a:rPr>
                        <a:t>1</a:t>
                      </a:r>
                      <a:endParaRPr sz="1800" baseline="-33950">
                        <a:latin typeface="Lucida Sans Unicode"/>
                        <a:cs typeface="Lucida Sans Unicode"/>
                      </a:endParaRPr>
                    </a:p>
                  </a:txBody>
                  <a:tcPr marL="0" marR="0" marT="25400" marB="0">
                    <a:lnL w="9525">
                      <a:solidFill>
                        <a:srgbClr val="5AB46E"/>
                      </a:solidFill>
                      <a:prstDash val="solid"/>
                    </a:lnL>
                    <a:lnR w="9525">
                      <a:solidFill>
                        <a:srgbClr val="5AB46E"/>
                      </a:solidFill>
                      <a:prstDash val="solid"/>
                    </a:lnR>
                    <a:lnT w="9525">
                      <a:solidFill>
                        <a:srgbClr val="5AB46E"/>
                      </a:solidFill>
                      <a:prstDash val="solid"/>
                    </a:lnT>
                    <a:lnB w="19050">
                      <a:solidFill>
                        <a:srgbClr val="5AB46E"/>
                      </a:solidFill>
                      <a:prstDash val="solid"/>
                    </a:lnB>
                  </a:tcPr>
                </a:tc>
                <a:extLst>
                  <a:ext uri="{0D108BD9-81ED-4DB2-BD59-A6C34878D82A}">
                    <a16:rowId xmlns:a16="http://schemas.microsoft.com/office/drawing/2014/main" val="10000"/>
                  </a:ext>
                </a:extLst>
              </a:tr>
              <a:tr h="707813">
                <a:tc>
                  <a:txBody>
                    <a:bodyPr/>
                    <a:lstStyle/>
                    <a:p>
                      <a:pPr>
                        <a:lnSpc>
                          <a:spcPct val="100000"/>
                        </a:lnSpc>
                        <a:spcBef>
                          <a:spcPts val="175"/>
                        </a:spcBef>
                      </a:pPr>
                      <a:endParaRPr sz="1200">
                        <a:latin typeface="Times New Roman"/>
                        <a:cs typeface="Times New Roman"/>
                      </a:endParaRPr>
                    </a:p>
                    <a:p>
                      <a:pPr algn="ctr">
                        <a:lnSpc>
                          <a:spcPct val="100000"/>
                        </a:lnSpc>
                      </a:pPr>
                      <a:r>
                        <a:rPr sz="1900" spc="-25" dirty="0">
                          <a:solidFill>
                            <a:srgbClr val="5AB46E"/>
                          </a:solidFill>
                          <a:latin typeface="Lucida Sans Unicode"/>
                          <a:cs typeface="Lucida Sans Unicode"/>
                        </a:rPr>
                        <a:t>v</a:t>
                      </a:r>
                      <a:r>
                        <a:rPr sz="1800" spc="-37" baseline="-33950" dirty="0">
                          <a:solidFill>
                            <a:srgbClr val="5AB46E"/>
                          </a:solidFill>
                          <a:latin typeface="Lucida Sans Unicode"/>
                          <a:cs typeface="Lucida Sans Unicode"/>
                        </a:rPr>
                        <a:t>2</a:t>
                      </a:r>
                      <a:endParaRPr sz="1800" baseline="-33950">
                        <a:latin typeface="Lucida Sans Unicode"/>
                        <a:cs typeface="Lucida Sans Unicode"/>
                      </a:endParaRPr>
                    </a:p>
                  </a:txBody>
                  <a:tcPr marL="0" marR="0" marT="29633" marB="0">
                    <a:lnL w="9525">
                      <a:solidFill>
                        <a:srgbClr val="5AB46E"/>
                      </a:solidFill>
                      <a:prstDash val="solid"/>
                    </a:lnL>
                    <a:lnR w="9525">
                      <a:solidFill>
                        <a:srgbClr val="5AB46E"/>
                      </a:solidFill>
                      <a:prstDash val="solid"/>
                    </a:lnR>
                    <a:lnT w="19050">
                      <a:solidFill>
                        <a:srgbClr val="5AB46E"/>
                      </a:solidFill>
                      <a:prstDash val="solid"/>
                    </a:lnT>
                    <a:lnB w="19050">
                      <a:solidFill>
                        <a:srgbClr val="5AB46E"/>
                      </a:solidFill>
                      <a:prstDash val="solid"/>
                    </a:lnB>
                  </a:tcPr>
                </a:tc>
                <a:extLst>
                  <a:ext uri="{0D108BD9-81ED-4DB2-BD59-A6C34878D82A}">
                    <a16:rowId xmlns:a16="http://schemas.microsoft.com/office/drawing/2014/main" val="10001"/>
                  </a:ext>
                </a:extLst>
              </a:tr>
              <a:tr h="703580">
                <a:tc>
                  <a:txBody>
                    <a:bodyPr/>
                    <a:lstStyle/>
                    <a:p>
                      <a:pPr>
                        <a:lnSpc>
                          <a:spcPct val="100000"/>
                        </a:lnSpc>
                        <a:spcBef>
                          <a:spcPts val="175"/>
                        </a:spcBef>
                      </a:pPr>
                      <a:endParaRPr sz="1200" dirty="0">
                        <a:latin typeface="Times New Roman"/>
                        <a:cs typeface="Times New Roman"/>
                      </a:endParaRPr>
                    </a:p>
                    <a:p>
                      <a:pPr algn="ctr">
                        <a:lnSpc>
                          <a:spcPct val="100000"/>
                        </a:lnSpc>
                      </a:pPr>
                      <a:r>
                        <a:rPr sz="1900" spc="-25" dirty="0">
                          <a:solidFill>
                            <a:srgbClr val="5AB46E"/>
                          </a:solidFill>
                          <a:latin typeface="Lucida Sans Unicode"/>
                          <a:cs typeface="Lucida Sans Unicode"/>
                        </a:rPr>
                        <a:t>v</a:t>
                      </a:r>
                      <a:r>
                        <a:rPr sz="1800" spc="-37" baseline="-33950" dirty="0">
                          <a:solidFill>
                            <a:srgbClr val="5AB46E"/>
                          </a:solidFill>
                          <a:latin typeface="Lucida Sans Unicode"/>
                          <a:cs typeface="Lucida Sans Unicode"/>
                        </a:rPr>
                        <a:t>3</a:t>
                      </a:r>
                      <a:endParaRPr sz="1800" baseline="-33950" dirty="0">
                        <a:latin typeface="Lucida Sans Unicode"/>
                        <a:cs typeface="Lucida Sans Unicode"/>
                      </a:endParaRPr>
                    </a:p>
                  </a:txBody>
                  <a:tcPr marL="0" marR="0" marT="29633" marB="0">
                    <a:lnL w="9525">
                      <a:solidFill>
                        <a:srgbClr val="5AB46E"/>
                      </a:solidFill>
                      <a:prstDash val="solid"/>
                    </a:lnL>
                    <a:lnR w="9525">
                      <a:solidFill>
                        <a:srgbClr val="5AB46E"/>
                      </a:solidFill>
                      <a:prstDash val="solid"/>
                    </a:lnR>
                    <a:lnT w="19050">
                      <a:solidFill>
                        <a:srgbClr val="5AB46E"/>
                      </a:solidFill>
                      <a:prstDash val="solid"/>
                    </a:lnT>
                    <a:lnB w="9525">
                      <a:solidFill>
                        <a:srgbClr val="5AB46E"/>
                      </a:solidFill>
                      <a:prstDash val="solid"/>
                    </a:lnB>
                  </a:tcPr>
                </a:tc>
                <a:extLst>
                  <a:ext uri="{0D108BD9-81ED-4DB2-BD59-A6C34878D82A}">
                    <a16:rowId xmlns:a16="http://schemas.microsoft.com/office/drawing/2014/main" val="10002"/>
                  </a:ext>
                </a:extLst>
              </a:tr>
            </a:tbl>
          </a:graphicData>
        </a:graphic>
      </p:graphicFrame>
      <p:sp>
        <p:nvSpPr>
          <p:cNvPr id="25" name="object 25"/>
          <p:cNvSpPr txBox="1"/>
          <p:nvPr/>
        </p:nvSpPr>
        <p:spPr>
          <a:xfrm>
            <a:off x="8754370" y="3046698"/>
            <a:ext cx="485140" cy="318827"/>
          </a:xfrm>
          <a:prstGeom prst="rect">
            <a:avLst/>
          </a:prstGeom>
        </p:spPr>
        <p:txBody>
          <a:bodyPr vert="horz" wrap="square" lIns="0" tIns="21167" rIns="0" bIns="0" rtlCol="0">
            <a:spAutoFit/>
          </a:bodyPr>
          <a:lstStyle/>
          <a:p>
            <a:pPr marL="16933">
              <a:spcBef>
                <a:spcPts val="167"/>
              </a:spcBef>
            </a:pPr>
            <a:r>
              <a:rPr sz="1933" i="1" spc="-33" dirty="0">
                <a:latin typeface="Verdana"/>
                <a:cs typeface="Verdana"/>
              </a:rPr>
              <a:t>The</a:t>
            </a:r>
            <a:endParaRPr sz="1933">
              <a:latin typeface="Verdana"/>
              <a:cs typeface="Verdana"/>
            </a:endParaRPr>
          </a:p>
        </p:txBody>
      </p:sp>
      <p:sp>
        <p:nvSpPr>
          <p:cNvPr id="26" name="object 26"/>
          <p:cNvSpPr txBox="1"/>
          <p:nvPr/>
        </p:nvSpPr>
        <p:spPr>
          <a:xfrm>
            <a:off x="8706576" y="3755210"/>
            <a:ext cx="532553" cy="318827"/>
          </a:xfrm>
          <a:prstGeom prst="rect">
            <a:avLst/>
          </a:prstGeom>
        </p:spPr>
        <p:txBody>
          <a:bodyPr vert="horz" wrap="square" lIns="0" tIns="21167" rIns="0" bIns="0" rtlCol="0">
            <a:spAutoFit/>
          </a:bodyPr>
          <a:lstStyle/>
          <a:p>
            <a:pPr marL="16933">
              <a:spcBef>
                <a:spcPts val="167"/>
              </a:spcBef>
            </a:pPr>
            <a:r>
              <a:rPr sz="1933" i="1" spc="80" dirty="0">
                <a:latin typeface="Verdana"/>
                <a:cs typeface="Verdana"/>
              </a:rPr>
              <a:t>dog</a:t>
            </a:r>
            <a:endParaRPr sz="1933">
              <a:latin typeface="Verdana"/>
              <a:cs typeface="Verdana"/>
            </a:endParaRPr>
          </a:p>
        </p:txBody>
      </p:sp>
      <p:sp>
        <p:nvSpPr>
          <p:cNvPr id="27" name="object 27"/>
          <p:cNvSpPr txBox="1"/>
          <p:nvPr/>
        </p:nvSpPr>
        <p:spPr>
          <a:xfrm>
            <a:off x="8883238" y="4463723"/>
            <a:ext cx="356447" cy="318827"/>
          </a:xfrm>
          <a:prstGeom prst="rect">
            <a:avLst/>
          </a:prstGeom>
        </p:spPr>
        <p:txBody>
          <a:bodyPr vert="horz" wrap="square" lIns="0" tIns="21167" rIns="0" bIns="0" rtlCol="0">
            <a:spAutoFit/>
          </a:bodyPr>
          <a:lstStyle/>
          <a:p>
            <a:pPr marL="16933">
              <a:spcBef>
                <a:spcPts val="167"/>
              </a:spcBef>
            </a:pPr>
            <a:r>
              <a:rPr sz="1933" i="1" spc="-33" dirty="0">
                <a:latin typeface="Verdana"/>
                <a:cs typeface="Verdana"/>
              </a:rPr>
              <a:t>bit</a:t>
            </a:r>
            <a:endParaRPr sz="1933">
              <a:latin typeface="Verdana"/>
              <a:cs typeface="Verdana"/>
            </a:endParaRPr>
          </a:p>
        </p:txBody>
      </p:sp>
      <p:sp>
        <p:nvSpPr>
          <p:cNvPr id="28" name="object 28"/>
          <p:cNvSpPr txBox="1"/>
          <p:nvPr/>
        </p:nvSpPr>
        <p:spPr>
          <a:xfrm>
            <a:off x="9574087" y="2336067"/>
            <a:ext cx="281093" cy="426677"/>
          </a:xfrm>
          <a:prstGeom prst="rect">
            <a:avLst/>
          </a:prstGeom>
        </p:spPr>
        <p:txBody>
          <a:bodyPr vert="horz" wrap="square" lIns="0" tIns="16087" rIns="0" bIns="0" rtlCol="0">
            <a:spAutoFit/>
          </a:bodyPr>
          <a:lstStyle/>
          <a:p>
            <a:pPr marL="16933">
              <a:spcBef>
                <a:spcPts val="127"/>
              </a:spcBef>
            </a:pPr>
            <a:r>
              <a:rPr sz="2667" spc="-67" dirty="0">
                <a:solidFill>
                  <a:srgbClr val="5AB46E"/>
                </a:solidFill>
                <a:latin typeface="Arial Black"/>
                <a:cs typeface="Arial Black"/>
              </a:rPr>
              <a:t>V</a:t>
            </a:r>
            <a:endParaRPr sz="2667">
              <a:latin typeface="Arial Black"/>
              <a:cs typeface="Arial Black"/>
            </a:endParaRPr>
          </a:p>
        </p:txBody>
      </p:sp>
      <p:grpSp>
        <p:nvGrpSpPr>
          <p:cNvPr id="36" name="Group 35">
            <a:extLst>
              <a:ext uri="{FF2B5EF4-FFF2-40B4-BE49-F238E27FC236}">
                <a16:creationId xmlns:a16="http://schemas.microsoft.com/office/drawing/2014/main" id="{D759EF76-2CF9-0196-F893-5D67D6E217C2}"/>
              </a:ext>
            </a:extLst>
          </p:cNvPr>
          <p:cNvGrpSpPr/>
          <p:nvPr/>
        </p:nvGrpSpPr>
        <p:grpSpPr>
          <a:xfrm>
            <a:off x="566974" y="1540123"/>
            <a:ext cx="3197013" cy="1222621"/>
            <a:chOff x="566974" y="1540123"/>
            <a:chExt cx="3197013" cy="1222621"/>
          </a:xfrm>
        </p:grpSpPr>
        <p:sp>
          <p:nvSpPr>
            <p:cNvPr id="3" name="object 3"/>
            <p:cNvSpPr txBox="1"/>
            <p:nvPr/>
          </p:nvSpPr>
          <p:spPr>
            <a:xfrm>
              <a:off x="566974" y="1540123"/>
              <a:ext cx="3197013" cy="1222621"/>
            </a:xfrm>
            <a:prstGeom prst="rect">
              <a:avLst/>
            </a:prstGeom>
          </p:spPr>
          <p:txBody>
            <a:bodyPr vert="horz" wrap="square" lIns="0" tIns="16933" rIns="0" bIns="0" rtlCol="0">
              <a:spAutoFit/>
            </a:bodyPr>
            <a:lstStyle/>
            <a:p>
              <a:pPr>
                <a:spcBef>
                  <a:spcPts val="167"/>
                </a:spcBef>
              </a:pPr>
              <a:endParaRPr sz="2400" dirty="0">
                <a:latin typeface="Verdana"/>
                <a:cs typeface="Verdana"/>
              </a:endParaRPr>
            </a:p>
            <a:p>
              <a:pPr marL="2071742"/>
              <a:r>
                <a:rPr sz="2667" spc="-447" dirty="0">
                  <a:solidFill>
                    <a:srgbClr val="257693"/>
                  </a:solidFill>
                  <a:latin typeface="Arial Black"/>
                  <a:cs typeface="Arial Black"/>
                </a:rPr>
                <a:t>K</a:t>
              </a:r>
              <a:endParaRPr sz="2667" dirty="0">
                <a:latin typeface="Arial Black"/>
                <a:cs typeface="Arial Black"/>
              </a:endParaRPr>
            </a:p>
            <a:p>
              <a:pPr marR="28786" algn="r">
                <a:spcBef>
                  <a:spcPts val="1013"/>
                </a:spcBef>
                <a:tabLst>
                  <a:tab pos="783147" algn="l"/>
                  <a:tab pos="1678051" algn="l"/>
                </a:tabLst>
              </a:pPr>
              <a:r>
                <a:rPr sz="2900" i="1" spc="-49" baseline="1915" dirty="0">
                  <a:latin typeface="Verdana"/>
                  <a:cs typeface="Verdana"/>
                </a:rPr>
                <a:t>The</a:t>
              </a:r>
              <a:r>
                <a:rPr sz="2900" i="1" baseline="1915" dirty="0">
                  <a:latin typeface="Verdana"/>
                  <a:cs typeface="Verdana"/>
                </a:rPr>
                <a:t>	</a:t>
              </a:r>
              <a:r>
                <a:rPr sz="2900" i="1" spc="119" baseline="1915" dirty="0">
                  <a:latin typeface="Verdana"/>
                  <a:cs typeface="Verdana"/>
                </a:rPr>
                <a:t>dog</a:t>
              </a:r>
              <a:r>
                <a:rPr sz="2900" i="1" baseline="1915" dirty="0">
                  <a:latin typeface="Verdana"/>
                  <a:cs typeface="Verdana"/>
                </a:rPr>
                <a:t>	</a:t>
              </a:r>
              <a:r>
                <a:rPr sz="1933" i="1" spc="-33" dirty="0">
                  <a:latin typeface="Verdana"/>
                  <a:cs typeface="Verdana"/>
                </a:rPr>
                <a:t>bit</a:t>
              </a:r>
              <a:endParaRPr sz="1933" dirty="0">
                <a:latin typeface="Verdana"/>
                <a:cs typeface="Verdana"/>
              </a:endParaRPr>
            </a:p>
          </p:txBody>
        </p:sp>
        <p:sp>
          <p:nvSpPr>
            <p:cNvPr id="29" name="object 29"/>
            <p:cNvSpPr/>
            <p:nvPr/>
          </p:nvSpPr>
          <p:spPr>
            <a:xfrm>
              <a:off x="1798212" y="2322097"/>
              <a:ext cx="1808480" cy="125307"/>
            </a:xfrm>
            <a:custGeom>
              <a:avLst/>
              <a:gdLst/>
              <a:ahLst/>
              <a:cxnLst/>
              <a:rect l="l" t="t" r="r" b="b"/>
              <a:pathLst>
                <a:path w="1356360" h="93980">
                  <a:moveTo>
                    <a:pt x="0" y="93599"/>
                  </a:moveTo>
                  <a:lnTo>
                    <a:pt x="3677" y="75383"/>
                  </a:lnTo>
                  <a:lnTo>
                    <a:pt x="13707" y="60507"/>
                  </a:lnTo>
                  <a:lnTo>
                    <a:pt x="28583" y="50477"/>
                  </a:lnTo>
                  <a:lnTo>
                    <a:pt x="46799" y="46799"/>
                  </a:lnTo>
                  <a:lnTo>
                    <a:pt x="631349" y="46799"/>
                  </a:lnTo>
                  <a:lnTo>
                    <a:pt x="649566" y="43122"/>
                  </a:lnTo>
                  <a:lnTo>
                    <a:pt x="664442" y="33092"/>
                  </a:lnTo>
                  <a:lnTo>
                    <a:pt x="674472" y="18216"/>
                  </a:lnTo>
                  <a:lnTo>
                    <a:pt x="678149" y="0"/>
                  </a:lnTo>
                  <a:lnTo>
                    <a:pt x="681827" y="18216"/>
                  </a:lnTo>
                  <a:lnTo>
                    <a:pt x="691857" y="33092"/>
                  </a:lnTo>
                  <a:lnTo>
                    <a:pt x="706733" y="43122"/>
                  </a:lnTo>
                  <a:lnTo>
                    <a:pt x="724949" y="46799"/>
                  </a:lnTo>
                  <a:lnTo>
                    <a:pt x="1309499" y="46799"/>
                  </a:lnTo>
                  <a:lnTo>
                    <a:pt x="1327716" y="50477"/>
                  </a:lnTo>
                  <a:lnTo>
                    <a:pt x="1342592" y="60507"/>
                  </a:lnTo>
                  <a:lnTo>
                    <a:pt x="1352622" y="75383"/>
                  </a:lnTo>
                  <a:lnTo>
                    <a:pt x="1356299" y="93599"/>
                  </a:lnTo>
                </a:path>
              </a:pathLst>
            </a:custGeom>
            <a:ln w="7049">
              <a:solidFill>
                <a:srgbClr val="257693"/>
              </a:solidFill>
            </a:ln>
          </p:spPr>
          <p:txBody>
            <a:bodyPr wrap="square" lIns="0" tIns="0" rIns="0" bIns="0" rtlCol="0"/>
            <a:lstStyle/>
            <a:p>
              <a:endParaRPr sz="2400"/>
            </a:p>
          </p:txBody>
        </p:sp>
      </p:grpSp>
      <p:sp>
        <p:nvSpPr>
          <p:cNvPr id="30" name="object 30"/>
          <p:cNvSpPr txBox="1"/>
          <p:nvPr/>
        </p:nvSpPr>
        <p:spPr>
          <a:xfrm>
            <a:off x="1064238" y="4463755"/>
            <a:ext cx="356447" cy="318827"/>
          </a:xfrm>
          <a:prstGeom prst="rect">
            <a:avLst/>
          </a:prstGeom>
        </p:spPr>
        <p:txBody>
          <a:bodyPr vert="horz" wrap="square" lIns="0" tIns="21167" rIns="0" bIns="0" rtlCol="0">
            <a:spAutoFit/>
          </a:bodyPr>
          <a:lstStyle/>
          <a:p>
            <a:pPr marL="16933">
              <a:spcBef>
                <a:spcPts val="167"/>
              </a:spcBef>
            </a:pPr>
            <a:r>
              <a:rPr sz="1933" i="1" spc="-33" dirty="0">
                <a:latin typeface="Verdana"/>
                <a:cs typeface="Verdana"/>
              </a:rPr>
              <a:t>bit</a:t>
            </a:r>
            <a:endParaRPr sz="1933">
              <a:latin typeface="Verdana"/>
              <a:cs typeface="Verdana"/>
            </a:endParaRPr>
          </a:p>
        </p:txBody>
      </p:sp>
      <p:sp>
        <p:nvSpPr>
          <p:cNvPr id="31" name="object 31"/>
          <p:cNvSpPr/>
          <p:nvPr/>
        </p:nvSpPr>
        <p:spPr>
          <a:xfrm>
            <a:off x="650381" y="3078836"/>
            <a:ext cx="125307" cy="1808480"/>
          </a:xfrm>
          <a:custGeom>
            <a:avLst/>
            <a:gdLst/>
            <a:ahLst/>
            <a:cxnLst/>
            <a:rect l="l" t="t" r="r" b="b"/>
            <a:pathLst>
              <a:path w="93979" h="1356360">
                <a:moveTo>
                  <a:pt x="93599" y="1356299"/>
                </a:moveTo>
                <a:lnTo>
                  <a:pt x="75383" y="1352622"/>
                </a:lnTo>
                <a:lnTo>
                  <a:pt x="60507" y="1342592"/>
                </a:lnTo>
                <a:lnTo>
                  <a:pt x="50477" y="1327716"/>
                </a:lnTo>
                <a:lnTo>
                  <a:pt x="46799" y="1309499"/>
                </a:lnTo>
                <a:lnTo>
                  <a:pt x="46799" y="724949"/>
                </a:lnTo>
                <a:lnTo>
                  <a:pt x="43122" y="706733"/>
                </a:lnTo>
                <a:lnTo>
                  <a:pt x="33092" y="691857"/>
                </a:lnTo>
                <a:lnTo>
                  <a:pt x="18216" y="681827"/>
                </a:lnTo>
                <a:lnTo>
                  <a:pt x="0" y="678149"/>
                </a:lnTo>
                <a:lnTo>
                  <a:pt x="18216" y="674472"/>
                </a:lnTo>
                <a:lnTo>
                  <a:pt x="33092" y="664442"/>
                </a:lnTo>
                <a:lnTo>
                  <a:pt x="43122" y="649566"/>
                </a:lnTo>
                <a:lnTo>
                  <a:pt x="46799" y="631349"/>
                </a:lnTo>
                <a:lnTo>
                  <a:pt x="46799" y="46799"/>
                </a:lnTo>
                <a:lnTo>
                  <a:pt x="50477" y="28583"/>
                </a:lnTo>
                <a:lnTo>
                  <a:pt x="60507" y="13707"/>
                </a:lnTo>
                <a:lnTo>
                  <a:pt x="75383" y="3677"/>
                </a:lnTo>
                <a:lnTo>
                  <a:pt x="93599" y="0"/>
                </a:lnTo>
              </a:path>
            </a:pathLst>
          </a:custGeom>
          <a:ln w="7049">
            <a:solidFill>
              <a:srgbClr val="FAB901"/>
            </a:solidFill>
          </a:ln>
        </p:spPr>
        <p:txBody>
          <a:bodyPr wrap="square" lIns="0" tIns="0" rIns="0" bIns="0" rtlCol="0"/>
          <a:lstStyle/>
          <a:p>
            <a:endParaRPr sz="2400"/>
          </a:p>
        </p:txBody>
      </p:sp>
      <p:sp>
        <p:nvSpPr>
          <p:cNvPr id="32" name="object 32"/>
          <p:cNvSpPr txBox="1"/>
          <p:nvPr/>
        </p:nvSpPr>
        <p:spPr>
          <a:xfrm>
            <a:off x="887576" y="3755243"/>
            <a:ext cx="532553" cy="318827"/>
          </a:xfrm>
          <a:prstGeom prst="rect">
            <a:avLst/>
          </a:prstGeom>
        </p:spPr>
        <p:txBody>
          <a:bodyPr vert="horz" wrap="square" lIns="0" tIns="21167" rIns="0" bIns="0" rtlCol="0">
            <a:spAutoFit/>
          </a:bodyPr>
          <a:lstStyle/>
          <a:p>
            <a:pPr marL="16933">
              <a:spcBef>
                <a:spcPts val="167"/>
              </a:spcBef>
            </a:pPr>
            <a:r>
              <a:rPr sz="1933" i="1" spc="80" dirty="0">
                <a:latin typeface="Verdana"/>
                <a:cs typeface="Verdana"/>
              </a:rPr>
              <a:t>dog</a:t>
            </a:r>
            <a:endParaRPr sz="1933">
              <a:latin typeface="Verdana"/>
              <a:cs typeface="Verdana"/>
            </a:endParaRPr>
          </a:p>
        </p:txBody>
      </p:sp>
      <p:sp>
        <p:nvSpPr>
          <p:cNvPr id="33" name="object 33"/>
          <p:cNvSpPr txBox="1"/>
          <p:nvPr/>
        </p:nvSpPr>
        <p:spPr>
          <a:xfrm>
            <a:off x="935369" y="3046731"/>
            <a:ext cx="485140" cy="318827"/>
          </a:xfrm>
          <a:prstGeom prst="rect">
            <a:avLst/>
          </a:prstGeom>
        </p:spPr>
        <p:txBody>
          <a:bodyPr vert="horz" wrap="square" lIns="0" tIns="21167" rIns="0" bIns="0" rtlCol="0">
            <a:spAutoFit/>
          </a:bodyPr>
          <a:lstStyle/>
          <a:p>
            <a:pPr marL="16933">
              <a:spcBef>
                <a:spcPts val="167"/>
              </a:spcBef>
            </a:pPr>
            <a:r>
              <a:rPr sz="1933" i="1" spc="-33" dirty="0">
                <a:latin typeface="Verdana"/>
                <a:cs typeface="Verdana"/>
              </a:rPr>
              <a:t>The</a:t>
            </a:r>
            <a:endParaRPr sz="1933">
              <a:latin typeface="Verdana"/>
              <a:cs typeface="Verdana"/>
            </a:endParaRPr>
          </a:p>
        </p:txBody>
      </p:sp>
      <p:sp>
        <p:nvSpPr>
          <p:cNvPr id="35" name="TextBox 34">
            <a:extLst>
              <a:ext uri="{FF2B5EF4-FFF2-40B4-BE49-F238E27FC236}">
                <a16:creationId xmlns:a16="http://schemas.microsoft.com/office/drawing/2014/main" id="{C27042B2-797D-3E7A-7BE0-657A671FC128}"/>
              </a:ext>
            </a:extLst>
          </p:cNvPr>
          <p:cNvSpPr txBox="1"/>
          <p:nvPr/>
        </p:nvSpPr>
        <p:spPr>
          <a:xfrm>
            <a:off x="566974" y="1436248"/>
            <a:ext cx="3336181" cy="369332"/>
          </a:xfrm>
          <a:prstGeom prst="rect">
            <a:avLst/>
          </a:prstGeom>
          <a:noFill/>
        </p:spPr>
        <p:txBody>
          <a:bodyPr wrap="square">
            <a:spAutoFit/>
          </a:bodyPr>
          <a:lstStyle/>
          <a:p>
            <a:pPr marR="6773">
              <a:spcBef>
                <a:spcPts val="133"/>
              </a:spcBef>
            </a:pPr>
            <a:r>
              <a:rPr lang="en-IN" sz="1800" spc="-67" dirty="0">
                <a:solidFill>
                  <a:srgbClr val="257693"/>
                </a:solidFill>
                <a:latin typeface="Arial Black"/>
                <a:cs typeface="Arial Black"/>
              </a:rPr>
              <a:t>Output:</a:t>
            </a:r>
            <a:r>
              <a:rPr lang="en-IN" sz="1800" spc="-280" dirty="0">
                <a:solidFill>
                  <a:srgbClr val="257693"/>
                </a:solidFill>
                <a:latin typeface="Arial Black"/>
                <a:cs typeface="Arial Black"/>
              </a:rPr>
              <a:t> </a:t>
            </a:r>
            <a:r>
              <a:rPr lang="en-IN" sz="1800" i="1" spc="-40" dirty="0">
                <a:latin typeface="Verdana"/>
                <a:cs typeface="Verdana"/>
              </a:rPr>
              <a:t>The</a:t>
            </a:r>
            <a:r>
              <a:rPr lang="en-IN" sz="1800" i="1" spc="-100" dirty="0">
                <a:latin typeface="Verdana"/>
                <a:cs typeface="Verdana"/>
              </a:rPr>
              <a:t> </a:t>
            </a:r>
            <a:r>
              <a:rPr lang="en-IN" sz="1800" i="1" spc="100" dirty="0">
                <a:latin typeface="Verdana"/>
                <a:cs typeface="Verdana"/>
              </a:rPr>
              <a:t>dog</a:t>
            </a:r>
            <a:r>
              <a:rPr lang="en-IN" sz="1800" i="1" spc="-107" dirty="0">
                <a:latin typeface="Verdana"/>
                <a:cs typeface="Verdana"/>
              </a:rPr>
              <a:t> </a:t>
            </a:r>
            <a:r>
              <a:rPr lang="en-IN" sz="1800" i="1" spc="-120" dirty="0">
                <a:latin typeface="Verdana"/>
                <a:cs typeface="Verdana"/>
              </a:rPr>
              <a:t>bit…</a:t>
            </a:r>
            <a:endParaRPr lang="en-IN" sz="1800" dirty="0">
              <a:latin typeface="Verdana"/>
              <a:cs typeface="Verdana"/>
            </a:endParaRPr>
          </a:p>
        </p:txBody>
      </p:sp>
      <p:sp>
        <p:nvSpPr>
          <p:cNvPr id="39" name="TextBox 38">
            <a:extLst>
              <a:ext uri="{FF2B5EF4-FFF2-40B4-BE49-F238E27FC236}">
                <a16:creationId xmlns:a16="http://schemas.microsoft.com/office/drawing/2014/main" id="{7C1AA531-EBA3-1904-EBFB-5FD60FF7CAE5}"/>
              </a:ext>
            </a:extLst>
          </p:cNvPr>
          <p:cNvSpPr txBox="1"/>
          <p:nvPr/>
        </p:nvSpPr>
        <p:spPr>
          <a:xfrm>
            <a:off x="247750" y="3741926"/>
            <a:ext cx="456505" cy="523220"/>
          </a:xfrm>
          <a:prstGeom prst="rect">
            <a:avLst/>
          </a:prstGeom>
          <a:noFill/>
        </p:spPr>
        <p:txBody>
          <a:bodyPr wrap="square" rtlCol="0">
            <a:spAutoFit/>
          </a:bodyPr>
          <a:lstStyle/>
          <a:p>
            <a:r>
              <a:rPr lang="en-US" sz="2800" b="1" dirty="0">
                <a:solidFill>
                  <a:srgbClr val="FFC000"/>
                </a:solidFill>
              </a:rPr>
              <a:t>Q</a:t>
            </a:r>
            <a:endParaRPr lang="en-IN" sz="2800" b="1" dirty="0">
              <a:solidFill>
                <a:srgbClr val="FFC000"/>
              </a:solidFill>
            </a:endParaRPr>
          </a:p>
        </p:txBody>
      </p:sp>
    </p:spTree>
    <p:extLst>
      <p:ext uri="{BB962C8B-B14F-4D97-AF65-F5344CB8AC3E}">
        <p14:creationId xmlns:p14="http://schemas.microsoft.com/office/powerpoint/2010/main" val="14090953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F06CA-CD87-3343-6D0B-004A061C1CC3}"/>
              </a:ext>
            </a:extLst>
          </p:cNvPr>
          <p:cNvSpPr>
            <a:spLocks noGrp="1"/>
          </p:cNvSpPr>
          <p:nvPr>
            <p:ph type="title"/>
          </p:nvPr>
        </p:nvSpPr>
        <p:spPr/>
        <p:txBody>
          <a:bodyPr/>
          <a:lstStyle/>
          <a:p>
            <a:r>
              <a:rPr lang="en-IN" dirty="0"/>
              <a:t>Past</a:t>
            </a:r>
            <a:r>
              <a:rPr lang="en-IN" spc="-213" dirty="0"/>
              <a:t> </a:t>
            </a:r>
            <a:r>
              <a:rPr lang="en-IN" spc="-13" dirty="0"/>
              <a:t>KVs</a:t>
            </a:r>
            <a:r>
              <a:rPr lang="en-IN" spc="-207" dirty="0"/>
              <a:t> </a:t>
            </a:r>
            <a:r>
              <a:rPr lang="en-IN" dirty="0"/>
              <a:t>don’t</a:t>
            </a:r>
            <a:r>
              <a:rPr lang="en-IN" spc="-207" dirty="0"/>
              <a:t> </a:t>
            </a:r>
            <a:r>
              <a:rPr lang="en-IN" spc="167" dirty="0"/>
              <a:t>change</a:t>
            </a:r>
            <a:endParaRPr lang="en-IN" dirty="0"/>
          </a:p>
        </p:txBody>
      </p:sp>
      <p:pic>
        <p:nvPicPr>
          <p:cNvPr id="5" name="Picture 4">
            <a:extLst>
              <a:ext uri="{FF2B5EF4-FFF2-40B4-BE49-F238E27FC236}">
                <a16:creationId xmlns:a16="http://schemas.microsoft.com/office/drawing/2014/main" id="{8EACA7D7-B898-F9AA-036B-ADEFF0AC4D2B}"/>
              </a:ext>
            </a:extLst>
          </p:cNvPr>
          <p:cNvPicPr>
            <a:picLocks noChangeAspect="1"/>
          </p:cNvPicPr>
          <p:nvPr/>
        </p:nvPicPr>
        <p:blipFill>
          <a:blip r:embed="rId2"/>
          <a:stretch>
            <a:fillRect/>
          </a:stretch>
        </p:blipFill>
        <p:spPr>
          <a:xfrm>
            <a:off x="1007736" y="2293424"/>
            <a:ext cx="10304340" cy="3642423"/>
          </a:xfrm>
          <a:prstGeom prst="rect">
            <a:avLst/>
          </a:prstGeom>
        </p:spPr>
      </p:pic>
      <p:sp>
        <p:nvSpPr>
          <p:cNvPr id="6" name="Text Placeholder 5">
            <a:extLst>
              <a:ext uri="{FF2B5EF4-FFF2-40B4-BE49-F238E27FC236}">
                <a16:creationId xmlns:a16="http://schemas.microsoft.com/office/drawing/2014/main" id="{6CC116CA-8F3C-5293-A594-68AE219EC225}"/>
              </a:ext>
            </a:extLst>
          </p:cNvPr>
          <p:cNvSpPr txBox="1">
            <a:spLocks noGrp="1"/>
          </p:cNvSpPr>
          <p:nvPr>
            <p:ph type="body" idx="1"/>
          </p:nvPr>
        </p:nvSpPr>
        <p:spPr>
          <a:xfrm>
            <a:off x="406400" y="1676400"/>
            <a:ext cx="10515600" cy="4351338"/>
          </a:xfrm>
          <a:prstGeom prst="rect">
            <a:avLst/>
          </a:prstGeom>
          <a:noFill/>
        </p:spPr>
        <p:txBody>
          <a:bodyPr wrap="square">
            <a:spAutoFit/>
          </a:bodyPr>
          <a:lstStyle/>
          <a:p>
            <a:pPr marL="16933">
              <a:spcBef>
                <a:spcPts val="133"/>
              </a:spcBef>
            </a:pPr>
            <a:r>
              <a:rPr lang="en-US" sz="1800" spc="-67" dirty="0">
                <a:solidFill>
                  <a:srgbClr val="257693"/>
                </a:solidFill>
                <a:latin typeface="Arial Black"/>
                <a:cs typeface="Arial Black"/>
              </a:rPr>
              <a:t>Output:</a:t>
            </a:r>
            <a:r>
              <a:rPr lang="en-US" sz="1800" spc="-287" dirty="0">
                <a:solidFill>
                  <a:srgbClr val="257693"/>
                </a:solidFill>
                <a:latin typeface="Arial Black"/>
                <a:cs typeface="Arial Black"/>
              </a:rPr>
              <a:t> </a:t>
            </a:r>
            <a:r>
              <a:rPr lang="en-US" sz="1800" i="1" spc="-40" dirty="0">
                <a:latin typeface="Verdana"/>
                <a:cs typeface="Verdana"/>
              </a:rPr>
              <a:t>The</a:t>
            </a:r>
            <a:r>
              <a:rPr lang="en-US" sz="1800" i="1" spc="-120" dirty="0">
                <a:latin typeface="Verdana"/>
                <a:cs typeface="Verdana"/>
              </a:rPr>
              <a:t> </a:t>
            </a:r>
            <a:r>
              <a:rPr lang="en-US" sz="1800" i="1" spc="100" dirty="0">
                <a:latin typeface="Verdana"/>
                <a:cs typeface="Verdana"/>
              </a:rPr>
              <a:t>dog</a:t>
            </a:r>
            <a:r>
              <a:rPr lang="en-US" sz="1800" i="1" spc="-127" dirty="0">
                <a:latin typeface="Verdana"/>
                <a:cs typeface="Verdana"/>
              </a:rPr>
              <a:t> </a:t>
            </a:r>
            <a:r>
              <a:rPr lang="en-US" sz="1800" i="1" dirty="0">
                <a:latin typeface="Verdana"/>
                <a:cs typeface="Verdana"/>
              </a:rPr>
              <a:t>bit</a:t>
            </a:r>
            <a:r>
              <a:rPr lang="en-US" sz="1800" i="1" spc="-120" dirty="0">
                <a:latin typeface="Verdana"/>
                <a:cs typeface="Verdana"/>
              </a:rPr>
              <a:t> the…</a:t>
            </a:r>
            <a:endParaRPr lang="en-US" sz="1800" dirty="0">
              <a:latin typeface="Verdana"/>
              <a:cs typeface="Verdana"/>
            </a:endParaRPr>
          </a:p>
        </p:txBody>
      </p:sp>
    </p:spTree>
    <p:extLst>
      <p:ext uri="{BB962C8B-B14F-4D97-AF65-F5344CB8AC3E}">
        <p14:creationId xmlns:p14="http://schemas.microsoft.com/office/powerpoint/2010/main" val="33979825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5E447-62DE-CA9B-645C-41A4608A8A82}"/>
              </a:ext>
            </a:extLst>
          </p:cNvPr>
          <p:cNvSpPr>
            <a:spLocks noGrp="1"/>
          </p:cNvSpPr>
          <p:nvPr>
            <p:ph type="title"/>
          </p:nvPr>
        </p:nvSpPr>
        <p:spPr/>
        <p:txBody>
          <a:bodyPr/>
          <a:lstStyle/>
          <a:p>
            <a:r>
              <a:rPr lang="en-IN" dirty="0"/>
              <a:t>Past</a:t>
            </a:r>
            <a:r>
              <a:rPr lang="en-IN" spc="-213" dirty="0"/>
              <a:t> </a:t>
            </a:r>
            <a:r>
              <a:rPr lang="en-IN" spc="-13" dirty="0"/>
              <a:t>KVs</a:t>
            </a:r>
            <a:r>
              <a:rPr lang="en-IN" spc="-207" dirty="0"/>
              <a:t> </a:t>
            </a:r>
            <a:r>
              <a:rPr lang="en-IN" dirty="0"/>
              <a:t>don’t</a:t>
            </a:r>
            <a:r>
              <a:rPr lang="en-IN" spc="-207" dirty="0"/>
              <a:t> </a:t>
            </a:r>
            <a:r>
              <a:rPr lang="en-IN" spc="167" dirty="0"/>
              <a:t>change</a:t>
            </a:r>
            <a:endParaRPr lang="en-IN" dirty="0"/>
          </a:p>
        </p:txBody>
      </p:sp>
      <p:pic>
        <p:nvPicPr>
          <p:cNvPr id="5" name="Picture 4">
            <a:extLst>
              <a:ext uri="{FF2B5EF4-FFF2-40B4-BE49-F238E27FC236}">
                <a16:creationId xmlns:a16="http://schemas.microsoft.com/office/drawing/2014/main" id="{81E27B65-9C34-3260-B638-FACCF60A746A}"/>
              </a:ext>
            </a:extLst>
          </p:cNvPr>
          <p:cNvPicPr>
            <a:picLocks noChangeAspect="1"/>
          </p:cNvPicPr>
          <p:nvPr/>
        </p:nvPicPr>
        <p:blipFill>
          <a:blip r:embed="rId2"/>
          <a:stretch>
            <a:fillRect/>
          </a:stretch>
        </p:blipFill>
        <p:spPr>
          <a:xfrm>
            <a:off x="731147" y="2020117"/>
            <a:ext cx="6826601" cy="3492679"/>
          </a:xfrm>
          <a:prstGeom prst="rect">
            <a:avLst/>
          </a:prstGeom>
        </p:spPr>
      </p:pic>
      <p:sp>
        <p:nvSpPr>
          <p:cNvPr id="6" name="TextBox 5">
            <a:extLst>
              <a:ext uri="{FF2B5EF4-FFF2-40B4-BE49-F238E27FC236}">
                <a16:creationId xmlns:a16="http://schemas.microsoft.com/office/drawing/2014/main" id="{9BA46C5E-63F5-3CB8-3191-07395F2234AF}"/>
              </a:ext>
            </a:extLst>
          </p:cNvPr>
          <p:cNvSpPr txBox="1"/>
          <p:nvPr/>
        </p:nvSpPr>
        <p:spPr>
          <a:xfrm>
            <a:off x="804337" y="5888076"/>
            <a:ext cx="2671324" cy="461665"/>
          </a:xfrm>
          <a:prstGeom prst="rect">
            <a:avLst/>
          </a:prstGeom>
          <a:solidFill>
            <a:schemeClr val="tx2">
              <a:lumMod val="60000"/>
              <a:lumOff val="40000"/>
            </a:schemeClr>
          </a:solidFill>
        </p:spPr>
        <p:txBody>
          <a:bodyPr wrap="square">
            <a:spAutoFit/>
          </a:bodyPr>
          <a:lstStyle/>
          <a:p>
            <a:r>
              <a:rPr lang="en-IN" sz="2400" spc="67" dirty="0"/>
              <a:t>What</a:t>
            </a:r>
            <a:r>
              <a:rPr lang="en-IN" sz="2400" spc="-140" dirty="0"/>
              <a:t> </a:t>
            </a:r>
            <a:r>
              <a:rPr lang="en-IN" sz="2400" spc="120" dirty="0"/>
              <a:t>about</a:t>
            </a:r>
            <a:r>
              <a:rPr lang="en-IN" sz="2400" spc="-140" dirty="0"/>
              <a:t> </a:t>
            </a:r>
            <a:r>
              <a:rPr lang="en-IN" sz="2400" spc="133" dirty="0"/>
              <a:t>Q? </a:t>
            </a:r>
            <a:r>
              <a:rPr lang="en-IN" sz="2400" spc="133" dirty="0">
                <a:sym typeface="Wingdings" panose="05000000000000000000" pitchFamily="2" charset="2"/>
              </a:rPr>
              <a:t></a:t>
            </a:r>
            <a:endParaRPr lang="en-IN" sz="2400" dirty="0"/>
          </a:p>
        </p:txBody>
      </p:sp>
      <p:grpSp>
        <p:nvGrpSpPr>
          <p:cNvPr id="7" name="Group 6">
            <a:extLst>
              <a:ext uri="{FF2B5EF4-FFF2-40B4-BE49-F238E27FC236}">
                <a16:creationId xmlns:a16="http://schemas.microsoft.com/office/drawing/2014/main" id="{4037C04A-A618-F5F5-1612-83C75C106C78}"/>
              </a:ext>
            </a:extLst>
          </p:cNvPr>
          <p:cNvGrpSpPr/>
          <p:nvPr/>
        </p:nvGrpSpPr>
        <p:grpSpPr>
          <a:xfrm>
            <a:off x="3475661" y="5829110"/>
            <a:ext cx="3287607" cy="692154"/>
            <a:chOff x="3402471" y="5878244"/>
            <a:chExt cx="3287607" cy="692154"/>
          </a:xfrm>
        </p:grpSpPr>
        <p:sp>
          <p:nvSpPr>
            <p:cNvPr id="8" name="object 27">
              <a:extLst>
                <a:ext uri="{FF2B5EF4-FFF2-40B4-BE49-F238E27FC236}">
                  <a16:creationId xmlns:a16="http://schemas.microsoft.com/office/drawing/2014/main" id="{2A7279BA-AD91-8A64-04F9-B95016840C81}"/>
                </a:ext>
              </a:extLst>
            </p:cNvPr>
            <p:cNvSpPr txBox="1"/>
            <p:nvPr/>
          </p:nvSpPr>
          <p:spPr>
            <a:xfrm>
              <a:off x="3402471" y="5922662"/>
              <a:ext cx="3287607" cy="386430"/>
            </a:xfrm>
            <a:prstGeom prst="rect">
              <a:avLst/>
            </a:prstGeom>
          </p:spPr>
          <p:txBody>
            <a:bodyPr vert="horz" wrap="square" lIns="0" tIns="16933" rIns="0" bIns="0" rtlCol="0">
              <a:spAutoFit/>
            </a:bodyPr>
            <a:lstStyle/>
            <a:p>
              <a:pPr marL="16933">
                <a:spcBef>
                  <a:spcPts val="133"/>
                </a:spcBef>
              </a:pPr>
              <a:r>
                <a:rPr sz="2400" spc="-67" dirty="0">
                  <a:solidFill>
                    <a:srgbClr val="257693"/>
                  </a:solidFill>
                  <a:latin typeface="Arial Black"/>
                  <a:cs typeface="Arial Black"/>
                </a:rPr>
                <a:t>Output:</a:t>
              </a:r>
              <a:r>
                <a:rPr sz="2400" spc="-287" dirty="0">
                  <a:solidFill>
                    <a:srgbClr val="257693"/>
                  </a:solidFill>
                  <a:latin typeface="Arial Black"/>
                  <a:cs typeface="Arial Black"/>
                </a:rPr>
                <a:t> </a:t>
              </a:r>
              <a:r>
                <a:rPr sz="2400" i="1" spc="-40" dirty="0">
                  <a:latin typeface="Verdana"/>
                  <a:cs typeface="Verdana"/>
                </a:rPr>
                <a:t>The</a:t>
              </a:r>
              <a:r>
                <a:rPr sz="2400" i="1" spc="-120" dirty="0">
                  <a:latin typeface="Verdana"/>
                  <a:cs typeface="Verdana"/>
                </a:rPr>
                <a:t> </a:t>
              </a:r>
              <a:r>
                <a:rPr sz="2400" i="1" spc="100" dirty="0">
                  <a:latin typeface="Verdana"/>
                  <a:cs typeface="Verdana"/>
                </a:rPr>
                <a:t>dog</a:t>
              </a:r>
              <a:r>
                <a:rPr sz="2400" i="1" spc="-127" dirty="0">
                  <a:latin typeface="Verdana"/>
                  <a:cs typeface="Verdana"/>
                </a:rPr>
                <a:t> </a:t>
              </a:r>
              <a:r>
                <a:rPr sz="2400" i="1" dirty="0">
                  <a:latin typeface="Verdana"/>
                  <a:cs typeface="Verdana"/>
                </a:rPr>
                <a:t>bit</a:t>
              </a:r>
              <a:r>
                <a:rPr sz="2400" i="1" spc="-120" dirty="0">
                  <a:latin typeface="Verdana"/>
                  <a:cs typeface="Verdana"/>
                </a:rPr>
                <a:t> </a:t>
              </a:r>
              <a:r>
                <a:rPr sz="2400" i="1" spc="-660" dirty="0">
                  <a:latin typeface="Verdana"/>
                  <a:cs typeface="Verdana"/>
                </a:rPr>
                <a:t>…</a:t>
              </a:r>
              <a:endParaRPr sz="2400" dirty="0">
                <a:latin typeface="Verdana"/>
                <a:cs typeface="Verdana"/>
              </a:endParaRPr>
            </a:p>
          </p:txBody>
        </p:sp>
        <p:sp>
          <p:nvSpPr>
            <p:cNvPr id="9" name="object 28">
              <a:extLst>
                <a:ext uri="{FF2B5EF4-FFF2-40B4-BE49-F238E27FC236}">
                  <a16:creationId xmlns:a16="http://schemas.microsoft.com/office/drawing/2014/main" id="{7A8A1F21-ED22-6C9E-33C9-F60FFA2B9FFB}"/>
                </a:ext>
              </a:extLst>
            </p:cNvPr>
            <p:cNvSpPr/>
            <p:nvPr/>
          </p:nvSpPr>
          <p:spPr>
            <a:xfrm>
              <a:off x="5962167" y="5878244"/>
              <a:ext cx="530013" cy="425873"/>
            </a:xfrm>
            <a:custGeom>
              <a:avLst/>
              <a:gdLst/>
              <a:ahLst/>
              <a:cxnLst/>
              <a:rect l="l" t="t" r="r" b="b"/>
              <a:pathLst>
                <a:path w="397510" h="319405">
                  <a:moveTo>
                    <a:pt x="0" y="0"/>
                  </a:moveTo>
                  <a:lnTo>
                    <a:pt x="397499" y="0"/>
                  </a:lnTo>
                  <a:lnTo>
                    <a:pt x="397499" y="319199"/>
                  </a:lnTo>
                  <a:lnTo>
                    <a:pt x="0" y="319199"/>
                  </a:lnTo>
                  <a:lnTo>
                    <a:pt x="0" y="0"/>
                  </a:lnTo>
                  <a:close/>
                </a:path>
              </a:pathLst>
            </a:custGeom>
            <a:ln w="9524">
              <a:solidFill>
                <a:srgbClr val="FAB901"/>
              </a:solidFill>
            </a:ln>
          </p:spPr>
          <p:txBody>
            <a:bodyPr wrap="square" lIns="0" tIns="0" rIns="0" bIns="0" rtlCol="0"/>
            <a:lstStyle/>
            <a:p>
              <a:endParaRPr sz="2400"/>
            </a:p>
          </p:txBody>
        </p:sp>
        <p:sp>
          <p:nvSpPr>
            <p:cNvPr id="10" name="object 29">
              <a:extLst>
                <a:ext uri="{FF2B5EF4-FFF2-40B4-BE49-F238E27FC236}">
                  <a16:creationId xmlns:a16="http://schemas.microsoft.com/office/drawing/2014/main" id="{3CFCDCEF-B388-DED6-FB96-0207448494BA}"/>
                </a:ext>
              </a:extLst>
            </p:cNvPr>
            <p:cNvSpPr txBox="1"/>
            <p:nvPr/>
          </p:nvSpPr>
          <p:spPr>
            <a:xfrm>
              <a:off x="6149339" y="6265977"/>
              <a:ext cx="358140" cy="304421"/>
            </a:xfrm>
            <a:prstGeom prst="rect">
              <a:avLst/>
            </a:prstGeom>
          </p:spPr>
          <p:txBody>
            <a:bodyPr vert="horz" wrap="square" lIns="0" tIns="16933" rIns="0" bIns="0" rtlCol="0">
              <a:spAutoFit/>
            </a:bodyPr>
            <a:lstStyle/>
            <a:p>
              <a:pPr marL="50799">
                <a:spcBef>
                  <a:spcPts val="133"/>
                </a:spcBef>
              </a:pPr>
              <a:r>
                <a:rPr sz="1867" spc="-33" dirty="0">
                  <a:solidFill>
                    <a:srgbClr val="FAB901"/>
                  </a:solidFill>
                  <a:latin typeface="Arial Black"/>
                  <a:cs typeface="Arial Black"/>
                </a:rPr>
                <a:t>q</a:t>
              </a:r>
              <a:r>
                <a:rPr spc="-49" baseline="-33950" dirty="0">
                  <a:solidFill>
                    <a:srgbClr val="FAB901"/>
                  </a:solidFill>
                  <a:latin typeface="Arial Black"/>
                  <a:cs typeface="Arial Black"/>
                </a:rPr>
                <a:t>3</a:t>
              </a:r>
              <a:endParaRPr baseline="-33950" dirty="0">
                <a:latin typeface="Arial Black"/>
                <a:cs typeface="Arial Black"/>
              </a:endParaRPr>
            </a:p>
          </p:txBody>
        </p:sp>
      </p:grpSp>
      <p:sp>
        <p:nvSpPr>
          <p:cNvPr id="12" name="object 13">
            <a:extLst>
              <a:ext uri="{FF2B5EF4-FFF2-40B4-BE49-F238E27FC236}">
                <a16:creationId xmlns:a16="http://schemas.microsoft.com/office/drawing/2014/main" id="{C7B613C9-F376-46A7-DDFE-5D9AD20C388A}"/>
              </a:ext>
            </a:extLst>
          </p:cNvPr>
          <p:cNvSpPr txBox="1"/>
          <p:nvPr/>
        </p:nvSpPr>
        <p:spPr>
          <a:xfrm>
            <a:off x="403239" y="1475130"/>
            <a:ext cx="3782907" cy="386430"/>
          </a:xfrm>
          <a:prstGeom prst="rect">
            <a:avLst/>
          </a:prstGeom>
        </p:spPr>
        <p:txBody>
          <a:bodyPr vert="horz" wrap="square" lIns="0" tIns="16933" rIns="0" bIns="0" rtlCol="0">
            <a:spAutoFit/>
          </a:bodyPr>
          <a:lstStyle/>
          <a:p>
            <a:pPr marL="16933">
              <a:spcBef>
                <a:spcPts val="133"/>
              </a:spcBef>
            </a:pPr>
            <a:r>
              <a:rPr sz="2400" spc="-67" dirty="0">
                <a:solidFill>
                  <a:srgbClr val="257693"/>
                </a:solidFill>
                <a:latin typeface="Arial Black"/>
                <a:cs typeface="Arial Black"/>
              </a:rPr>
              <a:t>Output:</a:t>
            </a:r>
            <a:r>
              <a:rPr sz="2400" spc="-287" dirty="0">
                <a:solidFill>
                  <a:srgbClr val="257693"/>
                </a:solidFill>
                <a:latin typeface="Arial Black"/>
                <a:cs typeface="Arial Black"/>
              </a:rPr>
              <a:t> </a:t>
            </a:r>
            <a:r>
              <a:rPr sz="2400" i="1" spc="-40" dirty="0">
                <a:latin typeface="Verdana"/>
                <a:cs typeface="Verdana"/>
              </a:rPr>
              <a:t>The</a:t>
            </a:r>
            <a:r>
              <a:rPr sz="2400" i="1" spc="-120" dirty="0">
                <a:latin typeface="Verdana"/>
                <a:cs typeface="Verdana"/>
              </a:rPr>
              <a:t> </a:t>
            </a:r>
            <a:r>
              <a:rPr sz="2400" i="1" spc="100" dirty="0">
                <a:latin typeface="Verdana"/>
                <a:cs typeface="Verdana"/>
              </a:rPr>
              <a:t>dog</a:t>
            </a:r>
            <a:r>
              <a:rPr sz="2400" i="1" spc="-127" dirty="0">
                <a:latin typeface="Verdana"/>
                <a:cs typeface="Verdana"/>
              </a:rPr>
              <a:t> </a:t>
            </a:r>
            <a:r>
              <a:rPr sz="2400" i="1" dirty="0">
                <a:latin typeface="Verdana"/>
                <a:cs typeface="Verdana"/>
              </a:rPr>
              <a:t>bit</a:t>
            </a:r>
            <a:r>
              <a:rPr sz="2400" i="1" spc="-120" dirty="0">
                <a:latin typeface="Verdana"/>
                <a:cs typeface="Verdana"/>
              </a:rPr>
              <a:t> the…</a:t>
            </a:r>
            <a:endParaRPr sz="2400" dirty="0">
              <a:latin typeface="Verdana"/>
              <a:cs typeface="Verdana"/>
            </a:endParaRPr>
          </a:p>
        </p:txBody>
      </p:sp>
      <p:sp>
        <p:nvSpPr>
          <p:cNvPr id="13" name="object 28">
            <a:extLst>
              <a:ext uri="{FF2B5EF4-FFF2-40B4-BE49-F238E27FC236}">
                <a16:creationId xmlns:a16="http://schemas.microsoft.com/office/drawing/2014/main" id="{A7B7D4B3-1FEC-E45B-F49E-7E757F1F0A1F}"/>
              </a:ext>
            </a:extLst>
          </p:cNvPr>
          <p:cNvSpPr txBox="1"/>
          <p:nvPr/>
        </p:nvSpPr>
        <p:spPr>
          <a:xfrm>
            <a:off x="7384854" y="1516283"/>
            <a:ext cx="3736340" cy="386430"/>
          </a:xfrm>
          <a:prstGeom prst="rect">
            <a:avLst/>
          </a:prstGeom>
        </p:spPr>
        <p:txBody>
          <a:bodyPr vert="horz" wrap="square" lIns="0" tIns="16933" rIns="0" bIns="0" rtlCol="0">
            <a:spAutoFit/>
          </a:bodyPr>
          <a:lstStyle/>
          <a:p>
            <a:pPr marL="16933">
              <a:spcBef>
                <a:spcPts val="133"/>
              </a:spcBef>
            </a:pPr>
            <a:r>
              <a:rPr sz="2400" spc="-73" dirty="0">
                <a:solidFill>
                  <a:srgbClr val="F65B66"/>
                </a:solidFill>
                <a:latin typeface="Arial Black"/>
                <a:cs typeface="Arial Black"/>
              </a:rPr>
              <a:t>Cache</a:t>
            </a:r>
            <a:r>
              <a:rPr sz="2400" spc="-240" dirty="0">
                <a:solidFill>
                  <a:srgbClr val="F65B66"/>
                </a:solidFill>
                <a:latin typeface="Arial Black"/>
                <a:cs typeface="Arial Black"/>
              </a:rPr>
              <a:t> </a:t>
            </a:r>
            <a:r>
              <a:rPr sz="2400" spc="-67" dirty="0">
                <a:solidFill>
                  <a:srgbClr val="F65B66"/>
                </a:solidFill>
                <a:latin typeface="Arial Black"/>
                <a:cs typeface="Arial Black"/>
              </a:rPr>
              <a:t>reusable</a:t>
            </a:r>
            <a:r>
              <a:rPr sz="2400" spc="-233" dirty="0">
                <a:solidFill>
                  <a:srgbClr val="F65B66"/>
                </a:solidFill>
                <a:latin typeface="Arial Black"/>
                <a:cs typeface="Arial Black"/>
              </a:rPr>
              <a:t> </a:t>
            </a:r>
            <a:r>
              <a:rPr sz="2400" spc="-13" dirty="0">
                <a:solidFill>
                  <a:srgbClr val="F65B66"/>
                </a:solidFill>
                <a:latin typeface="Arial Black"/>
                <a:cs typeface="Arial Black"/>
              </a:rPr>
              <a:t>values!</a:t>
            </a:r>
            <a:endParaRPr sz="2400" dirty="0">
              <a:latin typeface="Arial Black"/>
              <a:cs typeface="Arial Black"/>
            </a:endParaRPr>
          </a:p>
        </p:txBody>
      </p:sp>
      <p:pic>
        <p:nvPicPr>
          <p:cNvPr id="17" name="Picture 16">
            <a:extLst>
              <a:ext uri="{FF2B5EF4-FFF2-40B4-BE49-F238E27FC236}">
                <a16:creationId xmlns:a16="http://schemas.microsoft.com/office/drawing/2014/main" id="{07497317-670C-F86F-6572-C5276CFFEF5B}"/>
              </a:ext>
            </a:extLst>
          </p:cNvPr>
          <p:cNvPicPr>
            <a:picLocks noChangeAspect="1"/>
          </p:cNvPicPr>
          <p:nvPr/>
        </p:nvPicPr>
        <p:blipFill>
          <a:blip r:embed="rId3"/>
          <a:stretch>
            <a:fillRect/>
          </a:stretch>
        </p:blipFill>
        <p:spPr>
          <a:xfrm>
            <a:off x="8397966" y="2477340"/>
            <a:ext cx="2349621" cy="3035456"/>
          </a:xfrm>
          <a:prstGeom prst="rect">
            <a:avLst/>
          </a:prstGeom>
        </p:spPr>
      </p:pic>
    </p:spTree>
    <p:extLst>
      <p:ext uri="{BB962C8B-B14F-4D97-AF65-F5344CB8AC3E}">
        <p14:creationId xmlns:p14="http://schemas.microsoft.com/office/powerpoint/2010/main" val="23425905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51756-B7B0-671F-5D35-BFBB6B01D7FB}"/>
              </a:ext>
            </a:extLst>
          </p:cNvPr>
          <p:cNvSpPr>
            <a:spLocks noGrp="1"/>
          </p:cNvSpPr>
          <p:nvPr>
            <p:ph type="title"/>
          </p:nvPr>
        </p:nvSpPr>
        <p:spPr/>
        <p:txBody>
          <a:bodyPr/>
          <a:lstStyle/>
          <a:p>
            <a:r>
              <a:rPr lang="en-IN" spc="67" dirty="0"/>
              <a:t>What</a:t>
            </a:r>
            <a:r>
              <a:rPr lang="en-IN" spc="-140" dirty="0"/>
              <a:t> </a:t>
            </a:r>
            <a:r>
              <a:rPr lang="en-IN" spc="120" dirty="0"/>
              <a:t>about</a:t>
            </a:r>
            <a:r>
              <a:rPr lang="en-IN" spc="-140" dirty="0"/>
              <a:t> </a:t>
            </a:r>
            <a:r>
              <a:rPr lang="en-IN" spc="133" dirty="0"/>
              <a:t>Q?</a:t>
            </a:r>
            <a:endParaRPr lang="en-IN" dirty="0"/>
          </a:p>
        </p:txBody>
      </p:sp>
      <p:pic>
        <p:nvPicPr>
          <p:cNvPr id="5" name="Picture 4">
            <a:extLst>
              <a:ext uri="{FF2B5EF4-FFF2-40B4-BE49-F238E27FC236}">
                <a16:creationId xmlns:a16="http://schemas.microsoft.com/office/drawing/2014/main" id="{3728EF76-92A4-E1B8-897F-653C89A88658}"/>
              </a:ext>
            </a:extLst>
          </p:cNvPr>
          <p:cNvPicPr>
            <a:picLocks noChangeAspect="1"/>
          </p:cNvPicPr>
          <p:nvPr/>
        </p:nvPicPr>
        <p:blipFill>
          <a:blip r:embed="rId2"/>
          <a:stretch>
            <a:fillRect/>
          </a:stretch>
        </p:blipFill>
        <p:spPr>
          <a:xfrm>
            <a:off x="225534" y="1357726"/>
            <a:ext cx="11740931" cy="5334556"/>
          </a:xfrm>
          <a:prstGeom prst="rect">
            <a:avLst/>
          </a:prstGeom>
        </p:spPr>
      </p:pic>
    </p:spTree>
    <p:extLst>
      <p:ext uri="{BB962C8B-B14F-4D97-AF65-F5344CB8AC3E}">
        <p14:creationId xmlns:p14="http://schemas.microsoft.com/office/powerpoint/2010/main" val="4444079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09316" y="671823"/>
            <a:ext cx="14020800" cy="509541"/>
          </a:xfrm>
          <a:prstGeom prst="rect">
            <a:avLst/>
          </a:prstGeom>
        </p:spPr>
        <p:txBody>
          <a:bodyPr vert="horz" wrap="square" lIns="0" tIns="16933" rIns="0" bIns="0" rtlCol="0" anchor="ctr">
            <a:spAutoFit/>
          </a:bodyPr>
          <a:lstStyle/>
          <a:p>
            <a:pPr marL="279393">
              <a:spcBef>
                <a:spcPts val="133"/>
              </a:spcBef>
            </a:pPr>
            <a:r>
              <a:rPr dirty="0"/>
              <a:t>QKV</a:t>
            </a:r>
            <a:r>
              <a:rPr spc="-227" dirty="0"/>
              <a:t> </a:t>
            </a:r>
            <a:r>
              <a:rPr spc="73" dirty="0"/>
              <a:t>calculations</a:t>
            </a:r>
          </a:p>
        </p:txBody>
      </p:sp>
      <p:sp>
        <p:nvSpPr>
          <p:cNvPr id="3" name="object 3"/>
          <p:cNvSpPr txBox="1"/>
          <p:nvPr/>
        </p:nvSpPr>
        <p:spPr>
          <a:xfrm>
            <a:off x="964666" y="1449542"/>
            <a:ext cx="6067213" cy="1979174"/>
          </a:xfrm>
          <a:prstGeom prst="rect">
            <a:avLst/>
          </a:prstGeom>
        </p:spPr>
        <p:txBody>
          <a:bodyPr vert="horz" wrap="square" lIns="0" tIns="16933" rIns="0" bIns="0" rtlCol="0">
            <a:spAutoFit/>
          </a:bodyPr>
          <a:lstStyle/>
          <a:p>
            <a:pPr marL="27093">
              <a:spcBef>
                <a:spcPts val="133"/>
              </a:spcBef>
            </a:pPr>
            <a:r>
              <a:rPr sz="2400" spc="-187" dirty="0">
                <a:solidFill>
                  <a:srgbClr val="257693"/>
                </a:solidFill>
                <a:latin typeface="Arial Black"/>
                <a:cs typeface="Arial Black"/>
              </a:rPr>
              <a:t>New</a:t>
            </a:r>
            <a:r>
              <a:rPr sz="2400" spc="-267" dirty="0">
                <a:solidFill>
                  <a:srgbClr val="257693"/>
                </a:solidFill>
                <a:latin typeface="Arial Black"/>
                <a:cs typeface="Arial Black"/>
              </a:rPr>
              <a:t> </a:t>
            </a:r>
            <a:r>
              <a:rPr sz="2400" spc="-13" dirty="0">
                <a:solidFill>
                  <a:srgbClr val="257693"/>
                </a:solidFill>
                <a:latin typeface="Arial Black"/>
                <a:cs typeface="Arial Black"/>
              </a:rPr>
              <a:t>Tokens:</a:t>
            </a:r>
            <a:endParaRPr sz="2400" dirty="0">
              <a:latin typeface="Arial Black"/>
              <a:cs typeface="Arial Black"/>
            </a:endParaRPr>
          </a:p>
          <a:p>
            <a:pPr marL="27093"/>
            <a:r>
              <a:rPr sz="2400" spc="100" dirty="0">
                <a:latin typeface="Lucida Sans Unicode"/>
                <a:cs typeface="Lucida Sans Unicode"/>
              </a:rPr>
              <a:t>Compute</a:t>
            </a:r>
            <a:r>
              <a:rPr sz="2400" spc="-80" dirty="0">
                <a:latin typeface="Lucida Sans Unicode"/>
                <a:cs typeface="Lucida Sans Unicode"/>
              </a:rPr>
              <a:t> </a:t>
            </a:r>
            <a:r>
              <a:rPr sz="2400" spc="-33" dirty="0">
                <a:latin typeface="Lucida Sans Unicode"/>
                <a:cs typeface="Lucida Sans Unicode"/>
              </a:rPr>
              <a:t>QKV</a:t>
            </a:r>
            <a:endParaRPr sz="2400" dirty="0">
              <a:latin typeface="Lucida Sans Unicode"/>
              <a:cs typeface="Lucida Sans Unicode"/>
            </a:endParaRPr>
          </a:p>
          <a:p>
            <a:pPr>
              <a:spcBef>
                <a:spcPts val="947"/>
              </a:spcBef>
            </a:pPr>
            <a:endParaRPr sz="2400" dirty="0">
              <a:latin typeface="Lucida Sans Unicode"/>
              <a:cs typeface="Lucida Sans Unicode"/>
            </a:endParaRPr>
          </a:p>
          <a:p>
            <a:pPr marL="16933">
              <a:spcBef>
                <a:spcPts val="7"/>
              </a:spcBef>
            </a:pPr>
            <a:r>
              <a:rPr sz="2400" spc="-140" dirty="0">
                <a:solidFill>
                  <a:srgbClr val="257693"/>
                </a:solidFill>
                <a:latin typeface="Arial Black"/>
                <a:cs typeface="Arial Black"/>
              </a:rPr>
              <a:t>Store</a:t>
            </a:r>
            <a:r>
              <a:rPr sz="2400" spc="-272" dirty="0">
                <a:solidFill>
                  <a:srgbClr val="257693"/>
                </a:solidFill>
                <a:latin typeface="Arial Black"/>
                <a:cs typeface="Arial Black"/>
              </a:rPr>
              <a:t> </a:t>
            </a:r>
            <a:r>
              <a:rPr sz="2400" spc="-339" dirty="0">
                <a:solidFill>
                  <a:srgbClr val="257693"/>
                </a:solidFill>
                <a:latin typeface="Arial Black"/>
                <a:cs typeface="Arial Black"/>
              </a:rPr>
              <a:t>K</a:t>
            </a:r>
            <a:r>
              <a:rPr sz="2400" spc="-267" dirty="0">
                <a:solidFill>
                  <a:srgbClr val="257693"/>
                </a:solidFill>
                <a:latin typeface="Arial Black"/>
                <a:cs typeface="Arial Black"/>
              </a:rPr>
              <a:t> </a:t>
            </a:r>
            <a:r>
              <a:rPr sz="2400" spc="-247" dirty="0">
                <a:solidFill>
                  <a:srgbClr val="257693"/>
                </a:solidFill>
                <a:latin typeface="Arial Black"/>
                <a:cs typeface="Arial Black"/>
              </a:rPr>
              <a:t>&amp;</a:t>
            </a:r>
            <a:r>
              <a:rPr sz="2400" spc="-267" dirty="0">
                <a:solidFill>
                  <a:srgbClr val="257693"/>
                </a:solidFill>
                <a:latin typeface="Arial Black"/>
                <a:cs typeface="Arial Black"/>
              </a:rPr>
              <a:t> </a:t>
            </a:r>
            <a:r>
              <a:rPr sz="2400" spc="-33" dirty="0">
                <a:solidFill>
                  <a:srgbClr val="257693"/>
                </a:solidFill>
                <a:latin typeface="Arial Black"/>
                <a:cs typeface="Arial Black"/>
              </a:rPr>
              <a:t>V:</a:t>
            </a:r>
            <a:endParaRPr sz="2400" dirty="0">
              <a:latin typeface="Arial Black"/>
              <a:cs typeface="Arial Black"/>
            </a:endParaRPr>
          </a:p>
          <a:p>
            <a:pPr marL="16933"/>
            <a:r>
              <a:rPr sz="2400" dirty="0">
                <a:latin typeface="Lucida Sans Unicode"/>
                <a:cs typeface="Lucida Sans Unicode"/>
              </a:rPr>
              <a:t>They</a:t>
            </a:r>
            <a:r>
              <a:rPr sz="2400" spc="-100" dirty="0">
                <a:latin typeface="Lucida Sans Unicode"/>
                <a:cs typeface="Lucida Sans Unicode"/>
              </a:rPr>
              <a:t> </a:t>
            </a:r>
            <a:r>
              <a:rPr sz="2400" dirty="0">
                <a:latin typeface="Lucida Sans Unicode"/>
                <a:cs typeface="Lucida Sans Unicode"/>
              </a:rPr>
              <a:t>don’t</a:t>
            </a:r>
            <a:r>
              <a:rPr sz="2400" spc="-100" dirty="0">
                <a:latin typeface="Lucida Sans Unicode"/>
                <a:cs typeface="Lucida Sans Unicode"/>
              </a:rPr>
              <a:t> </a:t>
            </a:r>
            <a:r>
              <a:rPr sz="2400" spc="133" dirty="0">
                <a:latin typeface="Lucida Sans Unicode"/>
                <a:cs typeface="Lucida Sans Unicode"/>
              </a:rPr>
              <a:t>change</a:t>
            </a:r>
            <a:r>
              <a:rPr sz="2400" spc="-100" dirty="0">
                <a:latin typeface="Lucida Sans Unicode"/>
                <a:cs typeface="Lucida Sans Unicode"/>
              </a:rPr>
              <a:t> </a:t>
            </a:r>
            <a:r>
              <a:rPr sz="2400" spc="147" dirty="0">
                <a:latin typeface="Lucida Sans Unicode"/>
                <a:cs typeface="Lucida Sans Unicode"/>
              </a:rPr>
              <a:t>as</a:t>
            </a:r>
            <a:r>
              <a:rPr sz="2400" spc="-100" dirty="0">
                <a:latin typeface="Lucida Sans Unicode"/>
                <a:cs typeface="Lucida Sans Unicode"/>
              </a:rPr>
              <a:t> </a:t>
            </a:r>
            <a:r>
              <a:rPr sz="2400" spc="93" dirty="0">
                <a:latin typeface="Lucida Sans Unicode"/>
                <a:cs typeface="Lucida Sans Unicode"/>
              </a:rPr>
              <a:t>new</a:t>
            </a:r>
            <a:r>
              <a:rPr sz="2400" spc="-100" dirty="0">
                <a:latin typeface="Lucida Sans Unicode"/>
                <a:cs typeface="Lucida Sans Unicode"/>
              </a:rPr>
              <a:t> </a:t>
            </a:r>
            <a:r>
              <a:rPr sz="2400" dirty="0">
                <a:latin typeface="Lucida Sans Unicode"/>
                <a:cs typeface="Lucida Sans Unicode"/>
              </a:rPr>
              <a:t>tokens</a:t>
            </a:r>
            <a:r>
              <a:rPr sz="2400" spc="-100" dirty="0">
                <a:latin typeface="Lucida Sans Unicode"/>
                <a:cs typeface="Lucida Sans Unicode"/>
              </a:rPr>
              <a:t> </a:t>
            </a:r>
            <a:r>
              <a:rPr sz="2400" spc="-13" dirty="0">
                <a:latin typeface="Lucida Sans Unicode"/>
                <a:cs typeface="Lucida Sans Unicode"/>
              </a:rPr>
              <a:t>arrive</a:t>
            </a:r>
            <a:endParaRPr sz="2400" dirty="0">
              <a:latin typeface="Lucida Sans Unicode"/>
              <a:cs typeface="Lucida Sans Unicode"/>
            </a:endParaRPr>
          </a:p>
        </p:txBody>
      </p:sp>
    </p:spTree>
    <p:extLst>
      <p:ext uri="{BB962C8B-B14F-4D97-AF65-F5344CB8AC3E}">
        <p14:creationId xmlns:p14="http://schemas.microsoft.com/office/powerpoint/2010/main" val="2165767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268683" y="1901317"/>
            <a:ext cx="2753360" cy="2493433"/>
            <a:chOff x="201512" y="1425987"/>
            <a:chExt cx="2065020" cy="1870075"/>
          </a:xfrm>
        </p:grpSpPr>
        <p:sp>
          <p:nvSpPr>
            <p:cNvPr id="3" name="object 3"/>
            <p:cNvSpPr/>
            <p:nvPr/>
          </p:nvSpPr>
          <p:spPr>
            <a:xfrm>
              <a:off x="206274" y="1430749"/>
              <a:ext cx="2055495" cy="1860550"/>
            </a:xfrm>
            <a:custGeom>
              <a:avLst/>
              <a:gdLst/>
              <a:ahLst/>
              <a:cxnLst/>
              <a:rect l="l" t="t" r="r" b="b"/>
              <a:pathLst>
                <a:path w="2055495" h="1860550">
                  <a:moveTo>
                    <a:pt x="0" y="0"/>
                  </a:moveTo>
                  <a:lnTo>
                    <a:pt x="2055299" y="0"/>
                  </a:lnTo>
                  <a:lnTo>
                    <a:pt x="2055299" y="1860299"/>
                  </a:lnTo>
                  <a:lnTo>
                    <a:pt x="0" y="1860299"/>
                  </a:lnTo>
                  <a:lnTo>
                    <a:pt x="0" y="0"/>
                  </a:lnTo>
                  <a:close/>
                </a:path>
              </a:pathLst>
            </a:custGeom>
            <a:ln w="9524">
              <a:solidFill>
                <a:srgbClr val="237A94"/>
              </a:solidFill>
            </a:ln>
          </p:spPr>
          <p:txBody>
            <a:bodyPr wrap="square" lIns="0" tIns="0" rIns="0" bIns="0" rtlCol="0"/>
            <a:lstStyle/>
            <a:p>
              <a:endParaRPr sz="2400"/>
            </a:p>
          </p:txBody>
        </p:sp>
        <p:sp>
          <p:nvSpPr>
            <p:cNvPr id="4" name="object 4"/>
            <p:cNvSpPr/>
            <p:nvPr/>
          </p:nvSpPr>
          <p:spPr>
            <a:xfrm>
              <a:off x="1350156" y="2192768"/>
              <a:ext cx="0" cy="73025"/>
            </a:xfrm>
            <a:custGeom>
              <a:avLst/>
              <a:gdLst/>
              <a:ahLst/>
              <a:cxnLst/>
              <a:rect l="l" t="t" r="r" b="b"/>
              <a:pathLst>
                <a:path h="73025">
                  <a:moveTo>
                    <a:pt x="0" y="0"/>
                  </a:moveTo>
                  <a:lnTo>
                    <a:pt x="0" y="72514"/>
                  </a:lnTo>
                </a:path>
              </a:pathLst>
            </a:custGeom>
            <a:ln w="42074">
              <a:solidFill>
                <a:srgbClr val="237A94"/>
              </a:solidFill>
            </a:ln>
          </p:spPr>
          <p:txBody>
            <a:bodyPr wrap="square" lIns="0" tIns="0" rIns="0" bIns="0" rtlCol="0"/>
            <a:lstStyle/>
            <a:p>
              <a:endParaRPr sz="2400"/>
            </a:p>
          </p:txBody>
        </p:sp>
        <p:sp>
          <p:nvSpPr>
            <p:cNvPr id="5" name="object 5"/>
            <p:cNvSpPr/>
            <p:nvPr/>
          </p:nvSpPr>
          <p:spPr>
            <a:xfrm>
              <a:off x="537206" y="2778272"/>
              <a:ext cx="1616075" cy="183515"/>
            </a:xfrm>
            <a:custGeom>
              <a:avLst/>
              <a:gdLst/>
              <a:ahLst/>
              <a:cxnLst/>
              <a:rect l="l" t="t" r="r" b="b"/>
              <a:pathLst>
                <a:path w="1616075" h="183514">
                  <a:moveTo>
                    <a:pt x="1615800" y="182999"/>
                  </a:moveTo>
                  <a:lnTo>
                    <a:pt x="0" y="182999"/>
                  </a:lnTo>
                  <a:lnTo>
                    <a:pt x="0" y="0"/>
                  </a:lnTo>
                  <a:lnTo>
                    <a:pt x="1615800" y="0"/>
                  </a:lnTo>
                  <a:lnTo>
                    <a:pt x="1615800" y="182999"/>
                  </a:lnTo>
                  <a:close/>
                </a:path>
              </a:pathLst>
            </a:custGeom>
            <a:solidFill>
              <a:srgbClr val="DCDBE0"/>
            </a:solidFill>
          </p:spPr>
          <p:txBody>
            <a:bodyPr wrap="square" lIns="0" tIns="0" rIns="0" bIns="0" rtlCol="0"/>
            <a:lstStyle/>
            <a:p>
              <a:endParaRPr sz="2400"/>
            </a:p>
          </p:txBody>
        </p:sp>
        <p:sp>
          <p:nvSpPr>
            <p:cNvPr id="6" name="object 6"/>
            <p:cNvSpPr/>
            <p:nvPr/>
          </p:nvSpPr>
          <p:spPr>
            <a:xfrm>
              <a:off x="537206" y="2778272"/>
              <a:ext cx="1616075" cy="183515"/>
            </a:xfrm>
            <a:custGeom>
              <a:avLst/>
              <a:gdLst/>
              <a:ahLst/>
              <a:cxnLst/>
              <a:rect l="l" t="t" r="r" b="b"/>
              <a:pathLst>
                <a:path w="1616075" h="183514">
                  <a:moveTo>
                    <a:pt x="0" y="0"/>
                  </a:moveTo>
                  <a:lnTo>
                    <a:pt x="1615800" y="0"/>
                  </a:lnTo>
                  <a:lnTo>
                    <a:pt x="1615800" y="182999"/>
                  </a:lnTo>
                  <a:lnTo>
                    <a:pt x="0" y="182999"/>
                  </a:lnTo>
                  <a:lnTo>
                    <a:pt x="0" y="0"/>
                  </a:lnTo>
                  <a:close/>
                </a:path>
              </a:pathLst>
            </a:custGeom>
            <a:ln w="28574">
              <a:solidFill>
                <a:srgbClr val="666666"/>
              </a:solidFill>
            </a:ln>
          </p:spPr>
          <p:txBody>
            <a:bodyPr wrap="square" lIns="0" tIns="0" rIns="0" bIns="0" rtlCol="0"/>
            <a:lstStyle/>
            <a:p>
              <a:endParaRPr sz="2400"/>
            </a:p>
          </p:txBody>
        </p:sp>
      </p:grpSp>
      <p:sp>
        <p:nvSpPr>
          <p:cNvPr id="7" name="object 7"/>
          <p:cNvSpPr txBox="1"/>
          <p:nvPr/>
        </p:nvSpPr>
        <p:spPr>
          <a:xfrm>
            <a:off x="1301412" y="3701057"/>
            <a:ext cx="984673" cy="222219"/>
          </a:xfrm>
          <a:prstGeom prst="rect">
            <a:avLst/>
          </a:prstGeom>
        </p:spPr>
        <p:txBody>
          <a:bodyPr vert="horz" wrap="square" lIns="0" tIns="16933" rIns="0" bIns="0" rtlCol="0">
            <a:spAutoFit/>
          </a:bodyPr>
          <a:lstStyle/>
          <a:p>
            <a:pPr marL="16933">
              <a:spcBef>
                <a:spcPts val="133"/>
              </a:spcBef>
            </a:pPr>
            <a:r>
              <a:rPr sz="1333" dirty="0">
                <a:latin typeface="Lucida Sans Unicode"/>
                <a:cs typeface="Lucida Sans Unicode"/>
              </a:rPr>
              <a:t>Layer </a:t>
            </a:r>
            <a:r>
              <a:rPr sz="1333" spc="-27" dirty="0">
                <a:latin typeface="Lucida Sans Unicode"/>
                <a:cs typeface="Lucida Sans Unicode"/>
              </a:rPr>
              <a:t>norm</a:t>
            </a:r>
            <a:endParaRPr sz="1333">
              <a:latin typeface="Lucida Sans Unicode"/>
              <a:cs typeface="Lucida Sans Unicode"/>
            </a:endParaRPr>
          </a:p>
        </p:txBody>
      </p:sp>
      <p:grpSp>
        <p:nvGrpSpPr>
          <p:cNvPr id="8" name="object 8"/>
          <p:cNvGrpSpPr/>
          <p:nvPr/>
        </p:nvGrpSpPr>
        <p:grpSpPr>
          <a:xfrm>
            <a:off x="699959" y="3343297"/>
            <a:ext cx="2192867" cy="282787"/>
            <a:chOff x="524969" y="2507473"/>
            <a:chExt cx="1644650" cy="212090"/>
          </a:xfrm>
        </p:grpSpPr>
        <p:sp>
          <p:nvSpPr>
            <p:cNvPr id="9" name="object 9"/>
            <p:cNvSpPr/>
            <p:nvPr/>
          </p:nvSpPr>
          <p:spPr>
            <a:xfrm>
              <a:off x="539256" y="2521761"/>
              <a:ext cx="1616075" cy="183515"/>
            </a:xfrm>
            <a:custGeom>
              <a:avLst/>
              <a:gdLst/>
              <a:ahLst/>
              <a:cxnLst/>
              <a:rect l="l" t="t" r="r" b="b"/>
              <a:pathLst>
                <a:path w="1616075" h="183514">
                  <a:moveTo>
                    <a:pt x="1615800" y="182999"/>
                  </a:moveTo>
                  <a:lnTo>
                    <a:pt x="0" y="182999"/>
                  </a:lnTo>
                  <a:lnTo>
                    <a:pt x="0" y="0"/>
                  </a:lnTo>
                  <a:lnTo>
                    <a:pt x="1615800" y="0"/>
                  </a:lnTo>
                  <a:lnTo>
                    <a:pt x="1615800" y="182999"/>
                  </a:lnTo>
                  <a:close/>
                </a:path>
              </a:pathLst>
            </a:custGeom>
            <a:solidFill>
              <a:srgbClr val="FFF6F6"/>
            </a:solidFill>
          </p:spPr>
          <p:txBody>
            <a:bodyPr wrap="square" lIns="0" tIns="0" rIns="0" bIns="0" rtlCol="0"/>
            <a:lstStyle/>
            <a:p>
              <a:endParaRPr sz="2400"/>
            </a:p>
          </p:txBody>
        </p:sp>
        <p:sp>
          <p:nvSpPr>
            <p:cNvPr id="10" name="object 10"/>
            <p:cNvSpPr/>
            <p:nvPr/>
          </p:nvSpPr>
          <p:spPr>
            <a:xfrm>
              <a:off x="539256" y="2521761"/>
              <a:ext cx="1616075" cy="183515"/>
            </a:xfrm>
            <a:custGeom>
              <a:avLst/>
              <a:gdLst/>
              <a:ahLst/>
              <a:cxnLst/>
              <a:rect l="l" t="t" r="r" b="b"/>
              <a:pathLst>
                <a:path w="1616075" h="183514">
                  <a:moveTo>
                    <a:pt x="0" y="0"/>
                  </a:moveTo>
                  <a:lnTo>
                    <a:pt x="1615800" y="0"/>
                  </a:lnTo>
                  <a:lnTo>
                    <a:pt x="1615800" y="182999"/>
                  </a:lnTo>
                  <a:lnTo>
                    <a:pt x="0" y="182999"/>
                  </a:lnTo>
                  <a:lnTo>
                    <a:pt x="0" y="0"/>
                  </a:lnTo>
                  <a:close/>
                </a:path>
              </a:pathLst>
            </a:custGeom>
            <a:ln w="28574">
              <a:solidFill>
                <a:srgbClr val="F65B66"/>
              </a:solidFill>
            </a:ln>
          </p:spPr>
          <p:txBody>
            <a:bodyPr wrap="square" lIns="0" tIns="0" rIns="0" bIns="0" rtlCol="0"/>
            <a:lstStyle/>
            <a:p>
              <a:endParaRPr sz="2400"/>
            </a:p>
          </p:txBody>
        </p:sp>
      </p:grpSp>
      <p:sp>
        <p:nvSpPr>
          <p:cNvPr id="11" name="object 11"/>
          <p:cNvSpPr txBox="1"/>
          <p:nvPr/>
        </p:nvSpPr>
        <p:spPr>
          <a:xfrm>
            <a:off x="1394025" y="3359042"/>
            <a:ext cx="805180" cy="222219"/>
          </a:xfrm>
          <a:prstGeom prst="rect">
            <a:avLst/>
          </a:prstGeom>
        </p:spPr>
        <p:txBody>
          <a:bodyPr vert="horz" wrap="square" lIns="0" tIns="16933" rIns="0" bIns="0" rtlCol="0">
            <a:spAutoFit/>
          </a:bodyPr>
          <a:lstStyle/>
          <a:p>
            <a:pPr marL="16933">
              <a:spcBef>
                <a:spcPts val="133"/>
              </a:spcBef>
            </a:pPr>
            <a:r>
              <a:rPr sz="1333" spc="-13" dirty="0">
                <a:latin typeface="Lucida Sans Unicode"/>
                <a:cs typeface="Lucida Sans Unicode"/>
              </a:rPr>
              <a:t>Attention</a:t>
            </a:r>
            <a:endParaRPr sz="1333">
              <a:latin typeface="Lucida Sans Unicode"/>
              <a:cs typeface="Lucida Sans Unicode"/>
            </a:endParaRPr>
          </a:p>
        </p:txBody>
      </p:sp>
      <p:grpSp>
        <p:nvGrpSpPr>
          <p:cNvPr id="12" name="object 12"/>
          <p:cNvGrpSpPr/>
          <p:nvPr/>
        </p:nvGrpSpPr>
        <p:grpSpPr>
          <a:xfrm>
            <a:off x="697225" y="2351784"/>
            <a:ext cx="2192867" cy="282787"/>
            <a:chOff x="522919" y="1763838"/>
            <a:chExt cx="1644650" cy="212090"/>
          </a:xfrm>
        </p:grpSpPr>
        <p:sp>
          <p:nvSpPr>
            <p:cNvPr id="13" name="object 13"/>
            <p:cNvSpPr/>
            <p:nvPr/>
          </p:nvSpPr>
          <p:spPr>
            <a:xfrm>
              <a:off x="537206" y="1778126"/>
              <a:ext cx="1616075" cy="183515"/>
            </a:xfrm>
            <a:custGeom>
              <a:avLst/>
              <a:gdLst/>
              <a:ahLst/>
              <a:cxnLst/>
              <a:rect l="l" t="t" r="r" b="b"/>
              <a:pathLst>
                <a:path w="1616075" h="183514">
                  <a:moveTo>
                    <a:pt x="1615800" y="182999"/>
                  </a:moveTo>
                  <a:lnTo>
                    <a:pt x="0" y="182999"/>
                  </a:lnTo>
                  <a:lnTo>
                    <a:pt x="0" y="0"/>
                  </a:lnTo>
                  <a:lnTo>
                    <a:pt x="1615800" y="0"/>
                  </a:lnTo>
                  <a:lnTo>
                    <a:pt x="1615800" y="182999"/>
                  </a:lnTo>
                  <a:close/>
                </a:path>
              </a:pathLst>
            </a:custGeom>
            <a:solidFill>
              <a:srgbClr val="E3C1E1"/>
            </a:solidFill>
          </p:spPr>
          <p:txBody>
            <a:bodyPr wrap="square" lIns="0" tIns="0" rIns="0" bIns="0" rtlCol="0"/>
            <a:lstStyle/>
            <a:p>
              <a:endParaRPr sz="2400"/>
            </a:p>
          </p:txBody>
        </p:sp>
        <p:sp>
          <p:nvSpPr>
            <p:cNvPr id="14" name="object 14"/>
            <p:cNvSpPr/>
            <p:nvPr/>
          </p:nvSpPr>
          <p:spPr>
            <a:xfrm>
              <a:off x="537206" y="1778126"/>
              <a:ext cx="1616075" cy="183515"/>
            </a:xfrm>
            <a:custGeom>
              <a:avLst/>
              <a:gdLst/>
              <a:ahLst/>
              <a:cxnLst/>
              <a:rect l="l" t="t" r="r" b="b"/>
              <a:pathLst>
                <a:path w="1616075" h="183514">
                  <a:moveTo>
                    <a:pt x="0" y="0"/>
                  </a:moveTo>
                  <a:lnTo>
                    <a:pt x="1615800" y="0"/>
                  </a:lnTo>
                  <a:lnTo>
                    <a:pt x="1615800" y="182999"/>
                  </a:lnTo>
                  <a:lnTo>
                    <a:pt x="0" y="182999"/>
                  </a:lnTo>
                  <a:lnTo>
                    <a:pt x="0" y="0"/>
                  </a:lnTo>
                  <a:close/>
                </a:path>
              </a:pathLst>
            </a:custGeom>
            <a:ln w="28574">
              <a:solidFill>
                <a:srgbClr val="A12F9D"/>
              </a:solidFill>
            </a:ln>
          </p:spPr>
          <p:txBody>
            <a:bodyPr wrap="square" lIns="0" tIns="0" rIns="0" bIns="0" rtlCol="0"/>
            <a:lstStyle/>
            <a:p>
              <a:endParaRPr sz="2400"/>
            </a:p>
          </p:txBody>
        </p:sp>
      </p:grpSp>
      <p:sp>
        <p:nvSpPr>
          <p:cNvPr id="15" name="object 15"/>
          <p:cNvSpPr txBox="1"/>
          <p:nvPr/>
        </p:nvSpPr>
        <p:spPr>
          <a:xfrm>
            <a:off x="1220164" y="2367529"/>
            <a:ext cx="1147233" cy="222219"/>
          </a:xfrm>
          <a:prstGeom prst="rect">
            <a:avLst/>
          </a:prstGeom>
        </p:spPr>
        <p:txBody>
          <a:bodyPr vert="horz" wrap="square" lIns="0" tIns="16933" rIns="0" bIns="0" rtlCol="0">
            <a:spAutoFit/>
          </a:bodyPr>
          <a:lstStyle/>
          <a:p>
            <a:pPr marL="16933">
              <a:spcBef>
                <a:spcPts val="133"/>
              </a:spcBef>
            </a:pPr>
            <a:r>
              <a:rPr sz="1333" dirty="0">
                <a:latin typeface="Lucida Sans Unicode"/>
                <a:cs typeface="Lucida Sans Unicode"/>
              </a:rPr>
              <a:t>Feed</a:t>
            </a:r>
            <a:r>
              <a:rPr sz="1333" spc="80" dirty="0">
                <a:latin typeface="Lucida Sans Unicode"/>
                <a:cs typeface="Lucida Sans Unicode"/>
              </a:rPr>
              <a:t> </a:t>
            </a:r>
            <a:r>
              <a:rPr sz="1333" spc="-13" dirty="0">
                <a:latin typeface="Lucida Sans Unicode"/>
                <a:cs typeface="Lucida Sans Unicode"/>
              </a:rPr>
              <a:t>forward</a:t>
            </a:r>
            <a:endParaRPr sz="1333">
              <a:latin typeface="Lucida Sans Unicode"/>
              <a:cs typeface="Lucida Sans Unicode"/>
            </a:endParaRPr>
          </a:p>
        </p:txBody>
      </p:sp>
      <p:grpSp>
        <p:nvGrpSpPr>
          <p:cNvPr id="16" name="object 16"/>
          <p:cNvGrpSpPr/>
          <p:nvPr/>
        </p:nvGrpSpPr>
        <p:grpSpPr>
          <a:xfrm>
            <a:off x="703959" y="3001327"/>
            <a:ext cx="2192867" cy="282787"/>
            <a:chOff x="527969" y="2250995"/>
            <a:chExt cx="1644650" cy="212090"/>
          </a:xfrm>
        </p:grpSpPr>
        <p:sp>
          <p:nvSpPr>
            <p:cNvPr id="17" name="object 17"/>
            <p:cNvSpPr/>
            <p:nvPr/>
          </p:nvSpPr>
          <p:spPr>
            <a:xfrm>
              <a:off x="542256" y="2265282"/>
              <a:ext cx="1616075" cy="183515"/>
            </a:xfrm>
            <a:custGeom>
              <a:avLst/>
              <a:gdLst/>
              <a:ahLst/>
              <a:cxnLst/>
              <a:rect l="l" t="t" r="r" b="b"/>
              <a:pathLst>
                <a:path w="1616075" h="183514">
                  <a:moveTo>
                    <a:pt x="1615800" y="182999"/>
                  </a:moveTo>
                  <a:lnTo>
                    <a:pt x="0" y="182999"/>
                  </a:lnTo>
                  <a:lnTo>
                    <a:pt x="0" y="0"/>
                  </a:lnTo>
                  <a:lnTo>
                    <a:pt x="1615800" y="0"/>
                  </a:lnTo>
                  <a:lnTo>
                    <a:pt x="1615800" y="182999"/>
                  </a:lnTo>
                  <a:close/>
                </a:path>
              </a:pathLst>
            </a:custGeom>
            <a:solidFill>
              <a:srgbClr val="DCDBE0"/>
            </a:solidFill>
          </p:spPr>
          <p:txBody>
            <a:bodyPr wrap="square" lIns="0" tIns="0" rIns="0" bIns="0" rtlCol="0"/>
            <a:lstStyle/>
            <a:p>
              <a:endParaRPr sz="2400"/>
            </a:p>
          </p:txBody>
        </p:sp>
        <p:sp>
          <p:nvSpPr>
            <p:cNvPr id="18" name="object 18"/>
            <p:cNvSpPr/>
            <p:nvPr/>
          </p:nvSpPr>
          <p:spPr>
            <a:xfrm>
              <a:off x="542256" y="2265282"/>
              <a:ext cx="1616075" cy="183515"/>
            </a:xfrm>
            <a:custGeom>
              <a:avLst/>
              <a:gdLst/>
              <a:ahLst/>
              <a:cxnLst/>
              <a:rect l="l" t="t" r="r" b="b"/>
              <a:pathLst>
                <a:path w="1616075" h="183514">
                  <a:moveTo>
                    <a:pt x="0" y="0"/>
                  </a:moveTo>
                  <a:lnTo>
                    <a:pt x="1615800" y="0"/>
                  </a:lnTo>
                  <a:lnTo>
                    <a:pt x="1615800" y="182999"/>
                  </a:lnTo>
                  <a:lnTo>
                    <a:pt x="0" y="182999"/>
                  </a:lnTo>
                  <a:lnTo>
                    <a:pt x="0" y="0"/>
                  </a:lnTo>
                  <a:close/>
                </a:path>
              </a:pathLst>
            </a:custGeom>
            <a:ln w="28574">
              <a:solidFill>
                <a:srgbClr val="666666"/>
              </a:solidFill>
            </a:ln>
          </p:spPr>
          <p:txBody>
            <a:bodyPr wrap="square" lIns="0" tIns="0" rIns="0" bIns="0" rtlCol="0"/>
            <a:lstStyle/>
            <a:p>
              <a:endParaRPr sz="2400"/>
            </a:p>
          </p:txBody>
        </p:sp>
      </p:grpSp>
      <p:sp>
        <p:nvSpPr>
          <p:cNvPr id="19" name="object 19"/>
          <p:cNvSpPr txBox="1"/>
          <p:nvPr/>
        </p:nvSpPr>
        <p:spPr>
          <a:xfrm>
            <a:off x="1611808" y="3017070"/>
            <a:ext cx="377613" cy="222219"/>
          </a:xfrm>
          <a:prstGeom prst="rect">
            <a:avLst/>
          </a:prstGeom>
        </p:spPr>
        <p:txBody>
          <a:bodyPr vert="horz" wrap="square" lIns="0" tIns="16933" rIns="0" bIns="0" rtlCol="0">
            <a:spAutoFit/>
          </a:bodyPr>
          <a:lstStyle/>
          <a:p>
            <a:pPr marL="16933">
              <a:spcBef>
                <a:spcPts val="133"/>
              </a:spcBef>
            </a:pPr>
            <a:r>
              <a:rPr sz="1333" spc="-33" dirty="0">
                <a:latin typeface="Lucida Sans Unicode"/>
                <a:cs typeface="Lucida Sans Unicode"/>
              </a:rPr>
              <a:t>Add</a:t>
            </a:r>
            <a:endParaRPr sz="1333">
              <a:latin typeface="Lucida Sans Unicode"/>
              <a:cs typeface="Lucida Sans Unicode"/>
            </a:endParaRPr>
          </a:p>
        </p:txBody>
      </p:sp>
      <p:grpSp>
        <p:nvGrpSpPr>
          <p:cNvPr id="20" name="object 20"/>
          <p:cNvGrpSpPr/>
          <p:nvPr/>
        </p:nvGrpSpPr>
        <p:grpSpPr>
          <a:xfrm>
            <a:off x="697225" y="2688641"/>
            <a:ext cx="2192867" cy="254847"/>
            <a:chOff x="522919" y="2016480"/>
            <a:chExt cx="1644650" cy="191135"/>
          </a:xfrm>
        </p:grpSpPr>
        <p:sp>
          <p:nvSpPr>
            <p:cNvPr id="21" name="object 21"/>
            <p:cNvSpPr/>
            <p:nvPr/>
          </p:nvSpPr>
          <p:spPr>
            <a:xfrm>
              <a:off x="537206" y="2030768"/>
              <a:ext cx="1616075" cy="162560"/>
            </a:xfrm>
            <a:custGeom>
              <a:avLst/>
              <a:gdLst/>
              <a:ahLst/>
              <a:cxnLst/>
              <a:rect l="l" t="t" r="r" b="b"/>
              <a:pathLst>
                <a:path w="1616075" h="162560">
                  <a:moveTo>
                    <a:pt x="1615800" y="161999"/>
                  </a:moveTo>
                  <a:lnTo>
                    <a:pt x="0" y="161999"/>
                  </a:lnTo>
                  <a:lnTo>
                    <a:pt x="0" y="0"/>
                  </a:lnTo>
                  <a:lnTo>
                    <a:pt x="1615800" y="0"/>
                  </a:lnTo>
                  <a:lnTo>
                    <a:pt x="1615800" y="161999"/>
                  </a:lnTo>
                  <a:close/>
                </a:path>
              </a:pathLst>
            </a:custGeom>
            <a:solidFill>
              <a:srgbClr val="DCDBE0"/>
            </a:solidFill>
          </p:spPr>
          <p:txBody>
            <a:bodyPr wrap="square" lIns="0" tIns="0" rIns="0" bIns="0" rtlCol="0"/>
            <a:lstStyle/>
            <a:p>
              <a:endParaRPr sz="2400"/>
            </a:p>
          </p:txBody>
        </p:sp>
        <p:sp>
          <p:nvSpPr>
            <p:cNvPr id="22" name="object 22"/>
            <p:cNvSpPr/>
            <p:nvPr/>
          </p:nvSpPr>
          <p:spPr>
            <a:xfrm>
              <a:off x="537206" y="2030768"/>
              <a:ext cx="1616075" cy="162560"/>
            </a:xfrm>
            <a:custGeom>
              <a:avLst/>
              <a:gdLst/>
              <a:ahLst/>
              <a:cxnLst/>
              <a:rect l="l" t="t" r="r" b="b"/>
              <a:pathLst>
                <a:path w="1616075" h="162560">
                  <a:moveTo>
                    <a:pt x="0" y="0"/>
                  </a:moveTo>
                  <a:lnTo>
                    <a:pt x="1615800" y="0"/>
                  </a:lnTo>
                  <a:lnTo>
                    <a:pt x="1615800" y="161999"/>
                  </a:lnTo>
                  <a:lnTo>
                    <a:pt x="0" y="161999"/>
                  </a:lnTo>
                  <a:lnTo>
                    <a:pt x="0" y="0"/>
                  </a:lnTo>
                  <a:close/>
                </a:path>
              </a:pathLst>
            </a:custGeom>
            <a:ln w="28574">
              <a:solidFill>
                <a:srgbClr val="666666"/>
              </a:solidFill>
            </a:ln>
          </p:spPr>
          <p:txBody>
            <a:bodyPr wrap="square" lIns="0" tIns="0" rIns="0" bIns="0" rtlCol="0"/>
            <a:lstStyle/>
            <a:p>
              <a:endParaRPr sz="2400"/>
            </a:p>
          </p:txBody>
        </p:sp>
      </p:grpSp>
      <p:sp>
        <p:nvSpPr>
          <p:cNvPr id="23" name="object 23"/>
          <p:cNvSpPr txBox="1"/>
          <p:nvPr/>
        </p:nvSpPr>
        <p:spPr>
          <a:xfrm>
            <a:off x="1301412" y="2690385"/>
            <a:ext cx="984673" cy="222219"/>
          </a:xfrm>
          <a:prstGeom prst="rect">
            <a:avLst/>
          </a:prstGeom>
        </p:spPr>
        <p:txBody>
          <a:bodyPr vert="horz" wrap="square" lIns="0" tIns="16933" rIns="0" bIns="0" rtlCol="0">
            <a:spAutoFit/>
          </a:bodyPr>
          <a:lstStyle/>
          <a:p>
            <a:pPr marL="16933">
              <a:spcBef>
                <a:spcPts val="133"/>
              </a:spcBef>
            </a:pPr>
            <a:r>
              <a:rPr sz="1333" dirty="0">
                <a:latin typeface="Lucida Sans Unicode"/>
                <a:cs typeface="Lucida Sans Unicode"/>
              </a:rPr>
              <a:t>Layer </a:t>
            </a:r>
            <a:r>
              <a:rPr sz="1333" spc="-27" dirty="0">
                <a:latin typeface="Lucida Sans Unicode"/>
                <a:cs typeface="Lucida Sans Unicode"/>
              </a:rPr>
              <a:t>norm</a:t>
            </a:r>
            <a:endParaRPr sz="1333">
              <a:latin typeface="Lucida Sans Unicode"/>
              <a:cs typeface="Lucida Sans Unicode"/>
            </a:endParaRPr>
          </a:p>
        </p:txBody>
      </p:sp>
      <p:grpSp>
        <p:nvGrpSpPr>
          <p:cNvPr id="24" name="object 24"/>
          <p:cNvGrpSpPr/>
          <p:nvPr/>
        </p:nvGrpSpPr>
        <p:grpSpPr>
          <a:xfrm>
            <a:off x="697225" y="2010736"/>
            <a:ext cx="2192867" cy="282787"/>
            <a:chOff x="522919" y="1508052"/>
            <a:chExt cx="1644650" cy="212090"/>
          </a:xfrm>
        </p:grpSpPr>
        <p:sp>
          <p:nvSpPr>
            <p:cNvPr id="25" name="object 25"/>
            <p:cNvSpPr/>
            <p:nvPr/>
          </p:nvSpPr>
          <p:spPr>
            <a:xfrm>
              <a:off x="537206" y="1522340"/>
              <a:ext cx="1616075" cy="183515"/>
            </a:xfrm>
            <a:custGeom>
              <a:avLst/>
              <a:gdLst/>
              <a:ahLst/>
              <a:cxnLst/>
              <a:rect l="l" t="t" r="r" b="b"/>
              <a:pathLst>
                <a:path w="1616075" h="183514">
                  <a:moveTo>
                    <a:pt x="1615800" y="182999"/>
                  </a:moveTo>
                  <a:lnTo>
                    <a:pt x="0" y="182999"/>
                  </a:lnTo>
                  <a:lnTo>
                    <a:pt x="0" y="0"/>
                  </a:lnTo>
                  <a:lnTo>
                    <a:pt x="1615800" y="0"/>
                  </a:lnTo>
                  <a:lnTo>
                    <a:pt x="1615800" y="182999"/>
                  </a:lnTo>
                  <a:close/>
                </a:path>
              </a:pathLst>
            </a:custGeom>
            <a:solidFill>
              <a:srgbClr val="DCDBE0"/>
            </a:solidFill>
          </p:spPr>
          <p:txBody>
            <a:bodyPr wrap="square" lIns="0" tIns="0" rIns="0" bIns="0" rtlCol="0"/>
            <a:lstStyle/>
            <a:p>
              <a:endParaRPr sz="2400"/>
            </a:p>
          </p:txBody>
        </p:sp>
        <p:sp>
          <p:nvSpPr>
            <p:cNvPr id="26" name="object 26"/>
            <p:cNvSpPr/>
            <p:nvPr/>
          </p:nvSpPr>
          <p:spPr>
            <a:xfrm>
              <a:off x="537206" y="1522340"/>
              <a:ext cx="1616075" cy="183515"/>
            </a:xfrm>
            <a:custGeom>
              <a:avLst/>
              <a:gdLst/>
              <a:ahLst/>
              <a:cxnLst/>
              <a:rect l="l" t="t" r="r" b="b"/>
              <a:pathLst>
                <a:path w="1616075" h="183514">
                  <a:moveTo>
                    <a:pt x="0" y="0"/>
                  </a:moveTo>
                  <a:lnTo>
                    <a:pt x="1615800" y="0"/>
                  </a:lnTo>
                  <a:lnTo>
                    <a:pt x="1615800" y="182999"/>
                  </a:lnTo>
                  <a:lnTo>
                    <a:pt x="0" y="182999"/>
                  </a:lnTo>
                  <a:lnTo>
                    <a:pt x="0" y="0"/>
                  </a:lnTo>
                  <a:close/>
                </a:path>
              </a:pathLst>
            </a:custGeom>
            <a:ln w="28574">
              <a:solidFill>
                <a:srgbClr val="666666"/>
              </a:solidFill>
            </a:ln>
          </p:spPr>
          <p:txBody>
            <a:bodyPr wrap="square" lIns="0" tIns="0" rIns="0" bIns="0" rtlCol="0"/>
            <a:lstStyle/>
            <a:p>
              <a:endParaRPr sz="2400"/>
            </a:p>
          </p:txBody>
        </p:sp>
      </p:grpSp>
      <p:sp>
        <p:nvSpPr>
          <p:cNvPr id="27" name="object 27"/>
          <p:cNvSpPr txBox="1"/>
          <p:nvPr/>
        </p:nvSpPr>
        <p:spPr>
          <a:xfrm>
            <a:off x="1605075" y="2026479"/>
            <a:ext cx="377613" cy="222219"/>
          </a:xfrm>
          <a:prstGeom prst="rect">
            <a:avLst/>
          </a:prstGeom>
        </p:spPr>
        <p:txBody>
          <a:bodyPr vert="horz" wrap="square" lIns="0" tIns="16933" rIns="0" bIns="0" rtlCol="0">
            <a:spAutoFit/>
          </a:bodyPr>
          <a:lstStyle/>
          <a:p>
            <a:pPr marL="16933">
              <a:spcBef>
                <a:spcPts val="133"/>
              </a:spcBef>
            </a:pPr>
            <a:r>
              <a:rPr sz="1333" spc="-33" dirty="0">
                <a:latin typeface="Lucida Sans Unicode"/>
                <a:cs typeface="Lucida Sans Unicode"/>
              </a:rPr>
              <a:t>Add</a:t>
            </a:r>
            <a:endParaRPr sz="1333">
              <a:latin typeface="Lucida Sans Unicode"/>
              <a:cs typeface="Lucida Sans Unicode"/>
            </a:endParaRPr>
          </a:p>
        </p:txBody>
      </p:sp>
      <p:grpSp>
        <p:nvGrpSpPr>
          <p:cNvPr id="28" name="object 28"/>
          <p:cNvGrpSpPr/>
          <p:nvPr/>
        </p:nvGrpSpPr>
        <p:grpSpPr>
          <a:xfrm>
            <a:off x="392424" y="1901282"/>
            <a:ext cx="6678507" cy="2762673"/>
            <a:chOff x="294318" y="1425961"/>
            <a:chExt cx="5008880" cy="2072005"/>
          </a:xfrm>
        </p:grpSpPr>
        <p:sp>
          <p:nvSpPr>
            <p:cNvPr id="29" name="object 29"/>
            <p:cNvSpPr/>
            <p:nvPr/>
          </p:nvSpPr>
          <p:spPr>
            <a:xfrm>
              <a:off x="304132" y="2356797"/>
              <a:ext cx="1046480" cy="891540"/>
            </a:xfrm>
            <a:custGeom>
              <a:avLst/>
              <a:gdLst/>
              <a:ahLst/>
              <a:cxnLst/>
              <a:rect l="l" t="t" r="r" b="b"/>
              <a:pathLst>
                <a:path w="1046480" h="891539">
                  <a:moveTo>
                    <a:pt x="1046174" y="890999"/>
                  </a:moveTo>
                  <a:lnTo>
                    <a:pt x="0" y="890999"/>
                  </a:lnTo>
                  <a:lnTo>
                    <a:pt x="0" y="0"/>
                  </a:lnTo>
                  <a:lnTo>
                    <a:pt x="180824" y="0"/>
                  </a:lnTo>
                </a:path>
              </a:pathLst>
            </a:custGeom>
            <a:ln w="9524">
              <a:solidFill>
                <a:srgbClr val="237A94"/>
              </a:solidFill>
            </a:ln>
          </p:spPr>
          <p:txBody>
            <a:bodyPr wrap="square" lIns="0" tIns="0" rIns="0" bIns="0" rtlCol="0"/>
            <a:lstStyle/>
            <a:p>
              <a:endParaRPr sz="2400"/>
            </a:p>
          </p:txBody>
        </p:sp>
        <p:sp>
          <p:nvSpPr>
            <p:cNvPr id="30" name="object 30"/>
            <p:cNvSpPr/>
            <p:nvPr/>
          </p:nvSpPr>
          <p:spPr>
            <a:xfrm>
              <a:off x="484956" y="2341064"/>
              <a:ext cx="43815" cy="31750"/>
            </a:xfrm>
            <a:custGeom>
              <a:avLst/>
              <a:gdLst/>
              <a:ahLst/>
              <a:cxnLst/>
              <a:rect l="l" t="t" r="r" b="b"/>
              <a:pathLst>
                <a:path w="43815" h="31750">
                  <a:moveTo>
                    <a:pt x="0" y="31465"/>
                  </a:moveTo>
                  <a:lnTo>
                    <a:pt x="0" y="0"/>
                  </a:lnTo>
                  <a:lnTo>
                    <a:pt x="43225" y="15732"/>
                  </a:lnTo>
                  <a:lnTo>
                    <a:pt x="0" y="31465"/>
                  </a:lnTo>
                  <a:close/>
                </a:path>
              </a:pathLst>
            </a:custGeom>
            <a:solidFill>
              <a:srgbClr val="237A94"/>
            </a:solidFill>
          </p:spPr>
          <p:txBody>
            <a:bodyPr wrap="square" lIns="0" tIns="0" rIns="0" bIns="0" rtlCol="0"/>
            <a:lstStyle/>
            <a:p>
              <a:endParaRPr sz="2400"/>
            </a:p>
          </p:txBody>
        </p:sp>
        <p:sp>
          <p:nvSpPr>
            <p:cNvPr id="31" name="object 31"/>
            <p:cNvSpPr/>
            <p:nvPr/>
          </p:nvSpPr>
          <p:spPr>
            <a:xfrm>
              <a:off x="484956" y="2341064"/>
              <a:ext cx="43815" cy="31750"/>
            </a:xfrm>
            <a:custGeom>
              <a:avLst/>
              <a:gdLst/>
              <a:ahLst/>
              <a:cxnLst/>
              <a:rect l="l" t="t" r="r" b="b"/>
              <a:pathLst>
                <a:path w="43815" h="31750">
                  <a:moveTo>
                    <a:pt x="0" y="31465"/>
                  </a:moveTo>
                  <a:lnTo>
                    <a:pt x="43225" y="15732"/>
                  </a:lnTo>
                  <a:lnTo>
                    <a:pt x="0" y="0"/>
                  </a:lnTo>
                  <a:lnTo>
                    <a:pt x="0" y="31465"/>
                  </a:lnTo>
                  <a:close/>
                </a:path>
              </a:pathLst>
            </a:custGeom>
            <a:ln w="9524">
              <a:solidFill>
                <a:srgbClr val="237A94"/>
              </a:solidFill>
            </a:ln>
          </p:spPr>
          <p:txBody>
            <a:bodyPr wrap="square" lIns="0" tIns="0" rIns="0" bIns="0" rtlCol="0"/>
            <a:lstStyle/>
            <a:p>
              <a:endParaRPr sz="2400"/>
            </a:p>
          </p:txBody>
        </p:sp>
        <p:sp>
          <p:nvSpPr>
            <p:cNvPr id="32" name="object 32"/>
            <p:cNvSpPr/>
            <p:nvPr/>
          </p:nvSpPr>
          <p:spPr>
            <a:xfrm>
              <a:off x="1350006" y="2443492"/>
              <a:ext cx="635" cy="74930"/>
            </a:xfrm>
            <a:custGeom>
              <a:avLst/>
              <a:gdLst/>
              <a:ahLst/>
              <a:cxnLst/>
              <a:rect l="l" t="t" r="r" b="b"/>
              <a:pathLst>
                <a:path w="634" h="74930">
                  <a:moveTo>
                    <a:pt x="0" y="0"/>
                  </a:moveTo>
                  <a:lnTo>
                    <a:pt x="299" y="74399"/>
                  </a:lnTo>
                </a:path>
              </a:pathLst>
            </a:custGeom>
            <a:ln w="41774">
              <a:solidFill>
                <a:srgbClr val="237A94"/>
              </a:solidFill>
            </a:ln>
          </p:spPr>
          <p:txBody>
            <a:bodyPr wrap="square" lIns="0" tIns="0" rIns="0" bIns="0" rtlCol="0"/>
            <a:lstStyle/>
            <a:p>
              <a:endParaRPr sz="2400"/>
            </a:p>
          </p:txBody>
        </p:sp>
        <p:sp>
          <p:nvSpPr>
            <p:cNvPr id="33" name="object 33"/>
            <p:cNvSpPr/>
            <p:nvPr/>
          </p:nvSpPr>
          <p:spPr>
            <a:xfrm>
              <a:off x="1350306" y="3243297"/>
              <a:ext cx="9525" cy="9525"/>
            </a:xfrm>
            <a:custGeom>
              <a:avLst/>
              <a:gdLst/>
              <a:ahLst/>
              <a:cxnLst/>
              <a:rect l="l" t="t" r="r" b="b"/>
              <a:pathLst>
                <a:path w="9525" h="9525">
                  <a:moveTo>
                    <a:pt x="8999" y="8999"/>
                  </a:moveTo>
                  <a:lnTo>
                    <a:pt x="0" y="8999"/>
                  </a:lnTo>
                  <a:lnTo>
                    <a:pt x="0" y="0"/>
                  </a:lnTo>
                  <a:lnTo>
                    <a:pt x="8999" y="0"/>
                  </a:lnTo>
                  <a:lnTo>
                    <a:pt x="8999" y="8999"/>
                  </a:lnTo>
                  <a:close/>
                </a:path>
              </a:pathLst>
            </a:custGeom>
            <a:solidFill>
              <a:srgbClr val="237A94"/>
            </a:solidFill>
          </p:spPr>
          <p:txBody>
            <a:bodyPr wrap="square" lIns="0" tIns="0" rIns="0" bIns="0" rtlCol="0"/>
            <a:lstStyle/>
            <a:p>
              <a:endParaRPr sz="2400"/>
            </a:p>
          </p:txBody>
        </p:sp>
        <p:sp>
          <p:nvSpPr>
            <p:cNvPr id="34" name="object 34"/>
            <p:cNvSpPr/>
            <p:nvPr/>
          </p:nvSpPr>
          <p:spPr>
            <a:xfrm>
              <a:off x="1350306" y="3243297"/>
              <a:ext cx="9525" cy="9525"/>
            </a:xfrm>
            <a:custGeom>
              <a:avLst/>
              <a:gdLst/>
              <a:ahLst/>
              <a:cxnLst/>
              <a:rect l="l" t="t" r="r" b="b"/>
              <a:pathLst>
                <a:path w="9525" h="9525">
                  <a:moveTo>
                    <a:pt x="0" y="0"/>
                  </a:moveTo>
                  <a:lnTo>
                    <a:pt x="8999" y="0"/>
                  </a:lnTo>
                  <a:lnTo>
                    <a:pt x="8999" y="8999"/>
                  </a:lnTo>
                  <a:lnTo>
                    <a:pt x="0" y="8999"/>
                  </a:lnTo>
                  <a:lnTo>
                    <a:pt x="0" y="0"/>
                  </a:lnTo>
                  <a:close/>
                </a:path>
              </a:pathLst>
            </a:custGeom>
            <a:ln w="9524">
              <a:solidFill>
                <a:srgbClr val="237A94"/>
              </a:solidFill>
            </a:ln>
          </p:spPr>
          <p:txBody>
            <a:bodyPr wrap="square" lIns="0" tIns="0" rIns="0" bIns="0" rtlCol="0"/>
            <a:lstStyle/>
            <a:p>
              <a:endParaRPr sz="2400"/>
            </a:p>
          </p:txBody>
        </p:sp>
        <p:sp>
          <p:nvSpPr>
            <p:cNvPr id="35" name="object 35"/>
            <p:cNvSpPr/>
            <p:nvPr/>
          </p:nvSpPr>
          <p:spPr>
            <a:xfrm>
              <a:off x="1350001" y="2209770"/>
              <a:ext cx="2540" cy="9525"/>
            </a:xfrm>
            <a:custGeom>
              <a:avLst/>
              <a:gdLst/>
              <a:ahLst/>
              <a:cxnLst/>
              <a:rect l="l" t="t" r="r" b="b"/>
              <a:pathLst>
                <a:path w="2540" h="9525">
                  <a:moveTo>
                    <a:pt x="2399" y="8999"/>
                  </a:moveTo>
                  <a:lnTo>
                    <a:pt x="0" y="8999"/>
                  </a:lnTo>
                  <a:lnTo>
                    <a:pt x="0" y="0"/>
                  </a:lnTo>
                  <a:lnTo>
                    <a:pt x="2399" y="0"/>
                  </a:lnTo>
                  <a:lnTo>
                    <a:pt x="2399" y="8999"/>
                  </a:lnTo>
                  <a:close/>
                </a:path>
              </a:pathLst>
            </a:custGeom>
            <a:solidFill>
              <a:srgbClr val="237A94"/>
            </a:solidFill>
          </p:spPr>
          <p:txBody>
            <a:bodyPr wrap="square" lIns="0" tIns="0" rIns="0" bIns="0" rtlCol="0"/>
            <a:lstStyle/>
            <a:p>
              <a:endParaRPr sz="2400"/>
            </a:p>
          </p:txBody>
        </p:sp>
        <p:sp>
          <p:nvSpPr>
            <p:cNvPr id="36" name="object 36"/>
            <p:cNvSpPr/>
            <p:nvPr/>
          </p:nvSpPr>
          <p:spPr>
            <a:xfrm>
              <a:off x="299080" y="1613969"/>
              <a:ext cx="1053465" cy="608330"/>
            </a:xfrm>
            <a:custGeom>
              <a:avLst/>
              <a:gdLst/>
              <a:ahLst/>
              <a:cxnLst/>
              <a:rect l="l" t="t" r="r" b="b"/>
              <a:pathLst>
                <a:path w="1053465" h="608330">
                  <a:moveTo>
                    <a:pt x="1050920" y="595800"/>
                  </a:moveTo>
                  <a:lnTo>
                    <a:pt x="1053320" y="595800"/>
                  </a:lnTo>
                  <a:lnTo>
                    <a:pt x="1053320" y="604800"/>
                  </a:lnTo>
                  <a:lnTo>
                    <a:pt x="1050920" y="604800"/>
                  </a:lnTo>
                  <a:lnTo>
                    <a:pt x="1050920" y="595800"/>
                  </a:lnTo>
                  <a:close/>
                </a:path>
                <a:path w="1053465" h="608330">
                  <a:moveTo>
                    <a:pt x="1052120" y="604800"/>
                  </a:moveTo>
                  <a:lnTo>
                    <a:pt x="1052120" y="607902"/>
                  </a:lnTo>
                  <a:lnTo>
                    <a:pt x="0" y="607902"/>
                  </a:lnTo>
                  <a:lnTo>
                    <a:pt x="0" y="0"/>
                  </a:lnTo>
                  <a:lnTo>
                    <a:pt x="181070" y="0"/>
                  </a:lnTo>
                </a:path>
              </a:pathLst>
            </a:custGeom>
            <a:ln w="9524">
              <a:solidFill>
                <a:srgbClr val="237A94"/>
              </a:solidFill>
            </a:ln>
          </p:spPr>
          <p:txBody>
            <a:bodyPr wrap="square" lIns="0" tIns="0" rIns="0" bIns="0" rtlCol="0"/>
            <a:lstStyle/>
            <a:p>
              <a:endParaRPr sz="2400"/>
            </a:p>
          </p:txBody>
        </p:sp>
        <p:sp>
          <p:nvSpPr>
            <p:cNvPr id="37" name="object 37"/>
            <p:cNvSpPr/>
            <p:nvPr/>
          </p:nvSpPr>
          <p:spPr>
            <a:xfrm>
              <a:off x="480151" y="1598237"/>
              <a:ext cx="43815" cy="31750"/>
            </a:xfrm>
            <a:custGeom>
              <a:avLst/>
              <a:gdLst/>
              <a:ahLst/>
              <a:cxnLst/>
              <a:rect l="l" t="t" r="r" b="b"/>
              <a:pathLst>
                <a:path w="43815" h="31750">
                  <a:moveTo>
                    <a:pt x="0" y="31465"/>
                  </a:moveTo>
                  <a:lnTo>
                    <a:pt x="0" y="0"/>
                  </a:lnTo>
                  <a:lnTo>
                    <a:pt x="43225" y="15732"/>
                  </a:lnTo>
                  <a:lnTo>
                    <a:pt x="0" y="31465"/>
                  </a:lnTo>
                  <a:close/>
                </a:path>
              </a:pathLst>
            </a:custGeom>
            <a:solidFill>
              <a:srgbClr val="237A94"/>
            </a:solidFill>
          </p:spPr>
          <p:txBody>
            <a:bodyPr wrap="square" lIns="0" tIns="0" rIns="0" bIns="0" rtlCol="0"/>
            <a:lstStyle/>
            <a:p>
              <a:endParaRPr sz="2400"/>
            </a:p>
          </p:txBody>
        </p:sp>
        <p:sp>
          <p:nvSpPr>
            <p:cNvPr id="38" name="object 38"/>
            <p:cNvSpPr/>
            <p:nvPr/>
          </p:nvSpPr>
          <p:spPr>
            <a:xfrm>
              <a:off x="480151" y="1598237"/>
              <a:ext cx="43815" cy="31750"/>
            </a:xfrm>
            <a:custGeom>
              <a:avLst/>
              <a:gdLst/>
              <a:ahLst/>
              <a:cxnLst/>
              <a:rect l="l" t="t" r="r" b="b"/>
              <a:pathLst>
                <a:path w="43815" h="31750">
                  <a:moveTo>
                    <a:pt x="0" y="31465"/>
                  </a:moveTo>
                  <a:lnTo>
                    <a:pt x="43225" y="15732"/>
                  </a:lnTo>
                  <a:lnTo>
                    <a:pt x="0" y="0"/>
                  </a:lnTo>
                  <a:lnTo>
                    <a:pt x="0" y="31465"/>
                  </a:lnTo>
                  <a:close/>
                </a:path>
              </a:pathLst>
            </a:custGeom>
            <a:ln w="9524">
              <a:solidFill>
                <a:srgbClr val="237A94"/>
              </a:solidFill>
            </a:ln>
          </p:spPr>
          <p:txBody>
            <a:bodyPr wrap="square" lIns="0" tIns="0" rIns="0" bIns="0" rtlCol="0"/>
            <a:lstStyle/>
            <a:p>
              <a:endParaRPr sz="2400"/>
            </a:p>
          </p:txBody>
        </p:sp>
        <p:sp>
          <p:nvSpPr>
            <p:cNvPr id="39" name="object 39"/>
            <p:cNvSpPr/>
            <p:nvPr/>
          </p:nvSpPr>
          <p:spPr>
            <a:xfrm>
              <a:off x="1344956" y="1708850"/>
              <a:ext cx="5715" cy="1767839"/>
            </a:xfrm>
            <a:custGeom>
              <a:avLst/>
              <a:gdLst/>
              <a:ahLst/>
              <a:cxnLst/>
              <a:rect l="l" t="t" r="r" b="b"/>
              <a:pathLst>
                <a:path w="5715" h="1767839">
                  <a:moveTo>
                    <a:pt x="5049" y="995917"/>
                  </a:moveTo>
                  <a:lnTo>
                    <a:pt x="5349" y="1070317"/>
                  </a:lnTo>
                </a:path>
                <a:path w="5715" h="1767839">
                  <a:moveTo>
                    <a:pt x="2049" y="252267"/>
                  </a:moveTo>
                  <a:lnTo>
                    <a:pt x="2349" y="326667"/>
                  </a:lnTo>
                </a:path>
                <a:path w="5715" h="1767839">
                  <a:moveTo>
                    <a:pt x="0" y="0"/>
                  </a:moveTo>
                  <a:lnTo>
                    <a:pt x="299" y="74399"/>
                  </a:lnTo>
                </a:path>
                <a:path w="5715" h="1767839">
                  <a:moveTo>
                    <a:pt x="5193" y="1767774"/>
                  </a:moveTo>
                  <a:lnTo>
                    <a:pt x="5193" y="1457162"/>
                  </a:lnTo>
                </a:path>
              </a:pathLst>
            </a:custGeom>
            <a:ln w="41774">
              <a:solidFill>
                <a:srgbClr val="237A94"/>
              </a:solidFill>
            </a:ln>
          </p:spPr>
          <p:txBody>
            <a:bodyPr wrap="square" lIns="0" tIns="0" rIns="0" bIns="0" rtlCol="0"/>
            <a:lstStyle/>
            <a:p>
              <a:endParaRPr sz="2400"/>
            </a:p>
          </p:txBody>
        </p:sp>
        <p:pic>
          <p:nvPicPr>
            <p:cNvPr id="40" name="object 40"/>
            <p:cNvPicPr/>
            <p:nvPr/>
          </p:nvPicPr>
          <p:blipFill>
            <a:blip r:embed="rId3" cstate="print"/>
            <a:stretch>
              <a:fillRect/>
            </a:stretch>
          </p:blipFill>
          <p:spPr>
            <a:xfrm>
              <a:off x="1283068" y="3018208"/>
              <a:ext cx="134162" cy="168691"/>
            </a:xfrm>
            <a:prstGeom prst="rect">
              <a:avLst/>
            </a:prstGeom>
          </p:spPr>
        </p:pic>
        <p:sp>
          <p:nvSpPr>
            <p:cNvPr id="41" name="object 41"/>
            <p:cNvSpPr/>
            <p:nvPr/>
          </p:nvSpPr>
          <p:spPr>
            <a:xfrm>
              <a:off x="3242719" y="1430723"/>
              <a:ext cx="2055495" cy="1860550"/>
            </a:xfrm>
            <a:custGeom>
              <a:avLst/>
              <a:gdLst/>
              <a:ahLst/>
              <a:cxnLst/>
              <a:rect l="l" t="t" r="r" b="b"/>
              <a:pathLst>
                <a:path w="2055495" h="1860550">
                  <a:moveTo>
                    <a:pt x="0" y="0"/>
                  </a:moveTo>
                  <a:lnTo>
                    <a:pt x="2055300" y="0"/>
                  </a:lnTo>
                  <a:lnTo>
                    <a:pt x="2055300" y="1860299"/>
                  </a:lnTo>
                  <a:lnTo>
                    <a:pt x="0" y="1860299"/>
                  </a:lnTo>
                  <a:lnTo>
                    <a:pt x="0" y="0"/>
                  </a:lnTo>
                  <a:close/>
                </a:path>
              </a:pathLst>
            </a:custGeom>
            <a:ln w="9524">
              <a:solidFill>
                <a:srgbClr val="237A94"/>
              </a:solidFill>
            </a:ln>
          </p:spPr>
          <p:txBody>
            <a:bodyPr wrap="square" lIns="0" tIns="0" rIns="0" bIns="0" rtlCol="0"/>
            <a:lstStyle/>
            <a:p>
              <a:endParaRPr sz="2400"/>
            </a:p>
          </p:txBody>
        </p:sp>
        <p:sp>
          <p:nvSpPr>
            <p:cNvPr id="42" name="object 42"/>
            <p:cNvSpPr/>
            <p:nvPr/>
          </p:nvSpPr>
          <p:spPr>
            <a:xfrm>
              <a:off x="4386600" y="2192755"/>
              <a:ext cx="0" cy="73025"/>
            </a:xfrm>
            <a:custGeom>
              <a:avLst/>
              <a:gdLst/>
              <a:ahLst/>
              <a:cxnLst/>
              <a:rect l="l" t="t" r="r" b="b"/>
              <a:pathLst>
                <a:path h="73025">
                  <a:moveTo>
                    <a:pt x="0" y="0"/>
                  </a:moveTo>
                  <a:lnTo>
                    <a:pt x="0" y="72514"/>
                  </a:lnTo>
                </a:path>
              </a:pathLst>
            </a:custGeom>
            <a:ln w="42074">
              <a:solidFill>
                <a:srgbClr val="237A94"/>
              </a:solidFill>
            </a:ln>
          </p:spPr>
          <p:txBody>
            <a:bodyPr wrap="square" lIns="0" tIns="0" rIns="0" bIns="0" rtlCol="0"/>
            <a:lstStyle/>
            <a:p>
              <a:endParaRPr sz="2400"/>
            </a:p>
          </p:txBody>
        </p:sp>
        <p:sp>
          <p:nvSpPr>
            <p:cNvPr id="43" name="object 43"/>
            <p:cNvSpPr/>
            <p:nvPr/>
          </p:nvSpPr>
          <p:spPr>
            <a:xfrm>
              <a:off x="3573650" y="2778259"/>
              <a:ext cx="1616075" cy="183515"/>
            </a:xfrm>
            <a:custGeom>
              <a:avLst/>
              <a:gdLst/>
              <a:ahLst/>
              <a:cxnLst/>
              <a:rect l="l" t="t" r="r" b="b"/>
              <a:pathLst>
                <a:path w="1616075" h="183514">
                  <a:moveTo>
                    <a:pt x="1615799" y="182999"/>
                  </a:moveTo>
                  <a:lnTo>
                    <a:pt x="0" y="182999"/>
                  </a:lnTo>
                  <a:lnTo>
                    <a:pt x="0" y="0"/>
                  </a:lnTo>
                  <a:lnTo>
                    <a:pt x="1615799" y="0"/>
                  </a:lnTo>
                  <a:lnTo>
                    <a:pt x="1615799" y="182999"/>
                  </a:lnTo>
                  <a:close/>
                </a:path>
              </a:pathLst>
            </a:custGeom>
            <a:solidFill>
              <a:srgbClr val="DCDBE0"/>
            </a:solidFill>
          </p:spPr>
          <p:txBody>
            <a:bodyPr wrap="square" lIns="0" tIns="0" rIns="0" bIns="0" rtlCol="0"/>
            <a:lstStyle/>
            <a:p>
              <a:endParaRPr sz="2400"/>
            </a:p>
          </p:txBody>
        </p:sp>
        <p:sp>
          <p:nvSpPr>
            <p:cNvPr id="44" name="object 44"/>
            <p:cNvSpPr/>
            <p:nvPr/>
          </p:nvSpPr>
          <p:spPr>
            <a:xfrm>
              <a:off x="3573650" y="2778259"/>
              <a:ext cx="1616075" cy="183515"/>
            </a:xfrm>
            <a:custGeom>
              <a:avLst/>
              <a:gdLst/>
              <a:ahLst/>
              <a:cxnLst/>
              <a:rect l="l" t="t" r="r" b="b"/>
              <a:pathLst>
                <a:path w="1616075" h="183514">
                  <a:moveTo>
                    <a:pt x="0" y="0"/>
                  </a:moveTo>
                  <a:lnTo>
                    <a:pt x="1615799" y="0"/>
                  </a:lnTo>
                  <a:lnTo>
                    <a:pt x="1615799" y="182999"/>
                  </a:lnTo>
                  <a:lnTo>
                    <a:pt x="0" y="182999"/>
                  </a:lnTo>
                  <a:lnTo>
                    <a:pt x="0" y="0"/>
                  </a:lnTo>
                  <a:close/>
                </a:path>
              </a:pathLst>
            </a:custGeom>
            <a:ln w="28574">
              <a:solidFill>
                <a:srgbClr val="666666"/>
              </a:solidFill>
            </a:ln>
          </p:spPr>
          <p:txBody>
            <a:bodyPr wrap="square" lIns="0" tIns="0" rIns="0" bIns="0" rtlCol="0"/>
            <a:lstStyle/>
            <a:p>
              <a:endParaRPr sz="2400"/>
            </a:p>
          </p:txBody>
        </p:sp>
      </p:grpSp>
      <p:sp>
        <p:nvSpPr>
          <p:cNvPr id="45" name="object 45"/>
          <p:cNvSpPr txBox="1"/>
          <p:nvPr/>
        </p:nvSpPr>
        <p:spPr>
          <a:xfrm>
            <a:off x="5350002" y="3701039"/>
            <a:ext cx="984673" cy="222219"/>
          </a:xfrm>
          <a:prstGeom prst="rect">
            <a:avLst/>
          </a:prstGeom>
        </p:spPr>
        <p:txBody>
          <a:bodyPr vert="horz" wrap="square" lIns="0" tIns="16933" rIns="0" bIns="0" rtlCol="0">
            <a:spAutoFit/>
          </a:bodyPr>
          <a:lstStyle/>
          <a:p>
            <a:pPr marL="16933">
              <a:spcBef>
                <a:spcPts val="133"/>
              </a:spcBef>
            </a:pPr>
            <a:r>
              <a:rPr sz="1333" dirty="0">
                <a:latin typeface="Lucida Sans Unicode"/>
                <a:cs typeface="Lucida Sans Unicode"/>
              </a:rPr>
              <a:t>Layer </a:t>
            </a:r>
            <a:r>
              <a:rPr sz="1333" spc="-27" dirty="0">
                <a:latin typeface="Lucida Sans Unicode"/>
                <a:cs typeface="Lucida Sans Unicode"/>
              </a:rPr>
              <a:t>norm</a:t>
            </a:r>
            <a:endParaRPr sz="1333">
              <a:latin typeface="Lucida Sans Unicode"/>
              <a:cs typeface="Lucida Sans Unicode"/>
            </a:endParaRPr>
          </a:p>
        </p:txBody>
      </p:sp>
      <p:grpSp>
        <p:nvGrpSpPr>
          <p:cNvPr id="46" name="object 46"/>
          <p:cNvGrpSpPr/>
          <p:nvPr/>
        </p:nvGrpSpPr>
        <p:grpSpPr>
          <a:xfrm>
            <a:off x="4748549" y="3343281"/>
            <a:ext cx="2192867" cy="282787"/>
            <a:chOff x="3561412" y="2507461"/>
            <a:chExt cx="1644650" cy="212090"/>
          </a:xfrm>
        </p:grpSpPr>
        <p:sp>
          <p:nvSpPr>
            <p:cNvPr id="47" name="object 47"/>
            <p:cNvSpPr/>
            <p:nvPr/>
          </p:nvSpPr>
          <p:spPr>
            <a:xfrm>
              <a:off x="3575700" y="2521748"/>
              <a:ext cx="1616075" cy="183515"/>
            </a:xfrm>
            <a:custGeom>
              <a:avLst/>
              <a:gdLst/>
              <a:ahLst/>
              <a:cxnLst/>
              <a:rect l="l" t="t" r="r" b="b"/>
              <a:pathLst>
                <a:path w="1616075" h="183514">
                  <a:moveTo>
                    <a:pt x="1615799" y="182999"/>
                  </a:moveTo>
                  <a:lnTo>
                    <a:pt x="0" y="182999"/>
                  </a:lnTo>
                  <a:lnTo>
                    <a:pt x="0" y="0"/>
                  </a:lnTo>
                  <a:lnTo>
                    <a:pt x="1615799" y="0"/>
                  </a:lnTo>
                  <a:lnTo>
                    <a:pt x="1615799" y="182999"/>
                  </a:lnTo>
                  <a:close/>
                </a:path>
              </a:pathLst>
            </a:custGeom>
            <a:solidFill>
              <a:srgbClr val="FFF6F6"/>
            </a:solidFill>
          </p:spPr>
          <p:txBody>
            <a:bodyPr wrap="square" lIns="0" tIns="0" rIns="0" bIns="0" rtlCol="0"/>
            <a:lstStyle/>
            <a:p>
              <a:endParaRPr sz="2400"/>
            </a:p>
          </p:txBody>
        </p:sp>
        <p:sp>
          <p:nvSpPr>
            <p:cNvPr id="48" name="object 48"/>
            <p:cNvSpPr/>
            <p:nvPr/>
          </p:nvSpPr>
          <p:spPr>
            <a:xfrm>
              <a:off x="3575700" y="2521748"/>
              <a:ext cx="1616075" cy="183515"/>
            </a:xfrm>
            <a:custGeom>
              <a:avLst/>
              <a:gdLst/>
              <a:ahLst/>
              <a:cxnLst/>
              <a:rect l="l" t="t" r="r" b="b"/>
              <a:pathLst>
                <a:path w="1616075" h="183514">
                  <a:moveTo>
                    <a:pt x="0" y="0"/>
                  </a:moveTo>
                  <a:lnTo>
                    <a:pt x="1615799" y="0"/>
                  </a:lnTo>
                  <a:lnTo>
                    <a:pt x="1615799" y="182999"/>
                  </a:lnTo>
                  <a:lnTo>
                    <a:pt x="0" y="182999"/>
                  </a:lnTo>
                  <a:lnTo>
                    <a:pt x="0" y="0"/>
                  </a:lnTo>
                  <a:close/>
                </a:path>
              </a:pathLst>
            </a:custGeom>
            <a:ln w="28574">
              <a:solidFill>
                <a:srgbClr val="F65B66"/>
              </a:solidFill>
            </a:ln>
          </p:spPr>
          <p:txBody>
            <a:bodyPr wrap="square" lIns="0" tIns="0" rIns="0" bIns="0" rtlCol="0"/>
            <a:lstStyle/>
            <a:p>
              <a:endParaRPr sz="2400"/>
            </a:p>
          </p:txBody>
        </p:sp>
      </p:grpSp>
      <p:sp>
        <p:nvSpPr>
          <p:cNvPr id="49" name="object 49"/>
          <p:cNvSpPr txBox="1"/>
          <p:nvPr/>
        </p:nvSpPr>
        <p:spPr>
          <a:xfrm>
            <a:off x="5442617" y="3359025"/>
            <a:ext cx="805180" cy="222219"/>
          </a:xfrm>
          <a:prstGeom prst="rect">
            <a:avLst/>
          </a:prstGeom>
        </p:spPr>
        <p:txBody>
          <a:bodyPr vert="horz" wrap="square" lIns="0" tIns="16933" rIns="0" bIns="0" rtlCol="0">
            <a:spAutoFit/>
          </a:bodyPr>
          <a:lstStyle/>
          <a:p>
            <a:pPr marL="16933">
              <a:spcBef>
                <a:spcPts val="133"/>
              </a:spcBef>
            </a:pPr>
            <a:r>
              <a:rPr sz="1333" spc="-13" dirty="0">
                <a:latin typeface="Lucida Sans Unicode"/>
                <a:cs typeface="Lucida Sans Unicode"/>
              </a:rPr>
              <a:t>Attention</a:t>
            </a:r>
            <a:endParaRPr sz="1333">
              <a:latin typeface="Lucida Sans Unicode"/>
              <a:cs typeface="Lucida Sans Unicode"/>
            </a:endParaRPr>
          </a:p>
        </p:txBody>
      </p:sp>
      <p:grpSp>
        <p:nvGrpSpPr>
          <p:cNvPr id="50" name="object 50"/>
          <p:cNvGrpSpPr/>
          <p:nvPr/>
        </p:nvGrpSpPr>
        <p:grpSpPr>
          <a:xfrm>
            <a:off x="4745816" y="2351768"/>
            <a:ext cx="2192867" cy="282787"/>
            <a:chOff x="3559362" y="1763826"/>
            <a:chExt cx="1644650" cy="212090"/>
          </a:xfrm>
        </p:grpSpPr>
        <p:sp>
          <p:nvSpPr>
            <p:cNvPr id="51" name="object 51"/>
            <p:cNvSpPr/>
            <p:nvPr/>
          </p:nvSpPr>
          <p:spPr>
            <a:xfrm>
              <a:off x="3573650" y="1778113"/>
              <a:ext cx="1616075" cy="183515"/>
            </a:xfrm>
            <a:custGeom>
              <a:avLst/>
              <a:gdLst/>
              <a:ahLst/>
              <a:cxnLst/>
              <a:rect l="l" t="t" r="r" b="b"/>
              <a:pathLst>
                <a:path w="1616075" h="183514">
                  <a:moveTo>
                    <a:pt x="1615799" y="182999"/>
                  </a:moveTo>
                  <a:lnTo>
                    <a:pt x="0" y="182999"/>
                  </a:lnTo>
                  <a:lnTo>
                    <a:pt x="0" y="0"/>
                  </a:lnTo>
                  <a:lnTo>
                    <a:pt x="1615799" y="0"/>
                  </a:lnTo>
                  <a:lnTo>
                    <a:pt x="1615799" y="182999"/>
                  </a:lnTo>
                  <a:close/>
                </a:path>
              </a:pathLst>
            </a:custGeom>
            <a:solidFill>
              <a:srgbClr val="E3C1E1"/>
            </a:solidFill>
          </p:spPr>
          <p:txBody>
            <a:bodyPr wrap="square" lIns="0" tIns="0" rIns="0" bIns="0" rtlCol="0"/>
            <a:lstStyle/>
            <a:p>
              <a:endParaRPr sz="2400"/>
            </a:p>
          </p:txBody>
        </p:sp>
        <p:sp>
          <p:nvSpPr>
            <p:cNvPr id="52" name="object 52"/>
            <p:cNvSpPr/>
            <p:nvPr/>
          </p:nvSpPr>
          <p:spPr>
            <a:xfrm>
              <a:off x="3573650" y="1778113"/>
              <a:ext cx="1616075" cy="183515"/>
            </a:xfrm>
            <a:custGeom>
              <a:avLst/>
              <a:gdLst/>
              <a:ahLst/>
              <a:cxnLst/>
              <a:rect l="l" t="t" r="r" b="b"/>
              <a:pathLst>
                <a:path w="1616075" h="183514">
                  <a:moveTo>
                    <a:pt x="0" y="0"/>
                  </a:moveTo>
                  <a:lnTo>
                    <a:pt x="1615799" y="0"/>
                  </a:lnTo>
                  <a:lnTo>
                    <a:pt x="1615799" y="182999"/>
                  </a:lnTo>
                  <a:lnTo>
                    <a:pt x="0" y="182999"/>
                  </a:lnTo>
                  <a:lnTo>
                    <a:pt x="0" y="0"/>
                  </a:lnTo>
                  <a:close/>
                </a:path>
              </a:pathLst>
            </a:custGeom>
            <a:ln w="28574">
              <a:solidFill>
                <a:srgbClr val="A12F9D"/>
              </a:solidFill>
            </a:ln>
          </p:spPr>
          <p:txBody>
            <a:bodyPr wrap="square" lIns="0" tIns="0" rIns="0" bIns="0" rtlCol="0"/>
            <a:lstStyle/>
            <a:p>
              <a:endParaRPr sz="2400"/>
            </a:p>
          </p:txBody>
        </p:sp>
      </p:grpSp>
      <p:sp>
        <p:nvSpPr>
          <p:cNvPr id="53" name="object 53"/>
          <p:cNvSpPr txBox="1"/>
          <p:nvPr/>
        </p:nvSpPr>
        <p:spPr>
          <a:xfrm>
            <a:off x="5268756" y="2367511"/>
            <a:ext cx="1147233" cy="222219"/>
          </a:xfrm>
          <a:prstGeom prst="rect">
            <a:avLst/>
          </a:prstGeom>
        </p:spPr>
        <p:txBody>
          <a:bodyPr vert="horz" wrap="square" lIns="0" tIns="16933" rIns="0" bIns="0" rtlCol="0">
            <a:spAutoFit/>
          </a:bodyPr>
          <a:lstStyle/>
          <a:p>
            <a:pPr marL="16933">
              <a:spcBef>
                <a:spcPts val="133"/>
              </a:spcBef>
            </a:pPr>
            <a:r>
              <a:rPr sz="1333" dirty="0">
                <a:latin typeface="Lucida Sans Unicode"/>
                <a:cs typeface="Lucida Sans Unicode"/>
              </a:rPr>
              <a:t>Feed</a:t>
            </a:r>
            <a:r>
              <a:rPr sz="1333" spc="80" dirty="0">
                <a:latin typeface="Lucida Sans Unicode"/>
                <a:cs typeface="Lucida Sans Unicode"/>
              </a:rPr>
              <a:t> </a:t>
            </a:r>
            <a:r>
              <a:rPr sz="1333" spc="-13" dirty="0">
                <a:latin typeface="Lucida Sans Unicode"/>
                <a:cs typeface="Lucida Sans Unicode"/>
              </a:rPr>
              <a:t>forward</a:t>
            </a:r>
            <a:endParaRPr sz="1333">
              <a:latin typeface="Lucida Sans Unicode"/>
              <a:cs typeface="Lucida Sans Unicode"/>
            </a:endParaRPr>
          </a:p>
        </p:txBody>
      </p:sp>
      <p:grpSp>
        <p:nvGrpSpPr>
          <p:cNvPr id="54" name="object 54"/>
          <p:cNvGrpSpPr/>
          <p:nvPr/>
        </p:nvGrpSpPr>
        <p:grpSpPr>
          <a:xfrm>
            <a:off x="4752551" y="3001309"/>
            <a:ext cx="2192867" cy="282787"/>
            <a:chOff x="3564413" y="2250982"/>
            <a:chExt cx="1644650" cy="212090"/>
          </a:xfrm>
        </p:grpSpPr>
        <p:sp>
          <p:nvSpPr>
            <p:cNvPr id="55" name="object 55"/>
            <p:cNvSpPr/>
            <p:nvPr/>
          </p:nvSpPr>
          <p:spPr>
            <a:xfrm>
              <a:off x="3578700" y="2265270"/>
              <a:ext cx="1616075" cy="183515"/>
            </a:xfrm>
            <a:custGeom>
              <a:avLst/>
              <a:gdLst/>
              <a:ahLst/>
              <a:cxnLst/>
              <a:rect l="l" t="t" r="r" b="b"/>
              <a:pathLst>
                <a:path w="1616075" h="183514">
                  <a:moveTo>
                    <a:pt x="1615799" y="182999"/>
                  </a:moveTo>
                  <a:lnTo>
                    <a:pt x="0" y="182999"/>
                  </a:lnTo>
                  <a:lnTo>
                    <a:pt x="0" y="0"/>
                  </a:lnTo>
                  <a:lnTo>
                    <a:pt x="1615799" y="0"/>
                  </a:lnTo>
                  <a:lnTo>
                    <a:pt x="1615799" y="182999"/>
                  </a:lnTo>
                  <a:close/>
                </a:path>
              </a:pathLst>
            </a:custGeom>
            <a:solidFill>
              <a:srgbClr val="DCDBE0"/>
            </a:solidFill>
          </p:spPr>
          <p:txBody>
            <a:bodyPr wrap="square" lIns="0" tIns="0" rIns="0" bIns="0" rtlCol="0"/>
            <a:lstStyle/>
            <a:p>
              <a:endParaRPr sz="2400"/>
            </a:p>
          </p:txBody>
        </p:sp>
        <p:sp>
          <p:nvSpPr>
            <p:cNvPr id="56" name="object 56"/>
            <p:cNvSpPr/>
            <p:nvPr/>
          </p:nvSpPr>
          <p:spPr>
            <a:xfrm>
              <a:off x="3578700" y="2265270"/>
              <a:ext cx="1616075" cy="183515"/>
            </a:xfrm>
            <a:custGeom>
              <a:avLst/>
              <a:gdLst/>
              <a:ahLst/>
              <a:cxnLst/>
              <a:rect l="l" t="t" r="r" b="b"/>
              <a:pathLst>
                <a:path w="1616075" h="183514">
                  <a:moveTo>
                    <a:pt x="0" y="0"/>
                  </a:moveTo>
                  <a:lnTo>
                    <a:pt x="1615799" y="0"/>
                  </a:lnTo>
                  <a:lnTo>
                    <a:pt x="1615799" y="182999"/>
                  </a:lnTo>
                  <a:lnTo>
                    <a:pt x="0" y="182999"/>
                  </a:lnTo>
                  <a:lnTo>
                    <a:pt x="0" y="0"/>
                  </a:lnTo>
                  <a:close/>
                </a:path>
              </a:pathLst>
            </a:custGeom>
            <a:ln w="28574">
              <a:solidFill>
                <a:srgbClr val="666666"/>
              </a:solidFill>
            </a:ln>
          </p:spPr>
          <p:txBody>
            <a:bodyPr wrap="square" lIns="0" tIns="0" rIns="0" bIns="0" rtlCol="0"/>
            <a:lstStyle/>
            <a:p>
              <a:endParaRPr sz="2400"/>
            </a:p>
          </p:txBody>
        </p:sp>
      </p:grpSp>
      <p:sp>
        <p:nvSpPr>
          <p:cNvPr id="57" name="object 57"/>
          <p:cNvSpPr txBox="1"/>
          <p:nvPr/>
        </p:nvSpPr>
        <p:spPr>
          <a:xfrm>
            <a:off x="5660400" y="3017054"/>
            <a:ext cx="377613" cy="222219"/>
          </a:xfrm>
          <a:prstGeom prst="rect">
            <a:avLst/>
          </a:prstGeom>
        </p:spPr>
        <p:txBody>
          <a:bodyPr vert="horz" wrap="square" lIns="0" tIns="16933" rIns="0" bIns="0" rtlCol="0">
            <a:spAutoFit/>
          </a:bodyPr>
          <a:lstStyle/>
          <a:p>
            <a:pPr marL="16933">
              <a:spcBef>
                <a:spcPts val="133"/>
              </a:spcBef>
            </a:pPr>
            <a:r>
              <a:rPr sz="1333" spc="-33" dirty="0">
                <a:latin typeface="Lucida Sans Unicode"/>
                <a:cs typeface="Lucida Sans Unicode"/>
              </a:rPr>
              <a:t>Add</a:t>
            </a:r>
            <a:endParaRPr sz="1333">
              <a:latin typeface="Lucida Sans Unicode"/>
              <a:cs typeface="Lucida Sans Unicode"/>
            </a:endParaRPr>
          </a:p>
        </p:txBody>
      </p:sp>
      <p:grpSp>
        <p:nvGrpSpPr>
          <p:cNvPr id="58" name="object 58"/>
          <p:cNvGrpSpPr/>
          <p:nvPr/>
        </p:nvGrpSpPr>
        <p:grpSpPr>
          <a:xfrm>
            <a:off x="4745816" y="2688625"/>
            <a:ext cx="2192867" cy="254847"/>
            <a:chOff x="3559362" y="2016468"/>
            <a:chExt cx="1644650" cy="191135"/>
          </a:xfrm>
        </p:grpSpPr>
        <p:sp>
          <p:nvSpPr>
            <p:cNvPr id="59" name="object 59"/>
            <p:cNvSpPr/>
            <p:nvPr/>
          </p:nvSpPr>
          <p:spPr>
            <a:xfrm>
              <a:off x="3573650" y="2030755"/>
              <a:ext cx="1616075" cy="162560"/>
            </a:xfrm>
            <a:custGeom>
              <a:avLst/>
              <a:gdLst/>
              <a:ahLst/>
              <a:cxnLst/>
              <a:rect l="l" t="t" r="r" b="b"/>
              <a:pathLst>
                <a:path w="1616075" h="162560">
                  <a:moveTo>
                    <a:pt x="1615799" y="161999"/>
                  </a:moveTo>
                  <a:lnTo>
                    <a:pt x="0" y="161999"/>
                  </a:lnTo>
                  <a:lnTo>
                    <a:pt x="0" y="0"/>
                  </a:lnTo>
                  <a:lnTo>
                    <a:pt x="1615799" y="0"/>
                  </a:lnTo>
                  <a:lnTo>
                    <a:pt x="1615799" y="161999"/>
                  </a:lnTo>
                  <a:close/>
                </a:path>
              </a:pathLst>
            </a:custGeom>
            <a:solidFill>
              <a:srgbClr val="DCDBE0"/>
            </a:solidFill>
          </p:spPr>
          <p:txBody>
            <a:bodyPr wrap="square" lIns="0" tIns="0" rIns="0" bIns="0" rtlCol="0"/>
            <a:lstStyle/>
            <a:p>
              <a:endParaRPr sz="2400"/>
            </a:p>
          </p:txBody>
        </p:sp>
        <p:sp>
          <p:nvSpPr>
            <p:cNvPr id="60" name="object 60"/>
            <p:cNvSpPr/>
            <p:nvPr/>
          </p:nvSpPr>
          <p:spPr>
            <a:xfrm>
              <a:off x="3573650" y="2030755"/>
              <a:ext cx="1616075" cy="162560"/>
            </a:xfrm>
            <a:custGeom>
              <a:avLst/>
              <a:gdLst/>
              <a:ahLst/>
              <a:cxnLst/>
              <a:rect l="l" t="t" r="r" b="b"/>
              <a:pathLst>
                <a:path w="1616075" h="162560">
                  <a:moveTo>
                    <a:pt x="0" y="0"/>
                  </a:moveTo>
                  <a:lnTo>
                    <a:pt x="1615799" y="0"/>
                  </a:lnTo>
                  <a:lnTo>
                    <a:pt x="1615799" y="161999"/>
                  </a:lnTo>
                  <a:lnTo>
                    <a:pt x="0" y="161999"/>
                  </a:lnTo>
                  <a:lnTo>
                    <a:pt x="0" y="0"/>
                  </a:lnTo>
                  <a:close/>
                </a:path>
              </a:pathLst>
            </a:custGeom>
            <a:ln w="28574">
              <a:solidFill>
                <a:srgbClr val="666666"/>
              </a:solidFill>
            </a:ln>
          </p:spPr>
          <p:txBody>
            <a:bodyPr wrap="square" lIns="0" tIns="0" rIns="0" bIns="0" rtlCol="0"/>
            <a:lstStyle/>
            <a:p>
              <a:endParaRPr sz="2400"/>
            </a:p>
          </p:txBody>
        </p:sp>
      </p:grpSp>
      <p:sp>
        <p:nvSpPr>
          <p:cNvPr id="61" name="object 61"/>
          <p:cNvSpPr txBox="1"/>
          <p:nvPr/>
        </p:nvSpPr>
        <p:spPr>
          <a:xfrm>
            <a:off x="5350002" y="2690367"/>
            <a:ext cx="984673" cy="222219"/>
          </a:xfrm>
          <a:prstGeom prst="rect">
            <a:avLst/>
          </a:prstGeom>
        </p:spPr>
        <p:txBody>
          <a:bodyPr vert="horz" wrap="square" lIns="0" tIns="16933" rIns="0" bIns="0" rtlCol="0">
            <a:spAutoFit/>
          </a:bodyPr>
          <a:lstStyle/>
          <a:p>
            <a:pPr marL="16933">
              <a:spcBef>
                <a:spcPts val="133"/>
              </a:spcBef>
            </a:pPr>
            <a:r>
              <a:rPr sz="1333" dirty="0">
                <a:latin typeface="Lucida Sans Unicode"/>
                <a:cs typeface="Lucida Sans Unicode"/>
              </a:rPr>
              <a:t>Layer </a:t>
            </a:r>
            <a:r>
              <a:rPr sz="1333" spc="-27" dirty="0">
                <a:latin typeface="Lucida Sans Unicode"/>
                <a:cs typeface="Lucida Sans Unicode"/>
              </a:rPr>
              <a:t>norm</a:t>
            </a:r>
            <a:endParaRPr sz="1333">
              <a:latin typeface="Lucida Sans Unicode"/>
              <a:cs typeface="Lucida Sans Unicode"/>
            </a:endParaRPr>
          </a:p>
        </p:txBody>
      </p:sp>
      <p:grpSp>
        <p:nvGrpSpPr>
          <p:cNvPr id="62" name="object 62"/>
          <p:cNvGrpSpPr/>
          <p:nvPr/>
        </p:nvGrpSpPr>
        <p:grpSpPr>
          <a:xfrm>
            <a:off x="4745816" y="2010720"/>
            <a:ext cx="2192867" cy="282787"/>
            <a:chOff x="3559362" y="1508040"/>
            <a:chExt cx="1644650" cy="212090"/>
          </a:xfrm>
        </p:grpSpPr>
        <p:sp>
          <p:nvSpPr>
            <p:cNvPr id="63" name="object 63"/>
            <p:cNvSpPr/>
            <p:nvPr/>
          </p:nvSpPr>
          <p:spPr>
            <a:xfrm>
              <a:off x="3573650" y="1522327"/>
              <a:ext cx="1616075" cy="183515"/>
            </a:xfrm>
            <a:custGeom>
              <a:avLst/>
              <a:gdLst/>
              <a:ahLst/>
              <a:cxnLst/>
              <a:rect l="l" t="t" r="r" b="b"/>
              <a:pathLst>
                <a:path w="1616075" h="183514">
                  <a:moveTo>
                    <a:pt x="1615799" y="182999"/>
                  </a:moveTo>
                  <a:lnTo>
                    <a:pt x="0" y="182999"/>
                  </a:lnTo>
                  <a:lnTo>
                    <a:pt x="0" y="0"/>
                  </a:lnTo>
                  <a:lnTo>
                    <a:pt x="1615799" y="0"/>
                  </a:lnTo>
                  <a:lnTo>
                    <a:pt x="1615799" y="182999"/>
                  </a:lnTo>
                  <a:close/>
                </a:path>
              </a:pathLst>
            </a:custGeom>
            <a:solidFill>
              <a:srgbClr val="DCDBE0"/>
            </a:solidFill>
          </p:spPr>
          <p:txBody>
            <a:bodyPr wrap="square" lIns="0" tIns="0" rIns="0" bIns="0" rtlCol="0"/>
            <a:lstStyle/>
            <a:p>
              <a:endParaRPr sz="2400"/>
            </a:p>
          </p:txBody>
        </p:sp>
        <p:sp>
          <p:nvSpPr>
            <p:cNvPr id="64" name="object 64"/>
            <p:cNvSpPr/>
            <p:nvPr/>
          </p:nvSpPr>
          <p:spPr>
            <a:xfrm>
              <a:off x="3573650" y="1522327"/>
              <a:ext cx="1616075" cy="183515"/>
            </a:xfrm>
            <a:custGeom>
              <a:avLst/>
              <a:gdLst/>
              <a:ahLst/>
              <a:cxnLst/>
              <a:rect l="l" t="t" r="r" b="b"/>
              <a:pathLst>
                <a:path w="1616075" h="183514">
                  <a:moveTo>
                    <a:pt x="0" y="0"/>
                  </a:moveTo>
                  <a:lnTo>
                    <a:pt x="1615799" y="0"/>
                  </a:lnTo>
                  <a:lnTo>
                    <a:pt x="1615799" y="182999"/>
                  </a:lnTo>
                  <a:lnTo>
                    <a:pt x="0" y="182999"/>
                  </a:lnTo>
                  <a:lnTo>
                    <a:pt x="0" y="0"/>
                  </a:lnTo>
                  <a:close/>
                </a:path>
              </a:pathLst>
            </a:custGeom>
            <a:ln w="28574">
              <a:solidFill>
                <a:srgbClr val="666666"/>
              </a:solidFill>
            </a:ln>
          </p:spPr>
          <p:txBody>
            <a:bodyPr wrap="square" lIns="0" tIns="0" rIns="0" bIns="0" rtlCol="0"/>
            <a:lstStyle/>
            <a:p>
              <a:endParaRPr sz="2400"/>
            </a:p>
          </p:txBody>
        </p:sp>
      </p:grpSp>
      <p:sp>
        <p:nvSpPr>
          <p:cNvPr id="65" name="object 65"/>
          <p:cNvSpPr txBox="1"/>
          <p:nvPr/>
        </p:nvSpPr>
        <p:spPr>
          <a:xfrm>
            <a:off x="5653667" y="2026463"/>
            <a:ext cx="377613" cy="222219"/>
          </a:xfrm>
          <a:prstGeom prst="rect">
            <a:avLst/>
          </a:prstGeom>
        </p:spPr>
        <p:txBody>
          <a:bodyPr vert="horz" wrap="square" lIns="0" tIns="16933" rIns="0" bIns="0" rtlCol="0">
            <a:spAutoFit/>
          </a:bodyPr>
          <a:lstStyle/>
          <a:p>
            <a:pPr marL="16933">
              <a:spcBef>
                <a:spcPts val="133"/>
              </a:spcBef>
            </a:pPr>
            <a:r>
              <a:rPr sz="1333" spc="-33" dirty="0">
                <a:latin typeface="Lucida Sans Unicode"/>
                <a:cs typeface="Lucida Sans Unicode"/>
              </a:rPr>
              <a:t>Add</a:t>
            </a:r>
            <a:endParaRPr sz="1333">
              <a:latin typeface="Lucida Sans Unicode"/>
              <a:cs typeface="Lucida Sans Unicode"/>
            </a:endParaRPr>
          </a:p>
        </p:txBody>
      </p:sp>
      <p:grpSp>
        <p:nvGrpSpPr>
          <p:cNvPr id="66" name="object 66"/>
          <p:cNvGrpSpPr/>
          <p:nvPr/>
        </p:nvGrpSpPr>
        <p:grpSpPr>
          <a:xfrm>
            <a:off x="3129628" y="2124616"/>
            <a:ext cx="2747433" cy="2218267"/>
            <a:chOff x="2347220" y="1593462"/>
            <a:chExt cx="2060575" cy="1663700"/>
          </a:xfrm>
        </p:grpSpPr>
        <p:sp>
          <p:nvSpPr>
            <p:cNvPr id="67" name="object 67"/>
            <p:cNvSpPr/>
            <p:nvPr/>
          </p:nvSpPr>
          <p:spPr>
            <a:xfrm>
              <a:off x="3340576" y="2356784"/>
              <a:ext cx="1046480" cy="891540"/>
            </a:xfrm>
            <a:custGeom>
              <a:avLst/>
              <a:gdLst/>
              <a:ahLst/>
              <a:cxnLst/>
              <a:rect l="l" t="t" r="r" b="b"/>
              <a:pathLst>
                <a:path w="1046479" h="891539">
                  <a:moveTo>
                    <a:pt x="1046174" y="890999"/>
                  </a:moveTo>
                  <a:lnTo>
                    <a:pt x="0" y="890999"/>
                  </a:lnTo>
                  <a:lnTo>
                    <a:pt x="0" y="0"/>
                  </a:lnTo>
                  <a:lnTo>
                    <a:pt x="180824" y="0"/>
                  </a:lnTo>
                </a:path>
              </a:pathLst>
            </a:custGeom>
            <a:ln w="9524">
              <a:solidFill>
                <a:srgbClr val="237A94"/>
              </a:solidFill>
            </a:ln>
          </p:spPr>
          <p:txBody>
            <a:bodyPr wrap="square" lIns="0" tIns="0" rIns="0" bIns="0" rtlCol="0"/>
            <a:lstStyle/>
            <a:p>
              <a:endParaRPr sz="2400"/>
            </a:p>
          </p:txBody>
        </p:sp>
        <p:sp>
          <p:nvSpPr>
            <p:cNvPr id="68" name="object 68"/>
            <p:cNvSpPr/>
            <p:nvPr/>
          </p:nvSpPr>
          <p:spPr>
            <a:xfrm>
              <a:off x="3521400" y="2341052"/>
              <a:ext cx="43815" cy="31750"/>
            </a:xfrm>
            <a:custGeom>
              <a:avLst/>
              <a:gdLst/>
              <a:ahLst/>
              <a:cxnLst/>
              <a:rect l="l" t="t" r="r" b="b"/>
              <a:pathLst>
                <a:path w="43814" h="31750">
                  <a:moveTo>
                    <a:pt x="0" y="31465"/>
                  </a:moveTo>
                  <a:lnTo>
                    <a:pt x="0" y="0"/>
                  </a:lnTo>
                  <a:lnTo>
                    <a:pt x="43225" y="15732"/>
                  </a:lnTo>
                  <a:lnTo>
                    <a:pt x="0" y="31465"/>
                  </a:lnTo>
                  <a:close/>
                </a:path>
              </a:pathLst>
            </a:custGeom>
            <a:solidFill>
              <a:srgbClr val="237A94"/>
            </a:solidFill>
          </p:spPr>
          <p:txBody>
            <a:bodyPr wrap="square" lIns="0" tIns="0" rIns="0" bIns="0" rtlCol="0"/>
            <a:lstStyle/>
            <a:p>
              <a:endParaRPr sz="2400"/>
            </a:p>
          </p:txBody>
        </p:sp>
        <p:sp>
          <p:nvSpPr>
            <p:cNvPr id="69" name="object 69"/>
            <p:cNvSpPr/>
            <p:nvPr/>
          </p:nvSpPr>
          <p:spPr>
            <a:xfrm>
              <a:off x="3521400" y="2341052"/>
              <a:ext cx="43815" cy="31750"/>
            </a:xfrm>
            <a:custGeom>
              <a:avLst/>
              <a:gdLst/>
              <a:ahLst/>
              <a:cxnLst/>
              <a:rect l="l" t="t" r="r" b="b"/>
              <a:pathLst>
                <a:path w="43814" h="31750">
                  <a:moveTo>
                    <a:pt x="0" y="31465"/>
                  </a:moveTo>
                  <a:lnTo>
                    <a:pt x="43225" y="15732"/>
                  </a:lnTo>
                  <a:lnTo>
                    <a:pt x="0" y="0"/>
                  </a:lnTo>
                  <a:lnTo>
                    <a:pt x="0" y="31465"/>
                  </a:lnTo>
                  <a:close/>
                </a:path>
              </a:pathLst>
            </a:custGeom>
            <a:ln w="9524">
              <a:solidFill>
                <a:srgbClr val="237A94"/>
              </a:solidFill>
            </a:ln>
          </p:spPr>
          <p:txBody>
            <a:bodyPr wrap="square" lIns="0" tIns="0" rIns="0" bIns="0" rtlCol="0"/>
            <a:lstStyle/>
            <a:p>
              <a:endParaRPr sz="2400"/>
            </a:p>
          </p:txBody>
        </p:sp>
        <p:sp>
          <p:nvSpPr>
            <p:cNvPr id="70" name="object 70"/>
            <p:cNvSpPr/>
            <p:nvPr/>
          </p:nvSpPr>
          <p:spPr>
            <a:xfrm>
              <a:off x="4386450" y="2443480"/>
              <a:ext cx="635" cy="74930"/>
            </a:xfrm>
            <a:custGeom>
              <a:avLst/>
              <a:gdLst/>
              <a:ahLst/>
              <a:cxnLst/>
              <a:rect l="l" t="t" r="r" b="b"/>
              <a:pathLst>
                <a:path w="635" h="74930">
                  <a:moveTo>
                    <a:pt x="0" y="0"/>
                  </a:moveTo>
                  <a:lnTo>
                    <a:pt x="299" y="74399"/>
                  </a:lnTo>
                </a:path>
              </a:pathLst>
            </a:custGeom>
            <a:ln w="41774">
              <a:solidFill>
                <a:srgbClr val="237A94"/>
              </a:solidFill>
            </a:ln>
          </p:spPr>
          <p:txBody>
            <a:bodyPr wrap="square" lIns="0" tIns="0" rIns="0" bIns="0" rtlCol="0"/>
            <a:lstStyle/>
            <a:p>
              <a:endParaRPr sz="2400"/>
            </a:p>
          </p:txBody>
        </p:sp>
        <p:sp>
          <p:nvSpPr>
            <p:cNvPr id="71" name="object 71"/>
            <p:cNvSpPr/>
            <p:nvPr/>
          </p:nvSpPr>
          <p:spPr>
            <a:xfrm>
              <a:off x="4386750" y="3243284"/>
              <a:ext cx="9525" cy="9525"/>
            </a:xfrm>
            <a:custGeom>
              <a:avLst/>
              <a:gdLst/>
              <a:ahLst/>
              <a:cxnLst/>
              <a:rect l="l" t="t" r="r" b="b"/>
              <a:pathLst>
                <a:path w="9525" h="9525">
                  <a:moveTo>
                    <a:pt x="8999" y="8999"/>
                  </a:moveTo>
                  <a:lnTo>
                    <a:pt x="0" y="8999"/>
                  </a:lnTo>
                  <a:lnTo>
                    <a:pt x="0" y="0"/>
                  </a:lnTo>
                  <a:lnTo>
                    <a:pt x="8999" y="0"/>
                  </a:lnTo>
                  <a:lnTo>
                    <a:pt x="8999" y="8999"/>
                  </a:lnTo>
                  <a:close/>
                </a:path>
              </a:pathLst>
            </a:custGeom>
            <a:solidFill>
              <a:srgbClr val="237A94"/>
            </a:solidFill>
          </p:spPr>
          <p:txBody>
            <a:bodyPr wrap="square" lIns="0" tIns="0" rIns="0" bIns="0" rtlCol="0"/>
            <a:lstStyle/>
            <a:p>
              <a:endParaRPr sz="2400"/>
            </a:p>
          </p:txBody>
        </p:sp>
        <p:sp>
          <p:nvSpPr>
            <p:cNvPr id="72" name="object 72"/>
            <p:cNvSpPr/>
            <p:nvPr/>
          </p:nvSpPr>
          <p:spPr>
            <a:xfrm>
              <a:off x="4386750" y="3243284"/>
              <a:ext cx="9525" cy="9525"/>
            </a:xfrm>
            <a:custGeom>
              <a:avLst/>
              <a:gdLst/>
              <a:ahLst/>
              <a:cxnLst/>
              <a:rect l="l" t="t" r="r" b="b"/>
              <a:pathLst>
                <a:path w="9525" h="9525">
                  <a:moveTo>
                    <a:pt x="0" y="0"/>
                  </a:moveTo>
                  <a:lnTo>
                    <a:pt x="8999" y="0"/>
                  </a:lnTo>
                  <a:lnTo>
                    <a:pt x="8999" y="8999"/>
                  </a:lnTo>
                  <a:lnTo>
                    <a:pt x="0" y="8999"/>
                  </a:lnTo>
                  <a:lnTo>
                    <a:pt x="0" y="0"/>
                  </a:lnTo>
                  <a:close/>
                </a:path>
              </a:pathLst>
            </a:custGeom>
            <a:ln w="9524">
              <a:solidFill>
                <a:srgbClr val="237A94"/>
              </a:solidFill>
            </a:ln>
          </p:spPr>
          <p:txBody>
            <a:bodyPr wrap="square" lIns="0" tIns="0" rIns="0" bIns="0" rtlCol="0"/>
            <a:lstStyle/>
            <a:p>
              <a:endParaRPr sz="2400"/>
            </a:p>
          </p:txBody>
        </p:sp>
        <p:sp>
          <p:nvSpPr>
            <p:cNvPr id="73" name="object 73"/>
            <p:cNvSpPr/>
            <p:nvPr/>
          </p:nvSpPr>
          <p:spPr>
            <a:xfrm>
              <a:off x="4386445" y="2209757"/>
              <a:ext cx="2540" cy="9525"/>
            </a:xfrm>
            <a:custGeom>
              <a:avLst/>
              <a:gdLst/>
              <a:ahLst/>
              <a:cxnLst/>
              <a:rect l="l" t="t" r="r" b="b"/>
              <a:pathLst>
                <a:path w="2539" h="9525">
                  <a:moveTo>
                    <a:pt x="2399" y="8999"/>
                  </a:moveTo>
                  <a:lnTo>
                    <a:pt x="0" y="8999"/>
                  </a:lnTo>
                  <a:lnTo>
                    <a:pt x="0" y="0"/>
                  </a:lnTo>
                  <a:lnTo>
                    <a:pt x="2399" y="0"/>
                  </a:lnTo>
                  <a:lnTo>
                    <a:pt x="2399" y="8999"/>
                  </a:lnTo>
                  <a:close/>
                </a:path>
              </a:pathLst>
            </a:custGeom>
            <a:solidFill>
              <a:srgbClr val="237A94"/>
            </a:solidFill>
          </p:spPr>
          <p:txBody>
            <a:bodyPr wrap="square" lIns="0" tIns="0" rIns="0" bIns="0" rtlCol="0"/>
            <a:lstStyle/>
            <a:p>
              <a:endParaRPr sz="2400"/>
            </a:p>
          </p:txBody>
        </p:sp>
        <p:sp>
          <p:nvSpPr>
            <p:cNvPr id="74" name="object 74"/>
            <p:cNvSpPr/>
            <p:nvPr/>
          </p:nvSpPr>
          <p:spPr>
            <a:xfrm>
              <a:off x="3335524" y="1613957"/>
              <a:ext cx="1053465" cy="613410"/>
            </a:xfrm>
            <a:custGeom>
              <a:avLst/>
              <a:gdLst/>
              <a:ahLst/>
              <a:cxnLst/>
              <a:rect l="l" t="t" r="r" b="b"/>
              <a:pathLst>
                <a:path w="1053464" h="613410">
                  <a:moveTo>
                    <a:pt x="1050920" y="595800"/>
                  </a:moveTo>
                  <a:lnTo>
                    <a:pt x="1053320" y="595800"/>
                  </a:lnTo>
                  <a:lnTo>
                    <a:pt x="1053320" y="604800"/>
                  </a:lnTo>
                  <a:lnTo>
                    <a:pt x="1050920" y="604800"/>
                  </a:lnTo>
                  <a:lnTo>
                    <a:pt x="1050920" y="595800"/>
                  </a:lnTo>
                  <a:close/>
                </a:path>
                <a:path w="1053464" h="613410">
                  <a:moveTo>
                    <a:pt x="1052120" y="604800"/>
                  </a:moveTo>
                  <a:lnTo>
                    <a:pt x="1052120" y="613115"/>
                  </a:lnTo>
                  <a:lnTo>
                    <a:pt x="0" y="613115"/>
                  </a:lnTo>
                  <a:lnTo>
                    <a:pt x="0" y="0"/>
                  </a:lnTo>
                  <a:lnTo>
                    <a:pt x="181070" y="0"/>
                  </a:lnTo>
                </a:path>
              </a:pathLst>
            </a:custGeom>
            <a:ln w="9524">
              <a:solidFill>
                <a:srgbClr val="237A94"/>
              </a:solidFill>
            </a:ln>
          </p:spPr>
          <p:txBody>
            <a:bodyPr wrap="square" lIns="0" tIns="0" rIns="0" bIns="0" rtlCol="0"/>
            <a:lstStyle/>
            <a:p>
              <a:endParaRPr sz="2400"/>
            </a:p>
          </p:txBody>
        </p:sp>
        <p:sp>
          <p:nvSpPr>
            <p:cNvPr id="75" name="object 75"/>
            <p:cNvSpPr/>
            <p:nvPr/>
          </p:nvSpPr>
          <p:spPr>
            <a:xfrm>
              <a:off x="3516594" y="1598224"/>
              <a:ext cx="43815" cy="31750"/>
            </a:xfrm>
            <a:custGeom>
              <a:avLst/>
              <a:gdLst/>
              <a:ahLst/>
              <a:cxnLst/>
              <a:rect l="l" t="t" r="r" b="b"/>
              <a:pathLst>
                <a:path w="43814" h="31750">
                  <a:moveTo>
                    <a:pt x="0" y="31465"/>
                  </a:moveTo>
                  <a:lnTo>
                    <a:pt x="0" y="0"/>
                  </a:lnTo>
                  <a:lnTo>
                    <a:pt x="43225" y="15732"/>
                  </a:lnTo>
                  <a:lnTo>
                    <a:pt x="0" y="31465"/>
                  </a:lnTo>
                  <a:close/>
                </a:path>
              </a:pathLst>
            </a:custGeom>
            <a:solidFill>
              <a:srgbClr val="237A94"/>
            </a:solidFill>
          </p:spPr>
          <p:txBody>
            <a:bodyPr wrap="square" lIns="0" tIns="0" rIns="0" bIns="0" rtlCol="0"/>
            <a:lstStyle/>
            <a:p>
              <a:endParaRPr sz="2400"/>
            </a:p>
          </p:txBody>
        </p:sp>
        <p:sp>
          <p:nvSpPr>
            <p:cNvPr id="76" name="object 76"/>
            <p:cNvSpPr/>
            <p:nvPr/>
          </p:nvSpPr>
          <p:spPr>
            <a:xfrm>
              <a:off x="3516594" y="1598224"/>
              <a:ext cx="43815" cy="31750"/>
            </a:xfrm>
            <a:custGeom>
              <a:avLst/>
              <a:gdLst/>
              <a:ahLst/>
              <a:cxnLst/>
              <a:rect l="l" t="t" r="r" b="b"/>
              <a:pathLst>
                <a:path w="43814" h="31750">
                  <a:moveTo>
                    <a:pt x="0" y="31465"/>
                  </a:moveTo>
                  <a:lnTo>
                    <a:pt x="43225" y="15732"/>
                  </a:lnTo>
                  <a:lnTo>
                    <a:pt x="0" y="0"/>
                  </a:lnTo>
                  <a:lnTo>
                    <a:pt x="0" y="31465"/>
                  </a:lnTo>
                  <a:close/>
                </a:path>
              </a:pathLst>
            </a:custGeom>
            <a:ln w="9524">
              <a:solidFill>
                <a:srgbClr val="237A94"/>
              </a:solidFill>
            </a:ln>
          </p:spPr>
          <p:txBody>
            <a:bodyPr wrap="square" lIns="0" tIns="0" rIns="0" bIns="0" rtlCol="0"/>
            <a:lstStyle/>
            <a:p>
              <a:endParaRPr sz="2400"/>
            </a:p>
          </p:txBody>
        </p:sp>
        <p:sp>
          <p:nvSpPr>
            <p:cNvPr id="77" name="object 77"/>
            <p:cNvSpPr/>
            <p:nvPr/>
          </p:nvSpPr>
          <p:spPr>
            <a:xfrm>
              <a:off x="4381400" y="1708837"/>
              <a:ext cx="5715" cy="1070610"/>
            </a:xfrm>
            <a:custGeom>
              <a:avLst/>
              <a:gdLst/>
              <a:ahLst/>
              <a:cxnLst/>
              <a:rect l="l" t="t" r="r" b="b"/>
              <a:pathLst>
                <a:path w="5714" h="1070610">
                  <a:moveTo>
                    <a:pt x="5049" y="995917"/>
                  </a:moveTo>
                  <a:lnTo>
                    <a:pt x="5349" y="1070317"/>
                  </a:lnTo>
                </a:path>
                <a:path w="5714" h="1070610">
                  <a:moveTo>
                    <a:pt x="2049" y="252267"/>
                  </a:moveTo>
                  <a:lnTo>
                    <a:pt x="2349" y="326667"/>
                  </a:lnTo>
                </a:path>
                <a:path w="5714" h="1070610">
                  <a:moveTo>
                    <a:pt x="0" y="0"/>
                  </a:moveTo>
                  <a:lnTo>
                    <a:pt x="299" y="74399"/>
                  </a:lnTo>
                </a:path>
              </a:pathLst>
            </a:custGeom>
            <a:ln w="41774">
              <a:solidFill>
                <a:srgbClr val="237A94"/>
              </a:solidFill>
            </a:ln>
          </p:spPr>
          <p:txBody>
            <a:bodyPr wrap="square" lIns="0" tIns="0" rIns="0" bIns="0" rtlCol="0"/>
            <a:lstStyle/>
            <a:p>
              <a:endParaRPr sz="2400"/>
            </a:p>
          </p:txBody>
        </p:sp>
        <p:sp>
          <p:nvSpPr>
            <p:cNvPr id="78" name="object 78"/>
            <p:cNvSpPr/>
            <p:nvPr/>
          </p:nvSpPr>
          <p:spPr>
            <a:xfrm>
              <a:off x="2361507" y="2439250"/>
              <a:ext cx="491490" cy="348615"/>
            </a:xfrm>
            <a:custGeom>
              <a:avLst/>
              <a:gdLst/>
              <a:ahLst/>
              <a:cxnLst/>
              <a:rect l="l" t="t" r="r" b="b"/>
              <a:pathLst>
                <a:path w="491489" h="348614">
                  <a:moveTo>
                    <a:pt x="491099" y="347999"/>
                  </a:moveTo>
                  <a:lnTo>
                    <a:pt x="0" y="347999"/>
                  </a:lnTo>
                  <a:lnTo>
                    <a:pt x="0" y="0"/>
                  </a:lnTo>
                  <a:lnTo>
                    <a:pt x="491099" y="0"/>
                  </a:lnTo>
                  <a:lnTo>
                    <a:pt x="491099" y="347999"/>
                  </a:lnTo>
                  <a:close/>
                </a:path>
              </a:pathLst>
            </a:custGeom>
            <a:solidFill>
              <a:srgbClr val="BBD4F9"/>
            </a:solidFill>
          </p:spPr>
          <p:txBody>
            <a:bodyPr wrap="square" lIns="0" tIns="0" rIns="0" bIns="0" rtlCol="0"/>
            <a:lstStyle/>
            <a:p>
              <a:endParaRPr sz="2400"/>
            </a:p>
          </p:txBody>
        </p:sp>
        <p:sp>
          <p:nvSpPr>
            <p:cNvPr id="79" name="object 79"/>
            <p:cNvSpPr/>
            <p:nvPr/>
          </p:nvSpPr>
          <p:spPr>
            <a:xfrm>
              <a:off x="2361507" y="2439250"/>
              <a:ext cx="491490" cy="348615"/>
            </a:xfrm>
            <a:custGeom>
              <a:avLst/>
              <a:gdLst/>
              <a:ahLst/>
              <a:cxnLst/>
              <a:rect l="l" t="t" r="r" b="b"/>
              <a:pathLst>
                <a:path w="491489" h="348614">
                  <a:moveTo>
                    <a:pt x="0" y="0"/>
                  </a:moveTo>
                  <a:lnTo>
                    <a:pt x="491099" y="0"/>
                  </a:lnTo>
                  <a:lnTo>
                    <a:pt x="491099" y="347999"/>
                  </a:lnTo>
                  <a:lnTo>
                    <a:pt x="0" y="347999"/>
                  </a:lnTo>
                  <a:lnTo>
                    <a:pt x="0" y="0"/>
                  </a:lnTo>
                  <a:close/>
                </a:path>
              </a:pathLst>
            </a:custGeom>
            <a:ln w="28574">
              <a:solidFill>
                <a:srgbClr val="1B73EB"/>
              </a:solidFill>
            </a:ln>
          </p:spPr>
          <p:txBody>
            <a:bodyPr wrap="square" lIns="0" tIns="0" rIns="0" bIns="0" rtlCol="0"/>
            <a:lstStyle/>
            <a:p>
              <a:endParaRPr sz="2400"/>
            </a:p>
          </p:txBody>
        </p:sp>
      </p:grpSp>
      <p:sp>
        <p:nvSpPr>
          <p:cNvPr id="80" name="object 80"/>
          <p:cNvSpPr txBox="1"/>
          <p:nvPr/>
        </p:nvSpPr>
        <p:spPr>
          <a:xfrm>
            <a:off x="3351237" y="3257427"/>
            <a:ext cx="249767" cy="222219"/>
          </a:xfrm>
          <a:prstGeom prst="rect">
            <a:avLst/>
          </a:prstGeom>
        </p:spPr>
        <p:txBody>
          <a:bodyPr vert="horz" wrap="square" lIns="0" tIns="16933" rIns="0" bIns="0" rtlCol="0">
            <a:spAutoFit/>
          </a:bodyPr>
          <a:lstStyle/>
          <a:p>
            <a:pPr marL="16933">
              <a:spcBef>
                <a:spcPts val="133"/>
              </a:spcBef>
            </a:pPr>
            <a:r>
              <a:rPr sz="1333" spc="-33" dirty="0">
                <a:latin typeface="Lucida Sans Unicode"/>
                <a:cs typeface="Lucida Sans Unicode"/>
              </a:rPr>
              <a:t>KV</a:t>
            </a:r>
            <a:endParaRPr sz="1333">
              <a:latin typeface="Lucida Sans Unicode"/>
              <a:cs typeface="Lucida Sans Unicode"/>
            </a:endParaRPr>
          </a:p>
        </p:txBody>
      </p:sp>
      <p:sp>
        <p:nvSpPr>
          <p:cNvPr id="81" name="object 81"/>
          <p:cNvSpPr txBox="1"/>
          <p:nvPr/>
        </p:nvSpPr>
        <p:spPr>
          <a:xfrm>
            <a:off x="3192548" y="3460627"/>
            <a:ext cx="567267" cy="222219"/>
          </a:xfrm>
          <a:prstGeom prst="rect">
            <a:avLst/>
          </a:prstGeom>
        </p:spPr>
        <p:txBody>
          <a:bodyPr vert="horz" wrap="square" lIns="0" tIns="16933" rIns="0" bIns="0" rtlCol="0">
            <a:spAutoFit/>
          </a:bodyPr>
          <a:lstStyle/>
          <a:p>
            <a:pPr marL="16933">
              <a:spcBef>
                <a:spcPts val="133"/>
              </a:spcBef>
            </a:pPr>
            <a:r>
              <a:rPr sz="1333" spc="87" dirty="0">
                <a:latin typeface="Lucida Sans Unicode"/>
                <a:cs typeface="Lucida Sans Unicode"/>
              </a:rPr>
              <a:t>cache</a:t>
            </a:r>
            <a:endParaRPr sz="1333">
              <a:latin typeface="Lucida Sans Unicode"/>
              <a:cs typeface="Lucida Sans Unicode"/>
            </a:endParaRPr>
          </a:p>
        </p:txBody>
      </p:sp>
      <p:grpSp>
        <p:nvGrpSpPr>
          <p:cNvPr id="82" name="object 82"/>
          <p:cNvGrpSpPr/>
          <p:nvPr/>
        </p:nvGrpSpPr>
        <p:grpSpPr>
          <a:xfrm>
            <a:off x="2845538" y="3233283"/>
            <a:ext cx="5026660" cy="502920"/>
            <a:chOff x="2134153" y="2424962"/>
            <a:chExt cx="3769995" cy="377190"/>
          </a:xfrm>
        </p:grpSpPr>
        <p:sp>
          <p:nvSpPr>
            <p:cNvPr id="83" name="object 83"/>
            <p:cNvSpPr/>
            <p:nvPr/>
          </p:nvSpPr>
          <p:spPr>
            <a:xfrm>
              <a:off x="2155108" y="2613249"/>
              <a:ext cx="207010" cy="0"/>
            </a:xfrm>
            <a:custGeom>
              <a:avLst/>
              <a:gdLst/>
              <a:ahLst/>
              <a:cxnLst/>
              <a:rect l="l" t="t" r="r" b="b"/>
              <a:pathLst>
                <a:path w="207010">
                  <a:moveTo>
                    <a:pt x="206399" y="0"/>
                  </a:moveTo>
                  <a:lnTo>
                    <a:pt x="0" y="0"/>
                  </a:lnTo>
                </a:path>
              </a:pathLst>
            </a:custGeom>
            <a:ln w="41774">
              <a:solidFill>
                <a:srgbClr val="237A94"/>
              </a:solidFill>
            </a:ln>
          </p:spPr>
          <p:txBody>
            <a:bodyPr wrap="square" lIns="0" tIns="0" rIns="0" bIns="0" rtlCol="0"/>
            <a:lstStyle/>
            <a:p>
              <a:endParaRPr sz="2400"/>
            </a:p>
          </p:txBody>
        </p:sp>
        <p:sp>
          <p:nvSpPr>
            <p:cNvPr id="84" name="object 84"/>
            <p:cNvSpPr/>
            <p:nvPr/>
          </p:nvSpPr>
          <p:spPr>
            <a:xfrm>
              <a:off x="5398628" y="2439249"/>
              <a:ext cx="491490" cy="348615"/>
            </a:xfrm>
            <a:custGeom>
              <a:avLst/>
              <a:gdLst/>
              <a:ahLst/>
              <a:cxnLst/>
              <a:rect l="l" t="t" r="r" b="b"/>
              <a:pathLst>
                <a:path w="491489" h="348614">
                  <a:moveTo>
                    <a:pt x="491099" y="347999"/>
                  </a:moveTo>
                  <a:lnTo>
                    <a:pt x="0" y="347999"/>
                  </a:lnTo>
                  <a:lnTo>
                    <a:pt x="0" y="0"/>
                  </a:lnTo>
                  <a:lnTo>
                    <a:pt x="491099" y="0"/>
                  </a:lnTo>
                  <a:lnTo>
                    <a:pt x="491099" y="347999"/>
                  </a:lnTo>
                  <a:close/>
                </a:path>
              </a:pathLst>
            </a:custGeom>
            <a:solidFill>
              <a:srgbClr val="BBD4F9"/>
            </a:solidFill>
          </p:spPr>
          <p:txBody>
            <a:bodyPr wrap="square" lIns="0" tIns="0" rIns="0" bIns="0" rtlCol="0"/>
            <a:lstStyle/>
            <a:p>
              <a:endParaRPr sz="2400"/>
            </a:p>
          </p:txBody>
        </p:sp>
        <p:sp>
          <p:nvSpPr>
            <p:cNvPr id="85" name="object 85"/>
            <p:cNvSpPr/>
            <p:nvPr/>
          </p:nvSpPr>
          <p:spPr>
            <a:xfrm>
              <a:off x="5398628" y="2439249"/>
              <a:ext cx="491490" cy="348615"/>
            </a:xfrm>
            <a:custGeom>
              <a:avLst/>
              <a:gdLst/>
              <a:ahLst/>
              <a:cxnLst/>
              <a:rect l="l" t="t" r="r" b="b"/>
              <a:pathLst>
                <a:path w="491489" h="348614">
                  <a:moveTo>
                    <a:pt x="0" y="0"/>
                  </a:moveTo>
                  <a:lnTo>
                    <a:pt x="491099" y="0"/>
                  </a:lnTo>
                  <a:lnTo>
                    <a:pt x="491099" y="347999"/>
                  </a:lnTo>
                  <a:lnTo>
                    <a:pt x="0" y="347999"/>
                  </a:lnTo>
                  <a:lnTo>
                    <a:pt x="0" y="0"/>
                  </a:lnTo>
                  <a:close/>
                </a:path>
              </a:pathLst>
            </a:custGeom>
            <a:ln w="28574">
              <a:solidFill>
                <a:srgbClr val="1B73EB"/>
              </a:solidFill>
            </a:ln>
          </p:spPr>
          <p:txBody>
            <a:bodyPr wrap="square" lIns="0" tIns="0" rIns="0" bIns="0" rtlCol="0"/>
            <a:lstStyle/>
            <a:p>
              <a:endParaRPr sz="2400"/>
            </a:p>
          </p:txBody>
        </p:sp>
      </p:grpSp>
      <p:sp>
        <p:nvSpPr>
          <p:cNvPr id="86" name="object 86"/>
          <p:cNvSpPr txBox="1"/>
          <p:nvPr/>
        </p:nvSpPr>
        <p:spPr>
          <a:xfrm>
            <a:off x="7242043" y="3257427"/>
            <a:ext cx="567267" cy="427339"/>
          </a:xfrm>
          <a:prstGeom prst="rect">
            <a:avLst/>
          </a:prstGeom>
        </p:spPr>
        <p:txBody>
          <a:bodyPr vert="horz" wrap="square" lIns="0" tIns="16933" rIns="0" bIns="0" rtlCol="0">
            <a:spAutoFit/>
          </a:bodyPr>
          <a:lstStyle/>
          <a:p>
            <a:pPr algn="ctr">
              <a:spcBef>
                <a:spcPts val="133"/>
              </a:spcBef>
            </a:pPr>
            <a:r>
              <a:rPr sz="1333" spc="-33" dirty="0">
                <a:latin typeface="Lucida Sans Unicode"/>
                <a:cs typeface="Lucida Sans Unicode"/>
              </a:rPr>
              <a:t>KV</a:t>
            </a:r>
            <a:endParaRPr sz="1333">
              <a:latin typeface="Lucida Sans Unicode"/>
              <a:cs typeface="Lucida Sans Unicode"/>
            </a:endParaRPr>
          </a:p>
          <a:p>
            <a:pPr algn="ctr">
              <a:lnSpc>
                <a:spcPct val="100000"/>
              </a:lnSpc>
            </a:pPr>
            <a:r>
              <a:rPr sz="1333" spc="87" dirty="0">
                <a:latin typeface="Lucida Sans Unicode"/>
                <a:cs typeface="Lucida Sans Unicode"/>
              </a:rPr>
              <a:t>cache</a:t>
            </a:r>
            <a:endParaRPr sz="1333">
              <a:latin typeface="Lucida Sans Unicode"/>
              <a:cs typeface="Lucida Sans Unicode"/>
            </a:endParaRPr>
          </a:p>
        </p:txBody>
      </p:sp>
      <p:grpSp>
        <p:nvGrpSpPr>
          <p:cNvPr id="87" name="object 87"/>
          <p:cNvGrpSpPr/>
          <p:nvPr/>
        </p:nvGrpSpPr>
        <p:grpSpPr>
          <a:xfrm>
            <a:off x="1777435" y="1518647"/>
            <a:ext cx="9357360" cy="3104727"/>
            <a:chOff x="1333076" y="1138985"/>
            <a:chExt cx="7018020" cy="2328545"/>
          </a:xfrm>
        </p:grpSpPr>
        <p:sp>
          <p:nvSpPr>
            <p:cNvPr id="88" name="object 88"/>
            <p:cNvSpPr/>
            <p:nvPr/>
          </p:nvSpPr>
          <p:spPr>
            <a:xfrm>
              <a:off x="5203028" y="2613249"/>
              <a:ext cx="196215" cy="0"/>
            </a:xfrm>
            <a:custGeom>
              <a:avLst/>
              <a:gdLst/>
              <a:ahLst/>
              <a:cxnLst/>
              <a:rect l="l" t="t" r="r" b="b"/>
              <a:pathLst>
                <a:path w="196214">
                  <a:moveTo>
                    <a:pt x="195599" y="0"/>
                  </a:moveTo>
                  <a:lnTo>
                    <a:pt x="0" y="0"/>
                  </a:lnTo>
                </a:path>
              </a:pathLst>
            </a:custGeom>
            <a:ln w="41774">
              <a:solidFill>
                <a:srgbClr val="237A94"/>
              </a:solidFill>
            </a:ln>
          </p:spPr>
          <p:txBody>
            <a:bodyPr wrap="square" lIns="0" tIns="0" rIns="0" bIns="0" rtlCol="0"/>
            <a:lstStyle/>
            <a:p>
              <a:endParaRPr sz="2400"/>
            </a:p>
          </p:txBody>
        </p:sp>
        <p:sp>
          <p:nvSpPr>
            <p:cNvPr id="89" name="object 89"/>
            <p:cNvSpPr/>
            <p:nvPr/>
          </p:nvSpPr>
          <p:spPr>
            <a:xfrm>
              <a:off x="3027667" y="1140383"/>
              <a:ext cx="48260" cy="2326640"/>
            </a:xfrm>
            <a:custGeom>
              <a:avLst/>
              <a:gdLst/>
              <a:ahLst/>
              <a:cxnLst/>
              <a:rect l="l" t="t" r="r" b="b"/>
              <a:pathLst>
                <a:path w="48260" h="2326640">
                  <a:moveTo>
                    <a:pt x="47701" y="0"/>
                  </a:moveTo>
                  <a:lnTo>
                    <a:pt x="0" y="0"/>
                  </a:lnTo>
                  <a:lnTo>
                    <a:pt x="0" y="33299"/>
                  </a:lnTo>
                  <a:lnTo>
                    <a:pt x="47701" y="33299"/>
                  </a:lnTo>
                  <a:lnTo>
                    <a:pt x="47701" y="0"/>
                  </a:lnTo>
                  <a:close/>
                </a:path>
                <a:path w="48260" h="2326640">
                  <a:moveTo>
                    <a:pt x="47777" y="2285593"/>
                  </a:moveTo>
                  <a:lnTo>
                    <a:pt x="7277" y="2285593"/>
                  </a:lnTo>
                  <a:lnTo>
                    <a:pt x="7277" y="2326094"/>
                  </a:lnTo>
                  <a:lnTo>
                    <a:pt x="47777" y="2326094"/>
                  </a:lnTo>
                  <a:lnTo>
                    <a:pt x="47777" y="2285593"/>
                  </a:lnTo>
                  <a:close/>
                </a:path>
              </a:pathLst>
            </a:custGeom>
            <a:solidFill>
              <a:srgbClr val="237A94"/>
            </a:solidFill>
          </p:spPr>
          <p:txBody>
            <a:bodyPr wrap="square" lIns="0" tIns="0" rIns="0" bIns="0" rtlCol="0"/>
            <a:lstStyle/>
            <a:p>
              <a:endParaRPr sz="2400"/>
            </a:p>
          </p:txBody>
        </p:sp>
        <p:sp>
          <p:nvSpPr>
            <p:cNvPr id="90" name="object 90"/>
            <p:cNvSpPr/>
            <p:nvPr/>
          </p:nvSpPr>
          <p:spPr>
            <a:xfrm>
              <a:off x="3051524" y="1173675"/>
              <a:ext cx="1330325" cy="2272665"/>
            </a:xfrm>
            <a:custGeom>
              <a:avLst/>
              <a:gdLst/>
              <a:ahLst/>
              <a:cxnLst/>
              <a:rect l="l" t="t" r="r" b="b"/>
              <a:pathLst>
                <a:path w="1330325" h="2272665">
                  <a:moveTo>
                    <a:pt x="0" y="0"/>
                  </a:moveTo>
                  <a:lnTo>
                    <a:pt x="0" y="1126154"/>
                  </a:lnTo>
                  <a:lnTo>
                    <a:pt x="3599" y="1126154"/>
                  </a:lnTo>
                  <a:lnTo>
                    <a:pt x="3599" y="2252399"/>
                  </a:lnTo>
                </a:path>
                <a:path w="1330325" h="2272665">
                  <a:moveTo>
                    <a:pt x="23924" y="2272549"/>
                  </a:moveTo>
                  <a:lnTo>
                    <a:pt x="1330124" y="2272549"/>
                  </a:lnTo>
                  <a:lnTo>
                    <a:pt x="1330124" y="1975437"/>
                  </a:lnTo>
                </a:path>
              </a:pathLst>
            </a:custGeom>
            <a:ln w="41774">
              <a:solidFill>
                <a:srgbClr val="237A94"/>
              </a:solidFill>
            </a:ln>
          </p:spPr>
          <p:txBody>
            <a:bodyPr wrap="square" lIns="0" tIns="0" rIns="0" bIns="0" rtlCol="0"/>
            <a:lstStyle/>
            <a:p>
              <a:endParaRPr sz="2400"/>
            </a:p>
          </p:txBody>
        </p:sp>
        <p:pic>
          <p:nvPicPr>
            <p:cNvPr id="91" name="object 91"/>
            <p:cNvPicPr/>
            <p:nvPr/>
          </p:nvPicPr>
          <p:blipFill>
            <a:blip r:embed="rId4" cstate="print"/>
            <a:stretch>
              <a:fillRect/>
            </a:stretch>
          </p:blipFill>
          <p:spPr>
            <a:xfrm>
              <a:off x="4314568" y="3001308"/>
              <a:ext cx="134162" cy="168691"/>
            </a:xfrm>
            <a:prstGeom prst="rect">
              <a:avLst/>
            </a:prstGeom>
          </p:spPr>
        </p:pic>
        <p:sp>
          <p:nvSpPr>
            <p:cNvPr id="92" name="object 92"/>
            <p:cNvSpPr/>
            <p:nvPr/>
          </p:nvSpPr>
          <p:spPr>
            <a:xfrm>
              <a:off x="1354031" y="1159940"/>
              <a:ext cx="1701800" cy="2272665"/>
            </a:xfrm>
            <a:custGeom>
              <a:avLst/>
              <a:gdLst/>
              <a:ahLst/>
              <a:cxnLst/>
              <a:rect l="l" t="t" r="r" b="b"/>
              <a:pathLst>
                <a:path w="1701800" h="2272665">
                  <a:moveTo>
                    <a:pt x="0" y="362399"/>
                  </a:moveTo>
                  <a:lnTo>
                    <a:pt x="0" y="0"/>
                  </a:lnTo>
                  <a:lnTo>
                    <a:pt x="1682700" y="0"/>
                  </a:lnTo>
                </a:path>
                <a:path w="1701800" h="2272665">
                  <a:moveTo>
                    <a:pt x="1700879" y="13644"/>
                  </a:moveTo>
                  <a:lnTo>
                    <a:pt x="1700879" y="1142994"/>
                  </a:lnTo>
                  <a:lnTo>
                    <a:pt x="1701479" y="1142994"/>
                  </a:lnTo>
                  <a:lnTo>
                    <a:pt x="1701479" y="2272344"/>
                  </a:lnTo>
                </a:path>
              </a:pathLst>
            </a:custGeom>
            <a:ln w="41774">
              <a:solidFill>
                <a:srgbClr val="237A94"/>
              </a:solidFill>
            </a:ln>
          </p:spPr>
          <p:txBody>
            <a:bodyPr wrap="square" lIns="0" tIns="0" rIns="0" bIns="0" rtlCol="0"/>
            <a:lstStyle/>
            <a:p>
              <a:endParaRPr sz="2400"/>
            </a:p>
          </p:txBody>
        </p:sp>
        <p:sp>
          <p:nvSpPr>
            <p:cNvPr id="93" name="object 93"/>
            <p:cNvSpPr/>
            <p:nvPr/>
          </p:nvSpPr>
          <p:spPr>
            <a:xfrm>
              <a:off x="6290719" y="1430723"/>
              <a:ext cx="2055495" cy="1860550"/>
            </a:xfrm>
            <a:custGeom>
              <a:avLst/>
              <a:gdLst/>
              <a:ahLst/>
              <a:cxnLst/>
              <a:rect l="l" t="t" r="r" b="b"/>
              <a:pathLst>
                <a:path w="2055495" h="1860550">
                  <a:moveTo>
                    <a:pt x="0" y="0"/>
                  </a:moveTo>
                  <a:lnTo>
                    <a:pt x="2055299" y="0"/>
                  </a:lnTo>
                  <a:lnTo>
                    <a:pt x="2055299" y="1860299"/>
                  </a:lnTo>
                  <a:lnTo>
                    <a:pt x="0" y="1860299"/>
                  </a:lnTo>
                  <a:lnTo>
                    <a:pt x="0" y="0"/>
                  </a:lnTo>
                  <a:close/>
                </a:path>
              </a:pathLst>
            </a:custGeom>
            <a:ln w="9524">
              <a:solidFill>
                <a:srgbClr val="237A94"/>
              </a:solidFill>
            </a:ln>
          </p:spPr>
          <p:txBody>
            <a:bodyPr wrap="square" lIns="0" tIns="0" rIns="0" bIns="0" rtlCol="0"/>
            <a:lstStyle/>
            <a:p>
              <a:endParaRPr sz="2400"/>
            </a:p>
          </p:txBody>
        </p:sp>
        <p:sp>
          <p:nvSpPr>
            <p:cNvPr id="94" name="object 94"/>
            <p:cNvSpPr/>
            <p:nvPr/>
          </p:nvSpPr>
          <p:spPr>
            <a:xfrm>
              <a:off x="7434600" y="2192755"/>
              <a:ext cx="0" cy="73025"/>
            </a:xfrm>
            <a:custGeom>
              <a:avLst/>
              <a:gdLst/>
              <a:ahLst/>
              <a:cxnLst/>
              <a:rect l="l" t="t" r="r" b="b"/>
              <a:pathLst>
                <a:path h="73025">
                  <a:moveTo>
                    <a:pt x="0" y="0"/>
                  </a:moveTo>
                  <a:lnTo>
                    <a:pt x="0" y="72514"/>
                  </a:lnTo>
                </a:path>
              </a:pathLst>
            </a:custGeom>
            <a:ln w="42074">
              <a:solidFill>
                <a:srgbClr val="237A94"/>
              </a:solidFill>
            </a:ln>
          </p:spPr>
          <p:txBody>
            <a:bodyPr wrap="square" lIns="0" tIns="0" rIns="0" bIns="0" rtlCol="0"/>
            <a:lstStyle/>
            <a:p>
              <a:endParaRPr sz="2400"/>
            </a:p>
          </p:txBody>
        </p:sp>
        <p:sp>
          <p:nvSpPr>
            <p:cNvPr id="95" name="object 95"/>
            <p:cNvSpPr/>
            <p:nvPr/>
          </p:nvSpPr>
          <p:spPr>
            <a:xfrm>
              <a:off x="6621650" y="2778259"/>
              <a:ext cx="1616075" cy="183515"/>
            </a:xfrm>
            <a:custGeom>
              <a:avLst/>
              <a:gdLst/>
              <a:ahLst/>
              <a:cxnLst/>
              <a:rect l="l" t="t" r="r" b="b"/>
              <a:pathLst>
                <a:path w="1616075" h="183514">
                  <a:moveTo>
                    <a:pt x="1615799" y="182999"/>
                  </a:moveTo>
                  <a:lnTo>
                    <a:pt x="0" y="182999"/>
                  </a:lnTo>
                  <a:lnTo>
                    <a:pt x="0" y="0"/>
                  </a:lnTo>
                  <a:lnTo>
                    <a:pt x="1615799" y="0"/>
                  </a:lnTo>
                  <a:lnTo>
                    <a:pt x="1615799" y="182999"/>
                  </a:lnTo>
                  <a:close/>
                </a:path>
              </a:pathLst>
            </a:custGeom>
            <a:solidFill>
              <a:srgbClr val="DCDBE0"/>
            </a:solidFill>
          </p:spPr>
          <p:txBody>
            <a:bodyPr wrap="square" lIns="0" tIns="0" rIns="0" bIns="0" rtlCol="0"/>
            <a:lstStyle/>
            <a:p>
              <a:endParaRPr sz="2400"/>
            </a:p>
          </p:txBody>
        </p:sp>
        <p:sp>
          <p:nvSpPr>
            <p:cNvPr id="96" name="object 96"/>
            <p:cNvSpPr/>
            <p:nvPr/>
          </p:nvSpPr>
          <p:spPr>
            <a:xfrm>
              <a:off x="6621650" y="2778259"/>
              <a:ext cx="1616075" cy="183515"/>
            </a:xfrm>
            <a:custGeom>
              <a:avLst/>
              <a:gdLst/>
              <a:ahLst/>
              <a:cxnLst/>
              <a:rect l="l" t="t" r="r" b="b"/>
              <a:pathLst>
                <a:path w="1616075" h="183514">
                  <a:moveTo>
                    <a:pt x="0" y="0"/>
                  </a:moveTo>
                  <a:lnTo>
                    <a:pt x="1615799" y="0"/>
                  </a:lnTo>
                  <a:lnTo>
                    <a:pt x="1615799" y="182999"/>
                  </a:lnTo>
                  <a:lnTo>
                    <a:pt x="0" y="182999"/>
                  </a:lnTo>
                  <a:lnTo>
                    <a:pt x="0" y="0"/>
                  </a:lnTo>
                  <a:close/>
                </a:path>
              </a:pathLst>
            </a:custGeom>
            <a:ln w="28574">
              <a:solidFill>
                <a:srgbClr val="666666"/>
              </a:solidFill>
            </a:ln>
          </p:spPr>
          <p:txBody>
            <a:bodyPr wrap="square" lIns="0" tIns="0" rIns="0" bIns="0" rtlCol="0"/>
            <a:lstStyle/>
            <a:p>
              <a:endParaRPr sz="2400"/>
            </a:p>
          </p:txBody>
        </p:sp>
      </p:grpSp>
      <p:sp>
        <p:nvSpPr>
          <p:cNvPr id="97" name="object 97"/>
          <p:cNvSpPr txBox="1"/>
          <p:nvPr/>
        </p:nvSpPr>
        <p:spPr>
          <a:xfrm>
            <a:off x="9414004" y="3701039"/>
            <a:ext cx="984673" cy="222219"/>
          </a:xfrm>
          <a:prstGeom prst="rect">
            <a:avLst/>
          </a:prstGeom>
        </p:spPr>
        <p:txBody>
          <a:bodyPr vert="horz" wrap="square" lIns="0" tIns="16933" rIns="0" bIns="0" rtlCol="0">
            <a:spAutoFit/>
          </a:bodyPr>
          <a:lstStyle/>
          <a:p>
            <a:pPr marL="16933">
              <a:spcBef>
                <a:spcPts val="133"/>
              </a:spcBef>
            </a:pPr>
            <a:r>
              <a:rPr sz="1333" dirty="0">
                <a:latin typeface="Lucida Sans Unicode"/>
                <a:cs typeface="Lucida Sans Unicode"/>
              </a:rPr>
              <a:t>Layer </a:t>
            </a:r>
            <a:r>
              <a:rPr sz="1333" spc="-27" dirty="0">
                <a:latin typeface="Lucida Sans Unicode"/>
                <a:cs typeface="Lucida Sans Unicode"/>
              </a:rPr>
              <a:t>norm</a:t>
            </a:r>
            <a:endParaRPr sz="1333">
              <a:latin typeface="Lucida Sans Unicode"/>
              <a:cs typeface="Lucida Sans Unicode"/>
            </a:endParaRPr>
          </a:p>
        </p:txBody>
      </p:sp>
      <p:grpSp>
        <p:nvGrpSpPr>
          <p:cNvPr id="98" name="object 98"/>
          <p:cNvGrpSpPr/>
          <p:nvPr/>
        </p:nvGrpSpPr>
        <p:grpSpPr>
          <a:xfrm>
            <a:off x="8812549" y="3343281"/>
            <a:ext cx="2192867" cy="282787"/>
            <a:chOff x="6609412" y="2507461"/>
            <a:chExt cx="1644650" cy="212090"/>
          </a:xfrm>
        </p:grpSpPr>
        <p:sp>
          <p:nvSpPr>
            <p:cNvPr id="99" name="object 99"/>
            <p:cNvSpPr/>
            <p:nvPr/>
          </p:nvSpPr>
          <p:spPr>
            <a:xfrm>
              <a:off x="6623700" y="2521748"/>
              <a:ext cx="1616075" cy="183515"/>
            </a:xfrm>
            <a:custGeom>
              <a:avLst/>
              <a:gdLst/>
              <a:ahLst/>
              <a:cxnLst/>
              <a:rect l="l" t="t" r="r" b="b"/>
              <a:pathLst>
                <a:path w="1616075" h="183514">
                  <a:moveTo>
                    <a:pt x="1615799" y="182999"/>
                  </a:moveTo>
                  <a:lnTo>
                    <a:pt x="0" y="182999"/>
                  </a:lnTo>
                  <a:lnTo>
                    <a:pt x="0" y="0"/>
                  </a:lnTo>
                  <a:lnTo>
                    <a:pt x="1615799" y="0"/>
                  </a:lnTo>
                  <a:lnTo>
                    <a:pt x="1615799" y="182999"/>
                  </a:lnTo>
                  <a:close/>
                </a:path>
              </a:pathLst>
            </a:custGeom>
            <a:solidFill>
              <a:srgbClr val="FFF6F6"/>
            </a:solidFill>
          </p:spPr>
          <p:txBody>
            <a:bodyPr wrap="square" lIns="0" tIns="0" rIns="0" bIns="0" rtlCol="0"/>
            <a:lstStyle/>
            <a:p>
              <a:endParaRPr sz="2400"/>
            </a:p>
          </p:txBody>
        </p:sp>
        <p:sp>
          <p:nvSpPr>
            <p:cNvPr id="100" name="object 100"/>
            <p:cNvSpPr/>
            <p:nvPr/>
          </p:nvSpPr>
          <p:spPr>
            <a:xfrm>
              <a:off x="6623700" y="2521748"/>
              <a:ext cx="1616075" cy="183515"/>
            </a:xfrm>
            <a:custGeom>
              <a:avLst/>
              <a:gdLst/>
              <a:ahLst/>
              <a:cxnLst/>
              <a:rect l="l" t="t" r="r" b="b"/>
              <a:pathLst>
                <a:path w="1616075" h="183514">
                  <a:moveTo>
                    <a:pt x="0" y="0"/>
                  </a:moveTo>
                  <a:lnTo>
                    <a:pt x="1615799" y="0"/>
                  </a:lnTo>
                  <a:lnTo>
                    <a:pt x="1615799" y="182999"/>
                  </a:lnTo>
                  <a:lnTo>
                    <a:pt x="0" y="182999"/>
                  </a:lnTo>
                  <a:lnTo>
                    <a:pt x="0" y="0"/>
                  </a:lnTo>
                  <a:close/>
                </a:path>
              </a:pathLst>
            </a:custGeom>
            <a:ln w="28574">
              <a:solidFill>
                <a:srgbClr val="F65B66"/>
              </a:solidFill>
            </a:ln>
          </p:spPr>
          <p:txBody>
            <a:bodyPr wrap="square" lIns="0" tIns="0" rIns="0" bIns="0" rtlCol="0"/>
            <a:lstStyle/>
            <a:p>
              <a:endParaRPr sz="2400"/>
            </a:p>
          </p:txBody>
        </p:sp>
      </p:grpSp>
      <p:sp>
        <p:nvSpPr>
          <p:cNvPr id="101" name="object 101"/>
          <p:cNvSpPr txBox="1"/>
          <p:nvPr/>
        </p:nvSpPr>
        <p:spPr>
          <a:xfrm>
            <a:off x="9506617" y="3359025"/>
            <a:ext cx="805180" cy="222219"/>
          </a:xfrm>
          <a:prstGeom prst="rect">
            <a:avLst/>
          </a:prstGeom>
        </p:spPr>
        <p:txBody>
          <a:bodyPr vert="horz" wrap="square" lIns="0" tIns="16933" rIns="0" bIns="0" rtlCol="0">
            <a:spAutoFit/>
          </a:bodyPr>
          <a:lstStyle/>
          <a:p>
            <a:pPr marL="16933">
              <a:spcBef>
                <a:spcPts val="133"/>
              </a:spcBef>
            </a:pPr>
            <a:r>
              <a:rPr sz="1333" spc="-13" dirty="0">
                <a:latin typeface="Lucida Sans Unicode"/>
                <a:cs typeface="Lucida Sans Unicode"/>
              </a:rPr>
              <a:t>Attention</a:t>
            </a:r>
            <a:endParaRPr sz="1333">
              <a:latin typeface="Lucida Sans Unicode"/>
              <a:cs typeface="Lucida Sans Unicode"/>
            </a:endParaRPr>
          </a:p>
        </p:txBody>
      </p:sp>
      <p:grpSp>
        <p:nvGrpSpPr>
          <p:cNvPr id="102" name="object 102"/>
          <p:cNvGrpSpPr/>
          <p:nvPr/>
        </p:nvGrpSpPr>
        <p:grpSpPr>
          <a:xfrm>
            <a:off x="8809817" y="2351768"/>
            <a:ext cx="2192867" cy="282787"/>
            <a:chOff x="6607363" y="1763826"/>
            <a:chExt cx="1644650" cy="212090"/>
          </a:xfrm>
        </p:grpSpPr>
        <p:sp>
          <p:nvSpPr>
            <p:cNvPr id="103" name="object 103"/>
            <p:cNvSpPr/>
            <p:nvPr/>
          </p:nvSpPr>
          <p:spPr>
            <a:xfrm>
              <a:off x="6621650" y="1778113"/>
              <a:ext cx="1616075" cy="183515"/>
            </a:xfrm>
            <a:custGeom>
              <a:avLst/>
              <a:gdLst/>
              <a:ahLst/>
              <a:cxnLst/>
              <a:rect l="l" t="t" r="r" b="b"/>
              <a:pathLst>
                <a:path w="1616075" h="183514">
                  <a:moveTo>
                    <a:pt x="1615799" y="182999"/>
                  </a:moveTo>
                  <a:lnTo>
                    <a:pt x="0" y="182999"/>
                  </a:lnTo>
                  <a:lnTo>
                    <a:pt x="0" y="0"/>
                  </a:lnTo>
                  <a:lnTo>
                    <a:pt x="1615799" y="0"/>
                  </a:lnTo>
                  <a:lnTo>
                    <a:pt x="1615799" y="182999"/>
                  </a:lnTo>
                  <a:close/>
                </a:path>
              </a:pathLst>
            </a:custGeom>
            <a:solidFill>
              <a:srgbClr val="E3C1E1"/>
            </a:solidFill>
          </p:spPr>
          <p:txBody>
            <a:bodyPr wrap="square" lIns="0" tIns="0" rIns="0" bIns="0" rtlCol="0"/>
            <a:lstStyle/>
            <a:p>
              <a:endParaRPr sz="2400"/>
            </a:p>
          </p:txBody>
        </p:sp>
        <p:sp>
          <p:nvSpPr>
            <p:cNvPr id="104" name="object 104"/>
            <p:cNvSpPr/>
            <p:nvPr/>
          </p:nvSpPr>
          <p:spPr>
            <a:xfrm>
              <a:off x="6621650" y="1778113"/>
              <a:ext cx="1616075" cy="183515"/>
            </a:xfrm>
            <a:custGeom>
              <a:avLst/>
              <a:gdLst/>
              <a:ahLst/>
              <a:cxnLst/>
              <a:rect l="l" t="t" r="r" b="b"/>
              <a:pathLst>
                <a:path w="1616075" h="183514">
                  <a:moveTo>
                    <a:pt x="0" y="0"/>
                  </a:moveTo>
                  <a:lnTo>
                    <a:pt x="1615799" y="0"/>
                  </a:lnTo>
                  <a:lnTo>
                    <a:pt x="1615799" y="182999"/>
                  </a:lnTo>
                  <a:lnTo>
                    <a:pt x="0" y="182999"/>
                  </a:lnTo>
                  <a:lnTo>
                    <a:pt x="0" y="0"/>
                  </a:lnTo>
                  <a:close/>
                </a:path>
              </a:pathLst>
            </a:custGeom>
            <a:ln w="28574">
              <a:solidFill>
                <a:srgbClr val="A12F9D"/>
              </a:solidFill>
            </a:ln>
          </p:spPr>
          <p:txBody>
            <a:bodyPr wrap="square" lIns="0" tIns="0" rIns="0" bIns="0" rtlCol="0"/>
            <a:lstStyle/>
            <a:p>
              <a:endParaRPr sz="2400"/>
            </a:p>
          </p:txBody>
        </p:sp>
      </p:grpSp>
      <p:sp>
        <p:nvSpPr>
          <p:cNvPr id="105" name="object 105"/>
          <p:cNvSpPr txBox="1"/>
          <p:nvPr/>
        </p:nvSpPr>
        <p:spPr>
          <a:xfrm>
            <a:off x="9332756" y="2367511"/>
            <a:ext cx="1147233" cy="222219"/>
          </a:xfrm>
          <a:prstGeom prst="rect">
            <a:avLst/>
          </a:prstGeom>
        </p:spPr>
        <p:txBody>
          <a:bodyPr vert="horz" wrap="square" lIns="0" tIns="16933" rIns="0" bIns="0" rtlCol="0">
            <a:spAutoFit/>
          </a:bodyPr>
          <a:lstStyle/>
          <a:p>
            <a:pPr marL="16933">
              <a:spcBef>
                <a:spcPts val="133"/>
              </a:spcBef>
            </a:pPr>
            <a:r>
              <a:rPr sz="1333" dirty="0">
                <a:latin typeface="Lucida Sans Unicode"/>
                <a:cs typeface="Lucida Sans Unicode"/>
              </a:rPr>
              <a:t>Feed</a:t>
            </a:r>
            <a:r>
              <a:rPr sz="1333" spc="80" dirty="0">
                <a:latin typeface="Lucida Sans Unicode"/>
                <a:cs typeface="Lucida Sans Unicode"/>
              </a:rPr>
              <a:t> </a:t>
            </a:r>
            <a:r>
              <a:rPr sz="1333" spc="-13" dirty="0">
                <a:latin typeface="Lucida Sans Unicode"/>
                <a:cs typeface="Lucida Sans Unicode"/>
              </a:rPr>
              <a:t>forward</a:t>
            </a:r>
            <a:endParaRPr sz="1333">
              <a:latin typeface="Lucida Sans Unicode"/>
              <a:cs typeface="Lucida Sans Unicode"/>
            </a:endParaRPr>
          </a:p>
        </p:txBody>
      </p:sp>
      <p:grpSp>
        <p:nvGrpSpPr>
          <p:cNvPr id="106" name="object 106"/>
          <p:cNvGrpSpPr/>
          <p:nvPr/>
        </p:nvGrpSpPr>
        <p:grpSpPr>
          <a:xfrm>
            <a:off x="8816551" y="3001309"/>
            <a:ext cx="2192867" cy="282787"/>
            <a:chOff x="6612413" y="2250982"/>
            <a:chExt cx="1644650" cy="212090"/>
          </a:xfrm>
        </p:grpSpPr>
        <p:sp>
          <p:nvSpPr>
            <p:cNvPr id="107" name="object 107"/>
            <p:cNvSpPr/>
            <p:nvPr/>
          </p:nvSpPr>
          <p:spPr>
            <a:xfrm>
              <a:off x="6626700" y="2265270"/>
              <a:ext cx="1616075" cy="183515"/>
            </a:xfrm>
            <a:custGeom>
              <a:avLst/>
              <a:gdLst/>
              <a:ahLst/>
              <a:cxnLst/>
              <a:rect l="l" t="t" r="r" b="b"/>
              <a:pathLst>
                <a:path w="1616075" h="183514">
                  <a:moveTo>
                    <a:pt x="1615799" y="182999"/>
                  </a:moveTo>
                  <a:lnTo>
                    <a:pt x="0" y="182999"/>
                  </a:lnTo>
                  <a:lnTo>
                    <a:pt x="0" y="0"/>
                  </a:lnTo>
                  <a:lnTo>
                    <a:pt x="1615799" y="0"/>
                  </a:lnTo>
                  <a:lnTo>
                    <a:pt x="1615799" y="182999"/>
                  </a:lnTo>
                  <a:close/>
                </a:path>
              </a:pathLst>
            </a:custGeom>
            <a:solidFill>
              <a:srgbClr val="DCDBE0"/>
            </a:solidFill>
          </p:spPr>
          <p:txBody>
            <a:bodyPr wrap="square" lIns="0" tIns="0" rIns="0" bIns="0" rtlCol="0"/>
            <a:lstStyle/>
            <a:p>
              <a:endParaRPr sz="2400"/>
            </a:p>
          </p:txBody>
        </p:sp>
        <p:sp>
          <p:nvSpPr>
            <p:cNvPr id="108" name="object 108"/>
            <p:cNvSpPr/>
            <p:nvPr/>
          </p:nvSpPr>
          <p:spPr>
            <a:xfrm>
              <a:off x="6626700" y="2265270"/>
              <a:ext cx="1616075" cy="183515"/>
            </a:xfrm>
            <a:custGeom>
              <a:avLst/>
              <a:gdLst/>
              <a:ahLst/>
              <a:cxnLst/>
              <a:rect l="l" t="t" r="r" b="b"/>
              <a:pathLst>
                <a:path w="1616075" h="183514">
                  <a:moveTo>
                    <a:pt x="0" y="0"/>
                  </a:moveTo>
                  <a:lnTo>
                    <a:pt x="1615799" y="0"/>
                  </a:lnTo>
                  <a:lnTo>
                    <a:pt x="1615799" y="182999"/>
                  </a:lnTo>
                  <a:lnTo>
                    <a:pt x="0" y="182999"/>
                  </a:lnTo>
                  <a:lnTo>
                    <a:pt x="0" y="0"/>
                  </a:lnTo>
                  <a:close/>
                </a:path>
              </a:pathLst>
            </a:custGeom>
            <a:ln w="28574">
              <a:solidFill>
                <a:srgbClr val="666666"/>
              </a:solidFill>
            </a:ln>
          </p:spPr>
          <p:txBody>
            <a:bodyPr wrap="square" lIns="0" tIns="0" rIns="0" bIns="0" rtlCol="0"/>
            <a:lstStyle/>
            <a:p>
              <a:endParaRPr sz="2400"/>
            </a:p>
          </p:txBody>
        </p:sp>
      </p:grpSp>
      <p:sp>
        <p:nvSpPr>
          <p:cNvPr id="109" name="object 109"/>
          <p:cNvSpPr txBox="1"/>
          <p:nvPr/>
        </p:nvSpPr>
        <p:spPr>
          <a:xfrm>
            <a:off x="9724400" y="3017054"/>
            <a:ext cx="377613" cy="222219"/>
          </a:xfrm>
          <a:prstGeom prst="rect">
            <a:avLst/>
          </a:prstGeom>
        </p:spPr>
        <p:txBody>
          <a:bodyPr vert="horz" wrap="square" lIns="0" tIns="16933" rIns="0" bIns="0" rtlCol="0">
            <a:spAutoFit/>
          </a:bodyPr>
          <a:lstStyle/>
          <a:p>
            <a:pPr marL="16933">
              <a:spcBef>
                <a:spcPts val="133"/>
              </a:spcBef>
            </a:pPr>
            <a:r>
              <a:rPr sz="1333" spc="-33" dirty="0">
                <a:latin typeface="Lucida Sans Unicode"/>
                <a:cs typeface="Lucida Sans Unicode"/>
              </a:rPr>
              <a:t>Add</a:t>
            </a:r>
            <a:endParaRPr sz="1333">
              <a:latin typeface="Lucida Sans Unicode"/>
              <a:cs typeface="Lucida Sans Unicode"/>
            </a:endParaRPr>
          </a:p>
        </p:txBody>
      </p:sp>
      <p:grpSp>
        <p:nvGrpSpPr>
          <p:cNvPr id="110" name="object 110"/>
          <p:cNvGrpSpPr/>
          <p:nvPr/>
        </p:nvGrpSpPr>
        <p:grpSpPr>
          <a:xfrm>
            <a:off x="8809817" y="2688625"/>
            <a:ext cx="2192867" cy="254847"/>
            <a:chOff x="6607363" y="2016468"/>
            <a:chExt cx="1644650" cy="191135"/>
          </a:xfrm>
        </p:grpSpPr>
        <p:sp>
          <p:nvSpPr>
            <p:cNvPr id="111" name="object 111"/>
            <p:cNvSpPr/>
            <p:nvPr/>
          </p:nvSpPr>
          <p:spPr>
            <a:xfrm>
              <a:off x="6621650" y="2030755"/>
              <a:ext cx="1616075" cy="162560"/>
            </a:xfrm>
            <a:custGeom>
              <a:avLst/>
              <a:gdLst/>
              <a:ahLst/>
              <a:cxnLst/>
              <a:rect l="l" t="t" r="r" b="b"/>
              <a:pathLst>
                <a:path w="1616075" h="162560">
                  <a:moveTo>
                    <a:pt x="1615799" y="161999"/>
                  </a:moveTo>
                  <a:lnTo>
                    <a:pt x="0" y="161999"/>
                  </a:lnTo>
                  <a:lnTo>
                    <a:pt x="0" y="0"/>
                  </a:lnTo>
                  <a:lnTo>
                    <a:pt x="1615799" y="0"/>
                  </a:lnTo>
                  <a:lnTo>
                    <a:pt x="1615799" y="161999"/>
                  </a:lnTo>
                  <a:close/>
                </a:path>
              </a:pathLst>
            </a:custGeom>
            <a:solidFill>
              <a:srgbClr val="DCDBE0"/>
            </a:solidFill>
          </p:spPr>
          <p:txBody>
            <a:bodyPr wrap="square" lIns="0" tIns="0" rIns="0" bIns="0" rtlCol="0"/>
            <a:lstStyle/>
            <a:p>
              <a:endParaRPr sz="2400"/>
            </a:p>
          </p:txBody>
        </p:sp>
        <p:sp>
          <p:nvSpPr>
            <p:cNvPr id="112" name="object 112"/>
            <p:cNvSpPr/>
            <p:nvPr/>
          </p:nvSpPr>
          <p:spPr>
            <a:xfrm>
              <a:off x="6621650" y="2030755"/>
              <a:ext cx="1616075" cy="162560"/>
            </a:xfrm>
            <a:custGeom>
              <a:avLst/>
              <a:gdLst/>
              <a:ahLst/>
              <a:cxnLst/>
              <a:rect l="l" t="t" r="r" b="b"/>
              <a:pathLst>
                <a:path w="1616075" h="162560">
                  <a:moveTo>
                    <a:pt x="0" y="0"/>
                  </a:moveTo>
                  <a:lnTo>
                    <a:pt x="1615799" y="0"/>
                  </a:lnTo>
                  <a:lnTo>
                    <a:pt x="1615799" y="161999"/>
                  </a:lnTo>
                  <a:lnTo>
                    <a:pt x="0" y="161999"/>
                  </a:lnTo>
                  <a:lnTo>
                    <a:pt x="0" y="0"/>
                  </a:lnTo>
                  <a:close/>
                </a:path>
              </a:pathLst>
            </a:custGeom>
            <a:ln w="28574">
              <a:solidFill>
                <a:srgbClr val="666666"/>
              </a:solidFill>
            </a:ln>
          </p:spPr>
          <p:txBody>
            <a:bodyPr wrap="square" lIns="0" tIns="0" rIns="0" bIns="0" rtlCol="0"/>
            <a:lstStyle/>
            <a:p>
              <a:endParaRPr sz="2400"/>
            </a:p>
          </p:txBody>
        </p:sp>
      </p:grpSp>
      <p:sp>
        <p:nvSpPr>
          <p:cNvPr id="113" name="object 113"/>
          <p:cNvSpPr txBox="1"/>
          <p:nvPr/>
        </p:nvSpPr>
        <p:spPr>
          <a:xfrm>
            <a:off x="9414004" y="2690367"/>
            <a:ext cx="984673" cy="222219"/>
          </a:xfrm>
          <a:prstGeom prst="rect">
            <a:avLst/>
          </a:prstGeom>
        </p:spPr>
        <p:txBody>
          <a:bodyPr vert="horz" wrap="square" lIns="0" tIns="16933" rIns="0" bIns="0" rtlCol="0">
            <a:spAutoFit/>
          </a:bodyPr>
          <a:lstStyle/>
          <a:p>
            <a:pPr marL="16933">
              <a:spcBef>
                <a:spcPts val="133"/>
              </a:spcBef>
            </a:pPr>
            <a:r>
              <a:rPr sz="1333" dirty="0">
                <a:latin typeface="Lucida Sans Unicode"/>
                <a:cs typeface="Lucida Sans Unicode"/>
              </a:rPr>
              <a:t>Layer </a:t>
            </a:r>
            <a:r>
              <a:rPr sz="1333" spc="-27" dirty="0">
                <a:latin typeface="Lucida Sans Unicode"/>
                <a:cs typeface="Lucida Sans Unicode"/>
              </a:rPr>
              <a:t>norm</a:t>
            </a:r>
            <a:endParaRPr sz="1333">
              <a:latin typeface="Lucida Sans Unicode"/>
              <a:cs typeface="Lucida Sans Unicode"/>
            </a:endParaRPr>
          </a:p>
        </p:txBody>
      </p:sp>
      <p:grpSp>
        <p:nvGrpSpPr>
          <p:cNvPr id="114" name="object 114"/>
          <p:cNvGrpSpPr/>
          <p:nvPr/>
        </p:nvGrpSpPr>
        <p:grpSpPr>
          <a:xfrm>
            <a:off x="8809817" y="2010720"/>
            <a:ext cx="2192867" cy="282787"/>
            <a:chOff x="6607363" y="1508040"/>
            <a:chExt cx="1644650" cy="212090"/>
          </a:xfrm>
        </p:grpSpPr>
        <p:sp>
          <p:nvSpPr>
            <p:cNvPr id="115" name="object 115"/>
            <p:cNvSpPr/>
            <p:nvPr/>
          </p:nvSpPr>
          <p:spPr>
            <a:xfrm>
              <a:off x="6621650" y="1522327"/>
              <a:ext cx="1616075" cy="183515"/>
            </a:xfrm>
            <a:custGeom>
              <a:avLst/>
              <a:gdLst/>
              <a:ahLst/>
              <a:cxnLst/>
              <a:rect l="l" t="t" r="r" b="b"/>
              <a:pathLst>
                <a:path w="1616075" h="183514">
                  <a:moveTo>
                    <a:pt x="1615799" y="182999"/>
                  </a:moveTo>
                  <a:lnTo>
                    <a:pt x="0" y="182999"/>
                  </a:lnTo>
                  <a:lnTo>
                    <a:pt x="0" y="0"/>
                  </a:lnTo>
                  <a:lnTo>
                    <a:pt x="1615799" y="0"/>
                  </a:lnTo>
                  <a:lnTo>
                    <a:pt x="1615799" y="182999"/>
                  </a:lnTo>
                  <a:close/>
                </a:path>
              </a:pathLst>
            </a:custGeom>
            <a:solidFill>
              <a:srgbClr val="DCDBE0"/>
            </a:solidFill>
          </p:spPr>
          <p:txBody>
            <a:bodyPr wrap="square" lIns="0" tIns="0" rIns="0" bIns="0" rtlCol="0"/>
            <a:lstStyle/>
            <a:p>
              <a:endParaRPr sz="2400"/>
            </a:p>
          </p:txBody>
        </p:sp>
        <p:sp>
          <p:nvSpPr>
            <p:cNvPr id="116" name="object 116"/>
            <p:cNvSpPr/>
            <p:nvPr/>
          </p:nvSpPr>
          <p:spPr>
            <a:xfrm>
              <a:off x="6621650" y="1522327"/>
              <a:ext cx="1616075" cy="183515"/>
            </a:xfrm>
            <a:custGeom>
              <a:avLst/>
              <a:gdLst/>
              <a:ahLst/>
              <a:cxnLst/>
              <a:rect l="l" t="t" r="r" b="b"/>
              <a:pathLst>
                <a:path w="1616075" h="183514">
                  <a:moveTo>
                    <a:pt x="0" y="0"/>
                  </a:moveTo>
                  <a:lnTo>
                    <a:pt x="1615799" y="0"/>
                  </a:lnTo>
                  <a:lnTo>
                    <a:pt x="1615799" y="182999"/>
                  </a:lnTo>
                  <a:lnTo>
                    <a:pt x="0" y="182999"/>
                  </a:lnTo>
                  <a:lnTo>
                    <a:pt x="0" y="0"/>
                  </a:lnTo>
                  <a:close/>
                </a:path>
              </a:pathLst>
            </a:custGeom>
            <a:ln w="28574">
              <a:solidFill>
                <a:srgbClr val="666666"/>
              </a:solidFill>
            </a:ln>
          </p:spPr>
          <p:txBody>
            <a:bodyPr wrap="square" lIns="0" tIns="0" rIns="0" bIns="0" rtlCol="0"/>
            <a:lstStyle/>
            <a:p>
              <a:endParaRPr sz="2400"/>
            </a:p>
          </p:txBody>
        </p:sp>
      </p:grpSp>
      <p:sp>
        <p:nvSpPr>
          <p:cNvPr id="117" name="object 117"/>
          <p:cNvSpPr txBox="1"/>
          <p:nvPr/>
        </p:nvSpPr>
        <p:spPr>
          <a:xfrm>
            <a:off x="9717667" y="2026463"/>
            <a:ext cx="377613" cy="222219"/>
          </a:xfrm>
          <a:prstGeom prst="rect">
            <a:avLst/>
          </a:prstGeom>
        </p:spPr>
        <p:txBody>
          <a:bodyPr vert="horz" wrap="square" lIns="0" tIns="16933" rIns="0" bIns="0" rtlCol="0">
            <a:spAutoFit/>
          </a:bodyPr>
          <a:lstStyle/>
          <a:p>
            <a:pPr marL="16933">
              <a:spcBef>
                <a:spcPts val="133"/>
              </a:spcBef>
            </a:pPr>
            <a:r>
              <a:rPr sz="1333" spc="-33" dirty="0">
                <a:latin typeface="Lucida Sans Unicode"/>
                <a:cs typeface="Lucida Sans Unicode"/>
              </a:rPr>
              <a:t>Add</a:t>
            </a:r>
            <a:endParaRPr sz="1333">
              <a:latin typeface="Lucida Sans Unicode"/>
              <a:cs typeface="Lucida Sans Unicode"/>
            </a:endParaRPr>
          </a:p>
        </p:txBody>
      </p:sp>
      <p:grpSp>
        <p:nvGrpSpPr>
          <p:cNvPr id="118" name="object 118"/>
          <p:cNvGrpSpPr/>
          <p:nvPr/>
        </p:nvGrpSpPr>
        <p:grpSpPr>
          <a:xfrm>
            <a:off x="8505015" y="2124616"/>
            <a:ext cx="3431540" cy="2218267"/>
            <a:chOff x="6378761" y="1593462"/>
            <a:chExt cx="2573655" cy="1663700"/>
          </a:xfrm>
        </p:grpSpPr>
        <p:sp>
          <p:nvSpPr>
            <p:cNvPr id="119" name="object 119"/>
            <p:cNvSpPr/>
            <p:nvPr/>
          </p:nvSpPr>
          <p:spPr>
            <a:xfrm>
              <a:off x="6388576" y="2356784"/>
              <a:ext cx="1046480" cy="891540"/>
            </a:xfrm>
            <a:custGeom>
              <a:avLst/>
              <a:gdLst/>
              <a:ahLst/>
              <a:cxnLst/>
              <a:rect l="l" t="t" r="r" b="b"/>
              <a:pathLst>
                <a:path w="1046479" h="891539">
                  <a:moveTo>
                    <a:pt x="1046174" y="890999"/>
                  </a:moveTo>
                  <a:lnTo>
                    <a:pt x="0" y="890999"/>
                  </a:lnTo>
                  <a:lnTo>
                    <a:pt x="0" y="0"/>
                  </a:lnTo>
                  <a:lnTo>
                    <a:pt x="180824" y="0"/>
                  </a:lnTo>
                </a:path>
              </a:pathLst>
            </a:custGeom>
            <a:ln w="9524">
              <a:solidFill>
                <a:srgbClr val="237A94"/>
              </a:solidFill>
            </a:ln>
          </p:spPr>
          <p:txBody>
            <a:bodyPr wrap="square" lIns="0" tIns="0" rIns="0" bIns="0" rtlCol="0"/>
            <a:lstStyle/>
            <a:p>
              <a:endParaRPr sz="2400"/>
            </a:p>
          </p:txBody>
        </p:sp>
        <p:sp>
          <p:nvSpPr>
            <p:cNvPr id="120" name="object 120"/>
            <p:cNvSpPr/>
            <p:nvPr/>
          </p:nvSpPr>
          <p:spPr>
            <a:xfrm>
              <a:off x="6569400" y="2341052"/>
              <a:ext cx="43815" cy="31750"/>
            </a:xfrm>
            <a:custGeom>
              <a:avLst/>
              <a:gdLst/>
              <a:ahLst/>
              <a:cxnLst/>
              <a:rect l="l" t="t" r="r" b="b"/>
              <a:pathLst>
                <a:path w="43815" h="31750">
                  <a:moveTo>
                    <a:pt x="0" y="31465"/>
                  </a:moveTo>
                  <a:lnTo>
                    <a:pt x="0" y="0"/>
                  </a:lnTo>
                  <a:lnTo>
                    <a:pt x="43224" y="15732"/>
                  </a:lnTo>
                  <a:lnTo>
                    <a:pt x="0" y="31465"/>
                  </a:lnTo>
                  <a:close/>
                </a:path>
              </a:pathLst>
            </a:custGeom>
            <a:solidFill>
              <a:srgbClr val="237A94"/>
            </a:solidFill>
          </p:spPr>
          <p:txBody>
            <a:bodyPr wrap="square" lIns="0" tIns="0" rIns="0" bIns="0" rtlCol="0"/>
            <a:lstStyle/>
            <a:p>
              <a:endParaRPr sz="2400"/>
            </a:p>
          </p:txBody>
        </p:sp>
        <p:sp>
          <p:nvSpPr>
            <p:cNvPr id="121" name="object 121"/>
            <p:cNvSpPr/>
            <p:nvPr/>
          </p:nvSpPr>
          <p:spPr>
            <a:xfrm>
              <a:off x="6569400" y="2341052"/>
              <a:ext cx="43815" cy="31750"/>
            </a:xfrm>
            <a:custGeom>
              <a:avLst/>
              <a:gdLst/>
              <a:ahLst/>
              <a:cxnLst/>
              <a:rect l="l" t="t" r="r" b="b"/>
              <a:pathLst>
                <a:path w="43815" h="31750">
                  <a:moveTo>
                    <a:pt x="0" y="31465"/>
                  </a:moveTo>
                  <a:lnTo>
                    <a:pt x="43224" y="15732"/>
                  </a:lnTo>
                  <a:lnTo>
                    <a:pt x="0" y="0"/>
                  </a:lnTo>
                  <a:lnTo>
                    <a:pt x="0" y="31465"/>
                  </a:lnTo>
                  <a:close/>
                </a:path>
              </a:pathLst>
            </a:custGeom>
            <a:ln w="9524">
              <a:solidFill>
                <a:srgbClr val="237A94"/>
              </a:solidFill>
            </a:ln>
          </p:spPr>
          <p:txBody>
            <a:bodyPr wrap="square" lIns="0" tIns="0" rIns="0" bIns="0" rtlCol="0"/>
            <a:lstStyle/>
            <a:p>
              <a:endParaRPr sz="2400"/>
            </a:p>
          </p:txBody>
        </p:sp>
        <p:sp>
          <p:nvSpPr>
            <p:cNvPr id="122" name="object 122"/>
            <p:cNvSpPr/>
            <p:nvPr/>
          </p:nvSpPr>
          <p:spPr>
            <a:xfrm>
              <a:off x="7434450" y="2443480"/>
              <a:ext cx="635" cy="74930"/>
            </a:xfrm>
            <a:custGeom>
              <a:avLst/>
              <a:gdLst/>
              <a:ahLst/>
              <a:cxnLst/>
              <a:rect l="l" t="t" r="r" b="b"/>
              <a:pathLst>
                <a:path w="634" h="74930">
                  <a:moveTo>
                    <a:pt x="0" y="0"/>
                  </a:moveTo>
                  <a:lnTo>
                    <a:pt x="299" y="74399"/>
                  </a:lnTo>
                </a:path>
              </a:pathLst>
            </a:custGeom>
            <a:ln w="41774">
              <a:solidFill>
                <a:srgbClr val="237A94"/>
              </a:solidFill>
            </a:ln>
          </p:spPr>
          <p:txBody>
            <a:bodyPr wrap="square" lIns="0" tIns="0" rIns="0" bIns="0" rtlCol="0"/>
            <a:lstStyle/>
            <a:p>
              <a:endParaRPr sz="2400"/>
            </a:p>
          </p:txBody>
        </p:sp>
        <p:sp>
          <p:nvSpPr>
            <p:cNvPr id="123" name="object 123"/>
            <p:cNvSpPr/>
            <p:nvPr/>
          </p:nvSpPr>
          <p:spPr>
            <a:xfrm>
              <a:off x="7434750" y="3243284"/>
              <a:ext cx="9525" cy="9525"/>
            </a:xfrm>
            <a:custGeom>
              <a:avLst/>
              <a:gdLst/>
              <a:ahLst/>
              <a:cxnLst/>
              <a:rect l="l" t="t" r="r" b="b"/>
              <a:pathLst>
                <a:path w="9525" h="9525">
                  <a:moveTo>
                    <a:pt x="8999" y="8999"/>
                  </a:moveTo>
                  <a:lnTo>
                    <a:pt x="0" y="8999"/>
                  </a:lnTo>
                  <a:lnTo>
                    <a:pt x="0" y="0"/>
                  </a:lnTo>
                  <a:lnTo>
                    <a:pt x="8999" y="0"/>
                  </a:lnTo>
                  <a:lnTo>
                    <a:pt x="8999" y="8999"/>
                  </a:lnTo>
                  <a:close/>
                </a:path>
              </a:pathLst>
            </a:custGeom>
            <a:solidFill>
              <a:srgbClr val="237A94"/>
            </a:solidFill>
          </p:spPr>
          <p:txBody>
            <a:bodyPr wrap="square" lIns="0" tIns="0" rIns="0" bIns="0" rtlCol="0"/>
            <a:lstStyle/>
            <a:p>
              <a:endParaRPr sz="2400"/>
            </a:p>
          </p:txBody>
        </p:sp>
        <p:sp>
          <p:nvSpPr>
            <p:cNvPr id="124" name="object 124"/>
            <p:cNvSpPr/>
            <p:nvPr/>
          </p:nvSpPr>
          <p:spPr>
            <a:xfrm>
              <a:off x="7434750" y="3243284"/>
              <a:ext cx="9525" cy="9525"/>
            </a:xfrm>
            <a:custGeom>
              <a:avLst/>
              <a:gdLst/>
              <a:ahLst/>
              <a:cxnLst/>
              <a:rect l="l" t="t" r="r" b="b"/>
              <a:pathLst>
                <a:path w="9525" h="9525">
                  <a:moveTo>
                    <a:pt x="0" y="0"/>
                  </a:moveTo>
                  <a:lnTo>
                    <a:pt x="8999" y="0"/>
                  </a:lnTo>
                  <a:lnTo>
                    <a:pt x="8999" y="8999"/>
                  </a:lnTo>
                  <a:lnTo>
                    <a:pt x="0" y="8999"/>
                  </a:lnTo>
                  <a:lnTo>
                    <a:pt x="0" y="0"/>
                  </a:lnTo>
                  <a:close/>
                </a:path>
              </a:pathLst>
            </a:custGeom>
            <a:ln w="9524">
              <a:solidFill>
                <a:srgbClr val="237A94"/>
              </a:solidFill>
            </a:ln>
          </p:spPr>
          <p:txBody>
            <a:bodyPr wrap="square" lIns="0" tIns="0" rIns="0" bIns="0" rtlCol="0"/>
            <a:lstStyle/>
            <a:p>
              <a:endParaRPr sz="2400"/>
            </a:p>
          </p:txBody>
        </p:sp>
        <p:sp>
          <p:nvSpPr>
            <p:cNvPr id="125" name="object 125"/>
            <p:cNvSpPr/>
            <p:nvPr/>
          </p:nvSpPr>
          <p:spPr>
            <a:xfrm>
              <a:off x="7434444" y="2209757"/>
              <a:ext cx="2540" cy="9525"/>
            </a:xfrm>
            <a:custGeom>
              <a:avLst/>
              <a:gdLst/>
              <a:ahLst/>
              <a:cxnLst/>
              <a:rect l="l" t="t" r="r" b="b"/>
              <a:pathLst>
                <a:path w="2540" h="9525">
                  <a:moveTo>
                    <a:pt x="2399" y="8999"/>
                  </a:moveTo>
                  <a:lnTo>
                    <a:pt x="0" y="8999"/>
                  </a:lnTo>
                  <a:lnTo>
                    <a:pt x="0" y="0"/>
                  </a:lnTo>
                  <a:lnTo>
                    <a:pt x="2399" y="0"/>
                  </a:lnTo>
                  <a:lnTo>
                    <a:pt x="2399" y="8999"/>
                  </a:lnTo>
                  <a:close/>
                </a:path>
              </a:pathLst>
            </a:custGeom>
            <a:solidFill>
              <a:srgbClr val="237A94"/>
            </a:solidFill>
          </p:spPr>
          <p:txBody>
            <a:bodyPr wrap="square" lIns="0" tIns="0" rIns="0" bIns="0" rtlCol="0"/>
            <a:lstStyle/>
            <a:p>
              <a:endParaRPr sz="2400"/>
            </a:p>
          </p:txBody>
        </p:sp>
        <p:sp>
          <p:nvSpPr>
            <p:cNvPr id="126" name="object 126"/>
            <p:cNvSpPr/>
            <p:nvPr/>
          </p:nvSpPr>
          <p:spPr>
            <a:xfrm>
              <a:off x="6383524" y="1613957"/>
              <a:ext cx="1053465" cy="616585"/>
            </a:xfrm>
            <a:custGeom>
              <a:avLst/>
              <a:gdLst/>
              <a:ahLst/>
              <a:cxnLst/>
              <a:rect l="l" t="t" r="r" b="b"/>
              <a:pathLst>
                <a:path w="1053465" h="616585">
                  <a:moveTo>
                    <a:pt x="1050920" y="595800"/>
                  </a:moveTo>
                  <a:lnTo>
                    <a:pt x="1053320" y="595800"/>
                  </a:lnTo>
                  <a:lnTo>
                    <a:pt x="1053320" y="604800"/>
                  </a:lnTo>
                  <a:lnTo>
                    <a:pt x="1050920" y="604800"/>
                  </a:lnTo>
                  <a:lnTo>
                    <a:pt x="1050920" y="595800"/>
                  </a:lnTo>
                  <a:close/>
                </a:path>
                <a:path w="1053465" h="616585">
                  <a:moveTo>
                    <a:pt x="1052120" y="604800"/>
                  </a:moveTo>
                  <a:lnTo>
                    <a:pt x="1052120" y="616442"/>
                  </a:lnTo>
                  <a:lnTo>
                    <a:pt x="0" y="616442"/>
                  </a:lnTo>
                  <a:lnTo>
                    <a:pt x="0" y="0"/>
                  </a:lnTo>
                  <a:lnTo>
                    <a:pt x="181070" y="0"/>
                  </a:lnTo>
                </a:path>
              </a:pathLst>
            </a:custGeom>
            <a:ln w="9524">
              <a:solidFill>
                <a:srgbClr val="237A94"/>
              </a:solidFill>
            </a:ln>
          </p:spPr>
          <p:txBody>
            <a:bodyPr wrap="square" lIns="0" tIns="0" rIns="0" bIns="0" rtlCol="0"/>
            <a:lstStyle/>
            <a:p>
              <a:endParaRPr sz="2400"/>
            </a:p>
          </p:txBody>
        </p:sp>
        <p:sp>
          <p:nvSpPr>
            <p:cNvPr id="127" name="object 127"/>
            <p:cNvSpPr/>
            <p:nvPr/>
          </p:nvSpPr>
          <p:spPr>
            <a:xfrm>
              <a:off x="6564594" y="1598224"/>
              <a:ext cx="43815" cy="31750"/>
            </a:xfrm>
            <a:custGeom>
              <a:avLst/>
              <a:gdLst/>
              <a:ahLst/>
              <a:cxnLst/>
              <a:rect l="l" t="t" r="r" b="b"/>
              <a:pathLst>
                <a:path w="43815" h="31750">
                  <a:moveTo>
                    <a:pt x="0" y="31465"/>
                  </a:moveTo>
                  <a:lnTo>
                    <a:pt x="0" y="0"/>
                  </a:lnTo>
                  <a:lnTo>
                    <a:pt x="43224" y="15732"/>
                  </a:lnTo>
                  <a:lnTo>
                    <a:pt x="0" y="31465"/>
                  </a:lnTo>
                  <a:close/>
                </a:path>
              </a:pathLst>
            </a:custGeom>
            <a:solidFill>
              <a:srgbClr val="237A94"/>
            </a:solidFill>
          </p:spPr>
          <p:txBody>
            <a:bodyPr wrap="square" lIns="0" tIns="0" rIns="0" bIns="0" rtlCol="0"/>
            <a:lstStyle/>
            <a:p>
              <a:endParaRPr sz="2400"/>
            </a:p>
          </p:txBody>
        </p:sp>
        <p:sp>
          <p:nvSpPr>
            <p:cNvPr id="128" name="object 128"/>
            <p:cNvSpPr/>
            <p:nvPr/>
          </p:nvSpPr>
          <p:spPr>
            <a:xfrm>
              <a:off x="6564594" y="1598224"/>
              <a:ext cx="43815" cy="31750"/>
            </a:xfrm>
            <a:custGeom>
              <a:avLst/>
              <a:gdLst/>
              <a:ahLst/>
              <a:cxnLst/>
              <a:rect l="l" t="t" r="r" b="b"/>
              <a:pathLst>
                <a:path w="43815" h="31750">
                  <a:moveTo>
                    <a:pt x="0" y="31465"/>
                  </a:moveTo>
                  <a:lnTo>
                    <a:pt x="43224" y="15732"/>
                  </a:lnTo>
                  <a:lnTo>
                    <a:pt x="0" y="0"/>
                  </a:lnTo>
                  <a:lnTo>
                    <a:pt x="0" y="31465"/>
                  </a:lnTo>
                  <a:close/>
                </a:path>
              </a:pathLst>
            </a:custGeom>
            <a:ln w="9524">
              <a:solidFill>
                <a:srgbClr val="237A94"/>
              </a:solidFill>
            </a:ln>
          </p:spPr>
          <p:txBody>
            <a:bodyPr wrap="square" lIns="0" tIns="0" rIns="0" bIns="0" rtlCol="0"/>
            <a:lstStyle/>
            <a:p>
              <a:endParaRPr sz="2400"/>
            </a:p>
          </p:txBody>
        </p:sp>
        <p:sp>
          <p:nvSpPr>
            <p:cNvPr id="129" name="object 129"/>
            <p:cNvSpPr/>
            <p:nvPr/>
          </p:nvSpPr>
          <p:spPr>
            <a:xfrm>
              <a:off x="7429400" y="1708837"/>
              <a:ext cx="5715" cy="1070610"/>
            </a:xfrm>
            <a:custGeom>
              <a:avLst/>
              <a:gdLst/>
              <a:ahLst/>
              <a:cxnLst/>
              <a:rect l="l" t="t" r="r" b="b"/>
              <a:pathLst>
                <a:path w="5715" h="1070610">
                  <a:moveTo>
                    <a:pt x="5049" y="995917"/>
                  </a:moveTo>
                  <a:lnTo>
                    <a:pt x="5349" y="1070317"/>
                  </a:lnTo>
                </a:path>
                <a:path w="5715" h="1070610">
                  <a:moveTo>
                    <a:pt x="2049" y="252267"/>
                  </a:moveTo>
                  <a:lnTo>
                    <a:pt x="2349" y="326667"/>
                  </a:lnTo>
                </a:path>
                <a:path w="5715" h="1070610">
                  <a:moveTo>
                    <a:pt x="0" y="0"/>
                  </a:moveTo>
                  <a:lnTo>
                    <a:pt x="299" y="74399"/>
                  </a:lnTo>
                </a:path>
              </a:pathLst>
            </a:custGeom>
            <a:ln w="41774">
              <a:solidFill>
                <a:srgbClr val="237A94"/>
              </a:solidFill>
            </a:ln>
          </p:spPr>
          <p:txBody>
            <a:bodyPr wrap="square" lIns="0" tIns="0" rIns="0" bIns="0" rtlCol="0"/>
            <a:lstStyle/>
            <a:p>
              <a:endParaRPr sz="2400"/>
            </a:p>
          </p:txBody>
        </p:sp>
        <p:sp>
          <p:nvSpPr>
            <p:cNvPr id="130" name="object 130"/>
            <p:cNvSpPr/>
            <p:nvPr/>
          </p:nvSpPr>
          <p:spPr>
            <a:xfrm>
              <a:off x="8446627" y="2439250"/>
              <a:ext cx="491490" cy="348615"/>
            </a:xfrm>
            <a:custGeom>
              <a:avLst/>
              <a:gdLst/>
              <a:ahLst/>
              <a:cxnLst/>
              <a:rect l="l" t="t" r="r" b="b"/>
              <a:pathLst>
                <a:path w="491490" h="348614">
                  <a:moveTo>
                    <a:pt x="491099" y="347999"/>
                  </a:moveTo>
                  <a:lnTo>
                    <a:pt x="0" y="347999"/>
                  </a:lnTo>
                  <a:lnTo>
                    <a:pt x="0" y="0"/>
                  </a:lnTo>
                  <a:lnTo>
                    <a:pt x="491099" y="0"/>
                  </a:lnTo>
                  <a:lnTo>
                    <a:pt x="491099" y="347999"/>
                  </a:lnTo>
                  <a:close/>
                </a:path>
              </a:pathLst>
            </a:custGeom>
            <a:solidFill>
              <a:srgbClr val="BBD4F9"/>
            </a:solidFill>
          </p:spPr>
          <p:txBody>
            <a:bodyPr wrap="square" lIns="0" tIns="0" rIns="0" bIns="0" rtlCol="0"/>
            <a:lstStyle/>
            <a:p>
              <a:endParaRPr sz="2400"/>
            </a:p>
          </p:txBody>
        </p:sp>
        <p:sp>
          <p:nvSpPr>
            <p:cNvPr id="131" name="object 131"/>
            <p:cNvSpPr/>
            <p:nvPr/>
          </p:nvSpPr>
          <p:spPr>
            <a:xfrm>
              <a:off x="8446627" y="2439250"/>
              <a:ext cx="491490" cy="348615"/>
            </a:xfrm>
            <a:custGeom>
              <a:avLst/>
              <a:gdLst/>
              <a:ahLst/>
              <a:cxnLst/>
              <a:rect l="l" t="t" r="r" b="b"/>
              <a:pathLst>
                <a:path w="491490" h="348614">
                  <a:moveTo>
                    <a:pt x="0" y="0"/>
                  </a:moveTo>
                  <a:lnTo>
                    <a:pt x="491099" y="0"/>
                  </a:lnTo>
                  <a:lnTo>
                    <a:pt x="491099" y="347999"/>
                  </a:lnTo>
                  <a:lnTo>
                    <a:pt x="0" y="347999"/>
                  </a:lnTo>
                  <a:lnTo>
                    <a:pt x="0" y="0"/>
                  </a:lnTo>
                  <a:close/>
                </a:path>
              </a:pathLst>
            </a:custGeom>
            <a:ln w="28574">
              <a:solidFill>
                <a:srgbClr val="1B73EB"/>
              </a:solidFill>
            </a:ln>
          </p:spPr>
          <p:txBody>
            <a:bodyPr wrap="square" lIns="0" tIns="0" rIns="0" bIns="0" rtlCol="0"/>
            <a:lstStyle/>
            <a:p>
              <a:endParaRPr sz="2400"/>
            </a:p>
          </p:txBody>
        </p:sp>
      </p:grpSp>
      <p:sp>
        <p:nvSpPr>
          <p:cNvPr id="132" name="object 132"/>
          <p:cNvSpPr txBox="1"/>
          <p:nvPr/>
        </p:nvSpPr>
        <p:spPr>
          <a:xfrm>
            <a:off x="11306043" y="3257427"/>
            <a:ext cx="567267" cy="427339"/>
          </a:xfrm>
          <a:prstGeom prst="rect">
            <a:avLst/>
          </a:prstGeom>
        </p:spPr>
        <p:txBody>
          <a:bodyPr vert="horz" wrap="square" lIns="0" tIns="16933" rIns="0" bIns="0" rtlCol="0">
            <a:spAutoFit/>
          </a:bodyPr>
          <a:lstStyle/>
          <a:p>
            <a:pPr algn="ctr">
              <a:spcBef>
                <a:spcPts val="133"/>
              </a:spcBef>
            </a:pPr>
            <a:r>
              <a:rPr sz="1333" spc="-33" dirty="0">
                <a:latin typeface="Lucida Sans Unicode"/>
                <a:cs typeface="Lucida Sans Unicode"/>
              </a:rPr>
              <a:t>KV</a:t>
            </a:r>
            <a:endParaRPr sz="1333">
              <a:latin typeface="Lucida Sans Unicode"/>
              <a:cs typeface="Lucida Sans Unicode"/>
            </a:endParaRPr>
          </a:p>
          <a:p>
            <a:pPr algn="ctr">
              <a:lnSpc>
                <a:spcPct val="100000"/>
              </a:lnSpc>
            </a:pPr>
            <a:r>
              <a:rPr sz="1333" spc="87" dirty="0">
                <a:latin typeface="Lucida Sans Unicode"/>
                <a:cs typeface="Lucida Sans Unicode"/>
              </a:rPr>
              <a:t>cache</a:t>
            </a:r>
            <a:endParaRPr sz="1333">
              <a:latin typeface="Lucida Sans Unicode"/>
              <a:cs typeface="Lucida Sans Unicode"/>
            </a:endParaRPr>
          </a:p>
        </p:txBody>
      </p:sp>
      <p:grpSp>
        <p:nvGrpSpPr>
          <p:cNvPr id="133" name="object 133"/>
          <p:cNvGrpSpPr/>
          <p:nvPr/>
        </p:nvGrpSpPr>
        <p:grpSpPr>
          <a:xfrm>
            <a:off x="5841526" y="1401662"/>
            <a:ext cx="5421205" cy="3221567"/>
            <a:chOff x="4381144" y="1051246"/>
            <a:chExt cx="4065904" cy="2416175"/>
          </a:xfrm>
        </p:grpSpPr>
        <p:sp>
          <p:nvSpPr>
            <p:cNvPr id="134" name="object 134"/>
            <p:cNvSpPr/>
            <p:nvPr/>
          </p:nvSpPr>
          <p:spPr>
            <a:xfrm>
              <a:off x="8251027" y="2613249"/>
              <a:ext cx="196215" cy="0"/>
            </a:xfrm>
            <a:custGeom>
              <a:avLst/>
              <a:gdLst/>
              <a:ahLst/>
              <a:cxnLst/>
              <a:rect l="l" t="t" r="r" b="b"/>
              <a:pathLst>
                <a:path w="196215">
                  <a:moveTo>
                    <a:pt x="195599" y="0"/>
                  </a:moveTo>
                  <a:lnTo>
                    <a:pt x="0" y="0"/>
                  </a:lnTo>
                </a:path>
              </a:pathLst>
            </a:custGeom>
            <a:ln w="41774">
              <a:solidFill>
                <a:srgbClr val="237A94"/>
              </a:solidFill>
            </a:ln>
          </p:spPr>
          <p:txBody>
            <a:bodyPr wrap="square" lIns="0" tIns="0" rIns="0" bIns="0" rtlCol="0"/>
            <a:lstStyle/>
            <a:p>
              <a:endParaRPr sz="2400"/>
            </a:p>
          </p:txBody>
        </p:sp>
        <p:sp>
          <p:nvSpPr>
            <p:cNvPr id="135" name="object 135"/>
            <p:cNvSpPr/>
            <p:nvPr/>
          </p:nvSpPr>
          <p:spPr>
            <a:xfrm>
              <a:off x="6075667" y="1140383"/>
              <a:ext cx="48260" cy="2326640"/>
            </a:xfrm>
            <a:custGeom>
              <a:avLst/>
              <a:gdLst/>
              <a:ahLst/>
              <a:cxnLst/>
              <a:rect l="l" t="t" r="r" b="b"/>
              <a:pathLst>
                <a:path w="48260" h="2326640">
                  <a:moveTo>
                    <a:pt x="47701" y="0"/>
                  </a:moveTo>
                  <a:lnTo>
                    <a:pt x="0" y="0"/>
                  </a:lnTo>
                  <a:lnTo>
                    <a:pt x="0" y="33299"/>
                  </a:lnTo>
                  <a:lnTo>
                    <a:pt x="47701" y="33299"/>
                  </a:lnTo>
                  <a:lnTo>
                    <a:pt x="47701" y="0"/>
                  </a:lnTo>
                  <a:close/>
                </a:path>
                <a:path w="48260" h="2326640">
                  <a:moveTo>
                    <a:pt x="47777" y="2285593"/>
                  </a:moveTo>
                  <a:lnTo>
                    <a:pt x="7277" y="2285593"/>
                  </a:lnTo>
                  <a:lnTo>
                    <a:pt x="7277" y="2326094"/>
                  </a:lnTo>
                  <a:lnTo>
                    <a:pt x="47777" y="2326094"/>
                  </a:lnTo>
                  <a:lnTo>
                    <a:pt x="47777" y="2285593"/>
                  </a:lnTo>
                  <a:close/>
                </a:path>
              </a:pathLst>
            </a:custGeom>
            <a:solidFill>
              <a:srgbClr val="237A94"/>
            </a:solidFill>
          </p:spPr>
          <p:txBody>
            <a:bodyPr wrap="square" lIns="0" tIns="0" rIns="0" bIns="0" rtlCol="0"/>
            <a:lstStyle/>
            <a:p>
              <a:endParaRPr sz="2400"/>
            </a:p>
          </p:txBody>
        </p:sp>
        <p:sp>
          <p:nvSpPr>
            <p:cNvPr id="136" name="object 136"/>
            <p:cNvSpPr/>
            <p:nvPr/>
          </p:nvSpPr>
          <p:spPr>
            <a:xfrm>
              <a:off x="6099524" y="1173674"/>
              <a:ext cx="1330325" cy="2272665"/>
            </a:xfrm>
            <a:custGeom>
              <a:avLst/>
              <a:gdLst/>
              <a:ahLst/>
              <a:cxnLst/>
              <a:rect l="l" t="t" r="r" b="b"/>
              <a:pathLst>
                <a:path w="1330325" h="2272665">
                  <a:moveTo>
                    <a:pt x="0" y="0"/>
                  </a:moveTo>
                  <a:lnTo>
                    <a:pt x="0" y="1126154"/>
                  </a:lnTo>
                  <a:lnTo>
                    <a:pt x="3599" y="1126154"/>
                  </a:lnTo>
                  <a:lnTo>
                    <a:pt x="3599" y="2252399"/>
                  </a:lnTo>
                </a:path>
                <a:path w="1330325" h="2272665">
                  <a:moveTo>
                    <a:pt x="23924" y="2272549"/>
                  </a:moveTo>
                  <a:lnTo>
                    <a:pt x="1330124" y="2272549"/>
                  </a:lnTo>
                  <a:lnTo>
                    <a:pt x="1330124" y="1975437"/>
                  </a:lnTo>
                </a:path>
              </a:pathLst>
            </a:custGeom>
            <a:ln w="41774">
              <a:solidFill>
                <a:srgbClr val="237A94"/>
              </a:solidFill>
            </a:ln>
          </p:spPr>
          <p:txBody>
            <a:bodyPr wrap="square" lIns="0" tIns="0" rIns="0" bIns="0" rtlCol="0"/>
            <a:lstStyle/>
            <a:p>
              <a:endParaRPr sz="2400"/>
            </a:p>
          </p:txBody>
        </p:sp>
        <p:pic>
          <p:nvPicPr>
            <p:cNvPr id="137" name="object 137"/>
            <p:cNvPicPr/>
            <p:nvPr/>
          </p:nvPicPr>
          <p:blipFill>
            <a:blip r:embed="rId4" cstate="print"/>
            <a:stretch>
              <a:fillRect/>
            </a:stretch>
          </p:blipFill>
          <p:spPr>
            <a:xfrm>
              <a:off x="7362568" y="3001308"/>
              <a:ext cx="134162" cy="168691"/>
            </a:xfrm>
            <a:prstGeom prst="rect">
              <a:avLst/>
            </a:prstGeom>
          </p:spPr>
        </p:pic>
        <p:sp>
          <p:nvSpPr>
            <p:cNvPr id="138" name="object 138"/>
            <p:cNvSpPr/>
            <p:nvPr/>
          </p:nvSpPr>
          <p:spPr>
            <a:xfrm>
              <a:off x="4402031" y="1159939"/>
              <a:ext cx="3027680" cy="2272665"/>
            </a:xfrm>
            <a:custGeom>
              <a:avLst/>
              <a:gdLst/>
              <a:ahLst/>
              <a:cxnLst/>
              <a:rect l="l" t="t" r="r" b="b"/>
              <a:pathLst>
                <a:path w="3027679" h="2272665">
                  <a:moveTo>
                    <a:pt x="0" y="362399"/>
                  </a:moveTo>
                  <a:lnTo>
                    <a:pt x="0" y="0"/>
                  </a:lnTo>
                  <a:lnTo>
                    <a:pt x="1682699" y="0"/>
                  </a:lnTo>
                </a:path>
                <a:path w="3027679" h="2272665">
                  <a:moveTo>
                    <a:pt x="1700879" y="13644"/>
                  </a:moveTo>
                  <a:lnTo>
                    <a:pt x="1700879" y="1142994"/>
                  </a:lnTo>
                  <a:lnTo>
                    <a:pt x="1701479" y="1142994"/>
                  </a:lnTo>
                  <a:lnTo>
                    <a:pt x="1701479" y="2272344"/>
                  </a:lnTo>
                </a:path>
                <a:path w="3027679" h="2272665">
                  <a:moveTo>
                    <a:pt x="3027518" y="349722"/>
                  </a:moveTo>
                  <a:lnTo>
                    <a:pt x="3027518" y="39110"/>
                  </a:lnTo>
                </a:path>
              </a:pathLst>
            </a:custGeom>
            <a:ln w="41774">
              <a:solidFill>
                <a:srgbClr val="237A94"/>
              </a:solidFill>
            </a:ln>
          </p:spPr>
          <p:txBody>
            <a:bodyPr wrap="square" lIns="0" tIns="0" rIns="0" bIns="0" rtlCol="0"/>
            <a:lstStyle/>
            <a:p>
              <a:endParaRPr sz="2400"/>
            </a:p>
          </p:txBody>
        </p:sp>
        <p:pic>
          <p:nvPicPr>
            <p:cNvPr id="139" name="object 139"/>
            <p:cNvPicPr/>
            <p:nvPr/>
          </p:nvPicPr>
          <p:blipFill>
            <a:blip r:embed="rId5" cstate="print"/>
            <a:stretch>
              <a:fillRect/>
            </a:stretch>
          </p:blipFill>
          <p:spPr>
            <a:xfrm>
              <a:off x="7362468" y="1051246"/>
              <a:ext cx="134162" cy="168691"/>
            </a:xfrm>
            <a:prstGeom prst="rect">
              <a:avLst/>
            </a:prstGeom>
          </p:spPr>
        </p:pic>
      </p:grpSp>
      <p:sp>
        <p:nvSpPr>
          <p:cNvPr id="140" name="object 140"/>
          <p:cNvSpPr txBox="1"/>
          <p:nvPr/>
        </p:nvSpPr>
        <p:spPr>
          <a:xfrm>
            <a:off x="1567508" y="4764527"/>
            <a:ext cx="469053" cy="222219"/>
          </a:xfrm>
          <a:prstGeom prst="rect">
            <a:avLst/>
          </a:prstGeom>
        </p:spPr>
        <p:txBody>
          <a:bodyPr vert="horz" wrap="square" lIns="0" tIns="16933" rIns="0" bIns="0" rtlCol="0">
            <a:spAutoFit/>
          </a:bodyPr>
          <a:lstStyle/>
          <a:p>
            <a:pPr marL="16933">
              <a:spcBef>
                <a:spcPts val="133"/>
              </a:spcBef>
            </a:pPr>
            <a:r>
              <a:rPr sz="1333" spc="-13" dirty="0">
                <a:latin typeface="Lucida Sans Unicode"/>
                <a:cs typeface="Lucida Sans Unicode"/>
              </a:rPr>
              <a:t>Input</a:t>
            </a:r>
            <a:endParaRPr sz="1333">
              <a:latin typeface="Lucida Sans Unicode"/>
              <a:cs typeface="Lucida Sans Unicode"/>
            </a:endParaRPr>
          </a:p>
        </p:txBody>
      </p:sp>
      <p:sp>
        <p:nvSpPr>
          <p:cNvPr id="141" name="object 141"/>
          <p:cNvSpPr txBox="1"/>
          <p:nvPr/>
        </p:nvSpPr>
        <p:spPr>
          <a:xfrm>
            <a:off x="9595467" y="1025094"/>
            <a:ext cx="621453" cy="222219"/>
          </a:xfrm>
          <a:prstGeom prst="rect">
            <a:avLst/>
          </a:prstGeom>
        </p:spPr>
        <p:txBody>
          <a:bodyPr vert="horz" wrap="square" lIns="0" tIns="16933" rIns="0" bIns="0" rtlCol="0">
            <a:spAutoFit/>
          </a:bodyPr>
          <a:lstStyle/>
          <a:p>
            <a:pPr marL="16933">
              <a:spcBef>
                <a:spcPts val="133"/>
              </a:spcBef>
            </a:pPr>
            <a:r>
              <a:rPr sz="1333" spc="-13" dirty="0">
                <a:latin typeface="Lucida Sans Unicode"/>
                <a:cs typeface="Lucida Sans Unicode"/>
              </a:rPr>
              <a:t>Output</a:t>
            </a:r>
            <a:endParaRPr sz="1333">
              <a:latin typeface="Lucida Sans Unicode"/>
              <a:cs typeface="Lucida Sans Unicode"/>
            </a:endParaRPr>
          </a:p>
        </p:txBody>
      </p:sp>
      <p:sp>
        <p:nvSpPr>
          <p:cNvPr id="142" name="object 142"/>
          <p:cNvSpPr txBox="1"/>
          <p:nvPr/>
        </p:nvSpPr>
        <p:spPr>
          <a:xfrm>
            <a:off x="114832" y="1614927"/>
            <a:ext cx="1569720" cy="222219"/>
          </a:xfrm>
          <a:prstGeom prst="rect">
            <a:avLst/>
          </a:prstGeom>
        </p:spPr>
        <p:txBody>
          <a:bodyPr vert="horz" wrap="square" lIns="0" tIns="16933" rIns="0" bIns="0" rtlCol="0">
            <a:spAutoFit/>
          </a:bodyPr>
          <a:lstStyle/>
          <a:p>
            <a:pPr marL="16933">
              <a:spcBef>
                <a:spcPts val="133"/>
              </a:spcBef>
            </a:pPr>
            <a:r>
              <a:rPr sz="1333" dirty="0">
                <a:latin typeface="Lucida Sans Unicode"/>
                <a:cs typeface="Lucida Sans Unicode"/>
              </a:rPr>
              <a:t>Transformer</a:t>
            </a:r>
            <a:r>
              <a:rPr sz="1333" spc="13" dirty="0">
                <a:latin typeface="Lucida Sans Unicode"/>
                <a:cs typeface="Lucida Sans Unicode"/>
              </a:rPr>
              <a:t> </a:t>
            </a:r>
            <a:r>
              <a:rPr sz="1333" spc="-13" dirty="0">
                <a:latin typeface="Lucida Sans Unicode"/>
                <a:cs typeface="Lucida Sans Unicode"/>
              </a:rPr>
              <a:t>block</a:t>
            </a:r>
            <a:endParaRPr sz="1333">
              <a:latin typeface="Lucida Sans Unicode"/>
              <a:cs typeface="Lucida Sans Unicode"/>
            </a:endParaRPr>
          </a:p>
        </p:txBody>
      </p:sp>
      <p:sp>
        <p:nvSpPr>
          <p:cNvPr id="143" name="object 143"/>
          <p:cNvSpPr txBox="1"/>
          <p:nvPr/>
        </p:nvSpPr>
        <p:spPr>
          <a:xfrm>
            <a:off x="4178833" y="1614927"/>
            <a:ext cx="1569720" cy="222219"/>
          </a:xfrm>
          <a:prstGeom prst="rect">
            <a:avLst/>
          </a:prstGeom>
        </p:spPr>
        <p:txBody>
          <a:bodyPr vert="horz" wrap="square" lIns="0" tIns="16933" rIns="0" bIns="0" rtlCol="0">
            <a:spAutoFit/>
          </a:bodyPr>
          <a:lstStyle/>
          <a:p>
            <a:pPr marL="16933">
              <a:spcBef>
                <a:spcPts val="133"/>
              </a:spcBef>
            </a:pPr>
            <a:r>
              <a:rPr sz="1333" dirty="0">
                <a:latin typeface="Lucida Sans Unicode"/>
                <a:cs typeface="Lucida Sans Unicode"/>
              </a:rPr>
              <a:t>Transformer</a:t>
            </a:r>
            <a:r>
              <a:rPr sz="1333" spc="13" dirty="0">
                <a:latin typeface="Lucida Sans Unicode"/>
                <a:cs typeface="Lucida Sans Unicode"/>
              </a:rPr>
              <a:t> </a:t>
            </a:r>
            <a:r>
              <a:rPr sz="1333" spc="-13" dirty="0">
                <a:latin typeface="Lucida Sans Unicode"/>
                <a:cs typeface="Lucida Sans Unicode"/>
              </a:rPr>
              <a:t>block</a:t>
            </a:r>
            <a:endParaRPr sz="1333">
              <a:latin typeface="Lucida Sans Unicode"/>
              <a:cs typeface="Lucida Sans Unicode"/>
            </a:endParaRPr>
          </a:p>
        </p:txBody>
      </p:sp>
      <p:sp>
        <p:nvSpPr>
          <p:cNvPr id="144" name="object 144"/>
          <p:cNvSpPr txBox="1"/>
          <p:nvPr/>
        </p:nvSpPr>
        <p:spPr>
          <a:xfrm>
            <a:off x="8242832" y="1614927"/>
            <a:ext cx="1569720" cy="222219"/>
          </a:xfrm>
          <a:prstGeom prst="rect">
            <a:avLst/>
          </a:prstGeom>
        </p:spPr>
        <p:txBody>
          <a:bodyPr vert="horz" wrap="square" lIns="0" tIns="16933" rIns="0" bIns="0" rtlCol="0">
            <a:spAutoFit/>
          </a:bodyPr>
          <a:lstStyle/>
          <a:p>
            <a:pPr marL="16933">
              <a:spcBef>
                <a:spcPts val="133"/>
              </a:spcBef>
            </a:pPr>
            <a:r>
              <a:rPr sz="1333" dirty="0">
                <a:latin typeface="Lucida Sans Unicode"/>
                <a:cs typeface="Lucida Sans Unicode"/>
              </a:rPr>
              <a:t>Transformer</a:t>
            </a:r>
            <a:r>
              <a:rPr sz="1333" spc="13" dirty="0">
                <a:latin typeface="Lucida Sans Unicode"/>
                <a:cs typeface="Lucida Sans Unicode"/>
              </a:rPr>
              <a:t> </a:t>
            </a:r>
            <a:r>
              <a:rPr sz="1333" spc="-13" dirty="0">
                <a:latin typeface="Lucida Sans Unicode"/>
                <a:cs typeface="Lucida Sans Unicode"/>
              </a:rPr>
              <a:t>block</a:t>
            </a:r>
            <a:endParaRPr sz="1333">
              <a:latin typeface="Lucida Sans Unicode"/>
              <a:cs typeface="Lucida Sans Unicode"/>
            </a:endParaRPr>
          </a:p>
        </p:txBody>
      </p:sp>
      <p:sp>
        <p:nvSpPr>
          <p:cNvPr id="145" name="object 145" descr="$PPTXTitle"/>
          <p:cNvSpPr txBox="1">
            <a:spLocks noGrp="1"/>
          </p:cNvSpPr>
          <p:nvPr>
            <p:ph type="title"/>
          </p:nvPr>
        </p:nvSpPr>
        <p:spPr>
          <a:xfrm>
            <a:off x="309316" y="671823"/>
            <a:ext cx="14020800" cy="509541"/>
          </a:xfrm>
          <a:prstGeom prst="rect">
            <a:avLst/>
          </a:prstGeom>
        </p:spPr>
        <p:txBody>
          <a:bodyPr vert="horz" wrap="square" lIns="0" tIns="16933" rIns="0" bIns="0" rtlCol="0" anchor="ctr">
            <a:spAutoFit/>
          </a:bodyPr>
          <a:lstStyle/>
          <a:p>
            <a:pPr marL="279393">
              <a:spcBef>
                <a:spcPts val="133"/>
              </a:spcBef>
            </a:pPr>
            <a:r>
              <a:rPr spc="80" dirty="0"/>
              <a:t>One</a:t>
            </a:r>
            <a:r>
              <a:rPr spc="-80" dirty="0"/>
              <a:t> </a:t>
            </a:r>
            <a:r>
              <a:rPr spc="-40" dirty="0"/>
              <a:t>KV</a:t>
            </a:r>
            <a:r>
              <a:rPr spc="-73" dirty="0"/>
              <a:t> </a:t>
            </a:r>
            <a:r>
              <a:rPr spc="240" dirty="0"/>
              <a:t>cache</a:t>
            </a:r>
            <a:r>
              <a:rPr spc="-80" dirty="0"/>
              <a:t> </a:t>
            </a:r>
            <a:r>
              <a:rPr spc="67" dirty="0"/>
              <a:t>per</a:t>
            </a:r>
            <a:r>
              <a:rPr spc="-73" dirty="0"/>
              <a:t> </a:t>
            </a:r>
            <a:r>
              <a:rPr dirty="0"/>
              <a:t>attention</a:t>
            </a:r>
            <a:r>
              <a:rPr spc="-73" dirty="0"/>
              <a:t> </a:t>
            </a:r>
            <a:r>
              <a:rPr spc="73" dirty="0"/>
              <a:t>layer</a:t>
            </a:r>
          </a:p>
        </p:txBody>
      </p:sp>
    </p:spTree>
    <p:extLst>
      <p:ext uri="{BB962C8B-B14F-4D97-AF65-F5344CB8AC3E}">
        <p14:creationId xmlns:p14="http://schemas.microsoft.com/office/powerpoint/2010/main" val="4394327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15C5F0-1EA4-BAA2-5665-A6B54E788FE8}"/>
            </a:ext>
          </a:extLst>
        </p:cNvPr>
        <p:cNvGrpSpPr/>
        <p:nvPr/>
      </p:nvGrpSpPr>
      <p:grpSpPr>
        <a:xfrm>
          <a:off x="0" y="0"/>
          <a:ext cx="0" cy="0"/>
          <a:chOff x="0" y="0"/>
          <a:chExt cx="0" cy="0"/>
        </a:xfrm>
      </p:grpSpPr>
      <p:sp>
        <p:nvSpPr>
          <p:cNvPr id="2" name="object 2" descr="$PPTXTitle">
            <a:extLst>
              <a:ext uri="{FF2B5EF4-FFF2-40B4-BE49-F238E27FC236}">
                <a16:creationId xmlns:a16="http://schemas.microsoft.com/office/drawing/2014/main" id="{40BF486D-CA4E-F285-9D45-EF7CF1591B07}"/>
              </a:ext>
            </a:extLst>
          </p:cNvPr>
          <p:cNvSpPr txBox="1">
            <a:spLocks noGrp="1"/>
          </p:cNvSpPr>
          <p:nvPr>
            <p:ph type="title"/>
          </p:nvPr>
        </p:nvSpPr>
        <p:spPr>
          <a:xfrm>
            <a:off x="309316" y="671823"/>
            <a:ext cx="14020800" cy="509541"/>
          </a:xfrm>
          <a:prstGeom prst="rect">
            <a:avLst/>
          </a:prstGeom>
        </p:spPr>
        <p:txBody>
          <a:bodyPr vert="horz" wrap="square" lIns="0" tIns="16933" rIns="0" bIns="0" rtlCol="0" anchor="ctr">
            <a:spAutoFit/>
          </a:bodyPr>
          <a:lstStyle/>
          <a:p>
            <a:pPr marL="279393">
              <a:spcBef>
                <a:spcPts val="133"/>
              </a:spcBef>
            </a:pPr>
            <a:r>
              <a:rPr spc="-40" dirty="0"/>
              <a:t>KV</a:t>
            </a:r>
            <a:r>
              <a:rPr spc="-207" dirty="0"/>
              <a:t> </a:t>
            </a:r>
            <a:r>
              <a:rPr spc="227" dirty="0"/>
              <a:t>Cache</a:t>
            </a:r>
          </a:p>
        </p:txBody>
      </p:sp>
      <p:sp>
        <p:nvSpPr>
          <p:cNvPr id="3" name="object 3">
            <a:extLst>
              <a:ext uri="{FF2B5EF4-FFF2-40B4-BE49-F238E27FC236}">
                <a16:creationId xmlns:a16="http://schemas.microsoft.com/office/drawing/2014/main" id="{AE030183-1206-F4E9-7C88-4A3049B799E0}"/>
              </a:ext>
            </a:extLst>
          </p:cNvPr>
          <p:cNvSpPr txBox="1"/>
          <p:nvPr/>
        </p:nvSpPr>
        <p:spPr>
          <a:xfrm>
            <a:off x="222728" y="2118264"/>
            <a:ext cx="7258473" cy="2549609"/>
          </a:xfrm>
          <a:prstGeom prst="rect">
            <a:avLst/>
          </a:prstGeom>
        </p:spPr>
        <p:txBody>
          <a:bodyPr vert="horz" wrap="square" lIns="0" tIns="0" rIns="0" bIns="0" rtlCol="0">
            <a:spAutoFit/>
          </a:bodyPr>
          <a:lstStyle/>
          <a:p>
            <a:pPr marL="597730">
              <a:lnSpc>
                <a:spcPts val="2180"/>
              </a:lnSpc>
              <a:tabLst>
                <a:tab pos="1256422" algn="l"/>
                <a:tab pos="1924425" algn="l"/>
                <a:tab pos="2878595" algn="l"/>
                <a:tab pos="3538132" algn="l"/>
                <a:tab pos="4206135" algn="l"/>
                <a:tab pos="4810640" algn="l"/>
                <a:tab pos="6264330" algn="l"/>
              </a:tabLst>
            </a:pPr>
            <a:r>
              <a:rPr sz="2300" i="1" spc="-49" baseline="2415" dirty="0">
                <a:latin typeface="Verdana"/>
                <a:cs typeface="Verdana"/>
              </a:rPr>
              <a:t>The</a:t>
            </a:r>
            <a:r>
              <a:rPr sz="2300" i="1" baseline="2415" dirty="0">
                <a:latin typeface="Verdana"/>
                <a:cs typeface="Verdana"/>
              </a:rPr>
              <a:t>	</a:t>
            </a:r>
            <a:r>
              <a:rPr sz="2300" i="1" spc="69" baseline="2415" dirty="0">
                <a:latin typeface="Verdana"/>
                <a:cs typeface="Verdana"/>
              </a:rPr>
              <a:t>dog</a:t>
            </a:r>
            <a:r>
              <a:rPr sz="2300" i="1" baseline="2415" dirty="0">
                <a:latin typeface="Verdana"/>
                <a:cs typeface="Verdana"/>
              </a:rPr>
              <a:t>	</a:t>
            </a:r>
            <a:r>
              <a:rPr sz="1533" i="1" spc="-33" dirty="0">
                <a:latin typeface="Verdana"/>
                <a:cs typeface="Verdana"/>
              </a:rPr>
              <a:t>bit</a:t>
            </a:r>
            <a:r>
              <a:rPr sz="1533" i="1" dirty="0">
                <a:latin typeface="Verdana"/>
                <a:cs typeface="Verdana"/>
              </a:rPr>
              <a:t>	</a:t>
            </a:r>
            <a:r>
              <a:rPr sz="2300" i="1" spc="-49" baseline="4830" dirty="0">
                <a:latin typeface="Verdana"/>
                <a:cs typeface="Verdana"/>
              </a:rPr>
              <a:t>The</a:t>
            </a:r>
            <a:r>
              <a:rPr sz="2300" i="1" baseline="4830" dirty="0">
                <a:latin typeface="Verdana"/>
                <a:cs typeface="Verdana"/>
              </a:rPr>
              <a:t>	</a:t>
            </a:r>
            <a:r>
              <a:rPr sz="2300" i="1" spc="69" baseline="4830" dirty="0">
                <a:latin typeface="Verdana"/>
                <a:cs typeface="Verdana"/>
              </a:rPr>
              <a:t>dog</a:t>
            </a:r>
            <a:r>
              <a:rPr sz="2300" i="1" baseline="4830" dirty="0">
                <a:latin typeface="Verdana"/>
                <a:cs typeface="Verdana"/>
              </a:rPr>
              <a:t>	</a:t>
            </a:r>
            <a:r>
              <a:rPr sz="2300" i="1" spc="-49" baseline="2415" dirty="0">
                <a:latin typeface="Verdana"/>
                <a:cs typeface="Verdana"/>
              </a:rPr>
              <a:t>bit</a:t>
            </a:r>
            <a:r>
              <a:rPr sz="2300" i="1" baseline="2415" dirty="0">
                <a:latin typeface="Verdana"/>
                <a:cs typeface="Verdana"/>
              </a:rPr>
              <a:t>	</a:t>
            </a:r>
            <a:r>
              <a:rPr sz="2300" i="1" spc="-49" baseline="4830" dirty="0">
                <a:latin typeface="Verdana"/>
                <a:cs typeface="Verdana"/>
              </a:rPr>
              <a:t>the</a:t>
            </a:r>
            <a:r>
              <a:rPr sz="2300" i="1" baseline="4830" dirty="0">
                <a:latin typeface="Verdana"/>
                <a:cs typeface="Verdana"/>
              </a:rPr>
              <a:t>	</a:t>
            </a:r>
            <a:r>
              <a:rPr sz="3100" spc="-100" baseline="-12544" dirty="0">
                <a:solidFill>
                  <a:srgbClr val="5AB46E"/>
                </a:solidFill>
                <a:latin typeface="Arial Black"/>
                <a:cs typeface="Arial Black"/>
              </a:rPr>
              <a:t>V</a:t>
            </a:r>
            <a:endParaRPr sz="3100" baseline="-12544">
              <a:latin typeface="Arial Black"/>
              <a:cs typeface="Arial Black"/>
            </a:endParaRPr>
          </a:p>
          <a:p>
            <a:pPr marL="37252">
              <a:spcBef>
                <a:spcPts val="1760"/>
              </a:spcBef>
              <a:tabLst>
                <a:tab pos="5624266" algn="l"/>
              </a:tabLst>
            </a:pPr>
            <a:r>
              <a:rPr sz="1533" i="1" spc="-33" dirty="0">
                <a:latin typeface="Verdana"/>
                <a:cs typeface="Verdana"/>
              </a:rPr>
              <a:t>The</a:t>
            </a:r>
            <a:r>
              <a:rPr sz="1533" i="1" dirty="0">
                <a:latin typeface="Verdana"/>
                <a:cs typeface="Verdana"/>
              </a:rPr>
              <a:t>	</a:t>
            </a:r>
            <a:r>
              <a:rPr sz="2300" i="1" spc="-49" baseline="-24154" dirty="0">
                <a:latin typeface="Verdana"/>
                <a:cs typeface="Verdana"/>
              </a:rPr>
              <a:t>The</a:t>
            </a:r>
            <a:endParaRPr sz="2300" baseline="-24154">
              <a:latin typeface="Verdana"/>
              <a:cs typeface="Verdana"/>
            </a:endParaRPr>
          </a:p>
          <a:p>
            <a:pPr>
              <a:spcBef>
                <a:spcPts val="700"/>
              </a:spcBef>
            </a:pPr>
            <a:endParaRPr sz="1533">
              <a:latin typeface="Verdana"/>
              <a:cs typeface="Verdana"/>
            </a:endParaRPr>
          </a:p>
          <a:p>
            <a:pPr>
              <a:tabLst>
                <a:tab pos="5586166" algn="l"/>
              </a:tabLst>
            </a:pPr>
            <a:r>
              <a:rPr sz="1533" i="1" spc="47" dirty="0">
                <a:latin typeface="Verdana"/>
                <a:cs typeface="Verdana"/>
              </a:rPr>
              <a:t>dog</a:t>
            </a:r>
            <a:r>
              <a:rPr sz="1533" i="1" dirty="0">
                <a:latin typeface="Verdana"/>
                <a:cs typeface="Verdana"/>
              </a:rPr>
              <a:t>	</a:t>
            </a:r>
            <a:r>
              <a:rPr sz="2300" i="1" spc="69" baseline="-24154" dirty="0">
                <a:latin typeface="Verdana"/>
                <a:cs typeface="Verdana"/>
              </a:rPr>
              <a:t>dog</a:t>
            </a:r>
            <a:endParaRPr sz="2300" baseline="-24154">
              <a:latin typeface="Verdana"/>
              <a:cs typeface="Verdana"/>
            </a:endParaRPr>
          </a:p>
          <a:p>
            <a:pPr>
              <a:spcBef>
                <a:spcPts val="707"/>
              </a:spcBef>
            </a:pPr>
            <a:endParaRPr sz="1533">
              <a:latin typeface="Verdana"/>
              <a:cs typeface="Verdana"/>
            </a:endParaRPr>
          </a:p>
          <a:p>
            <a:pPr marL="138849">
              <a:tabLst>
                <a:tab pos="5725864" algn="l"/>
              </a:tabLst>
            </a:pPr>
            <a:r>
              <a:rPr sz="1533" i="1" spc="-33" dirty="0">
                <a:latin typeface="Verdana"/>
                <a:cs typeface="Verdana"/>
              </a:rPr>
              <a:t>bit</a:t>
            </a:r>
            <a:r>
              <a:rPr sz="1533" i="1" dirty="0">
                <a:latin typeface="Verdana"/>
                <a:cs typeface="Verdana"/>
              </a:rPr>
              <a:t>	</a:t>
            </a:r>
            <a:r>
              <a:rPr sz="2300" i="1" spc="-49" baseline="-24154" dirty="0">
                <a:latin typeface="Verdana"/>
                <a:cs typeface="Verdana"/>
              </a:rPr>
              <a:t>bit</a:t>
            </a:r>
            <a:endParaRPr sz="2300" baseline="-24154">
              <a:latin typeface="Verdana"/>
              <a:cs typeface="Verdana"/>
            </a:endParaRPr>
          </a:p>
          <a:p>
            <a:pPr marL="3749793">
              <a:lnSpc>
                <a:spcPts val="1153"/>
              </a:lnSpc>
              <a:spcBef>
                <a:spcPts val="1660"/>
              </a:spcBef>
              <a:tabLst>
                <a:tab pos="4182429" algn="l"/>
                <a:tab pos="4820799" algn="l"/>
              </a:tabLst>
            </a:pPr>
            <a:r>
              <a:rPr sz="1467" spc="-67" dirty="0">
                <a:solidFill>
                  <a:srgbClr val="BE9000"/>
                </a:solidFill>
                <a:latin typeface="MS PGothic"/>
                <a:cs typeface="MS PGothic"/>
              </a:rPr>
              <a:t>⋅</a:t>
            </a:r>
            <a:r>
              <a:rPr sz="1467" dirty="0">
                <a:solidFill>
                  <a:srgbClr val="BE9000"/>
                </a:solidFill>
                <a:latin typeface="MS PGothic"/>
                <a:cs typeface="MS PGothic"/>
              </a:rPr>
              <a:t>	</a:t>
            </a:r>
            <a:r>
              <a:rPr sz="1467" spc="73" dirty="0">
                <a:solidFill>
                  <a:srgbClr val="BE9000"/>
                </a:solidFill>
                <a:latin typeface="Lucida Sans Unicode"/>
                <a:cs typeface="Lucida Sans Unicode"/>
              </a:rPr>
              <a:t>q</a:t>
            </a:r>
            <a:r>
              <a:rPr sz="1467" spc="140" dirty="0">
                <a:solidFill>
                  <a:srgbClr val="BE9000"/>
                </a:solidFill>
                <a:latin typeface="Lucida Sans Unicode"/>
                <a:cs typeface="Lucida Sans Unicode"/>
              </a:rPr>
              <a:t> </a:t>
            </a:r>
            <a:r>
              <a:rPr sz="1467" spc="-67" dirty="0">
                <a:solidFill>
                  <a:srgbClr val="BE9000"/>
                </a:solidFill>
                <a:latin typeface="MS PGothic"/>
                <a:cs typeface="MS PGothic"/>
              </a:rPr>
              <a:t>⋅</a:t>
            </a:r>
            <a:r>
              <a:rPr sz="1467" dirty="0">
                <a:solidFill>
                  <a:srgbClr val="BE9000"/>
                </a:solidFill>
                <a:latin typeface="MS PGothic"/>
                <a:cs typeface="MS PGothic"/>
              </a:rPr>
              <a:t>	</a:t>
            </a:r>
            <a:r>
              <a:rPr sz="1467" spc="73" dirty="0">
                <a:solidFill>
                  <a:srgbClr val="BE9000"/>
                </a:solidFill>
                <a:latin typeface="Lucida Sans Unicode"/>
                <a:cs typeface="Lucida Sans Unicode"/>
              </a:rPr>
              <a:t>q</a:t>
            </a:r>
            <a:r>
              <a:rPr sz="1467" spc="152" dirty="0">
                <a:solidFill>
                  <a:srgbClr val="BE9000"/>
                </a:solidFill>
                <a:latin typeface="Lucida Sans Unicode"/>
                <a:cs typeface="Lucida Sans Unicode"/>
              </a:rPr>
              <a:t> </a:t>
            </a:r>
            <a:r>
              <a:rPr sz="1467" spc="-67" dirty="0">
                <a:solidFill>
                  <a:srgbClr val="BE9000"/>
                </a:solidFill>
                <a:latin typeface="MS PGothic"/>
                <a:cs typeface="MS PGothic"/>
              </a:rPr>
              <a:t>⋅</a:t>
            </a:r>
            <a:endParaRPr sz="1467">
              <a:latin typeface="MS PGothic"/>
              <a:cs typeface="MS PGothic"/>
            </a:endParaRPr>
          </a:p>
          <a:p>
            <a:pPr marL="3018291">
              <a:lnSpc>
                <a:spcPts val="773"/>
              </a:lnSpc>
              <a:tabLst>
                <a:tab pos="3544905" algn="l"/>
                <a:tab pos="4309426" algn="l"/>
                <a:tab pos="4946948" algn="l"/>
              </a:tabLst>
            </a:pPr>
            <a:r>
              <a:rPr sz="2200" baseline="-12626" dirty="0">
                <a:solidFill>
                  <a:srgbClr val="BE9000"/>
                </a:solidFill>
                <a:latin typeface="MS PGothic"/>
                <a:cs typeface="MS PGothic"/>
              </a:rPr>
              <a:t>⋅</a:t>
            </a:r>
            <a:r>
              <a:rPr sz="2200" spc="-69" baseline="-12626" dirty="0">
                <a:solidFill>
                  <a:srgbClr val="BE9000"/>
                </a:solidFill>
                <a:latin typeface="MS PGothic"/>
                <a:cs typeface="MS PGothic"/>
              </a:rPr>
              <a:t> </a:t>
            </a:r>
            <a:r>
              <a:rPr sz="2200" spc="-100" baseline="-12626" dirty="0">
                <a:solidFill>
                  <a:srgbClr val="BE9000"/>
                </a:solidFill>
                <a:latin typeface="Lucida Sans Unicode"/>
                <a:cs typeface="Lucida Sans Unicode"/>
              </a:rPr>
              <a:t>k</a:t>
            </a:r>
            <a:r>
              <a:rPr sz="2200" baseline="-12626" dirty="0">
                <a:solidFill>
                  <a:srgbClr val="BE9000"/>
                </a:solidFill>
                <a:latin typeface="Lucida Sans Unicode"/>
                <a:cs typeface="Lucida Sans Unicode"/>
              </a:rPr>
              <a:t>	</a:t>
            </a:r>
            <a:r>
              <a:rPr sz="2200" spc="-49" baseline="20202" dirty="0">
                <a:solidFill>
                  <a:srgbClr val="BE9000"/>
                </a:solidFill>
                <a:latin typeface="Lucida Sans Unicode"/>
                <a:cs typeface="Lucida Sans Unicode"/>
              </a:rPr>
              <a:t>q</a:t>
            </a:r>
            <a:r>
              <a:rPr sz="933" spc="-33" dirty="0">
                <a:solidFill>
                  <a:srgbClr val="BE9000"/>
                </a:solidFill>
                <a:latin typeface="Lucida Sans Unicode"/>
                <a:cs typeface="Lucida Sans Unicode"/>
              </a:rPr>
              <a:t>4</a:t>
            </a:r>
            <a:r>
              <a:rPr sz="933" dirty="0">
                <a:solidFill>
                  <a:srgbClr val="BE9000"/>
                </a:solidFill>
                <a:latin typeface="Lucida Sans Unicode"/>
                <a:cs typeface="Lucida Sans Unicode"/>
              </a:rPr>
              <a:t>	</a:t>
            </a:r>
            <a:r>
              <a:rPr sz="933" spc="-67" dirty="0">
                <a:solidFill>
                  <a:srgbClr val="BE9000"/>
                </a:solidFill>
                <a:latin typeface="Lucida Sans Unicode"/>
                <a:cs typeface="Lucida Sans Unicode"/>
              </a:rPr>
              <a:t>4</a:t>
            </a:r>
            <a:r>
              <a:rPr sz="933" dirty="0">
                <a:solidFill>
                  <a:srgbClr val="BE9000"/>
                </a:solidFill>
                <a:latin typeface="Lucida Sans Unicode"/>
                <a:cs typeface="Lucida Sans Unicode"/>
              </a:rPr>
              <a:t>	</a:t>
            </a:r>
            <a:r>
              <a:rPr sz="933" spc="-67" dirty="0">
                <a:solidFill>
                  <a:srgbClr val="BE9000"/>
                </a:solidFill>
                <a:latin typeface="Lucida Sans Unicode"/>
                <a:cs typeface="Lucida Sans Unicode"/>
              </a:rPr>
              <a:t>4</a:t>
            </a:r>
            <a:endParaRPr sz="933">
              <a:latin typeface="Lucida Sans Unicode"/>
              <a:cs typeface="Lucida Sans Unicode"/>
            </a:endParaRPr>
          </a:p>
          <a:p>
            <a:pPr marL="2813403">
              <a:lnSpc>
                <a:spcPts val="1453"/>
              </a:lnSpc>
              <a:tabLst>
                <a:tab pos="3260432" algn="l"/>
                <a:tab pos="3610943" algn="l"/>
                <a:tab pos="4247620" algn="l"/>
                <a:tab pos="4883450" algn="l"/>
                <a:tab pos="6371854" algn="l"/>
                <a:tab pos="7073723" algn="l"/>
              </a:tabLst>
            </a:pPr>
            <a:r>
              <a:rPr sz="2200" spc="-49" baseline="27777" dirty="0">
                <a:solidFill>
                  <a:srgbClr val="BE9000"/>
                </a:solidFill>
                <a:latin typeface="Lucida Sans Unicode"/>
                <a:cs typeface="Lucida Sans Unicode"/>
              </a:rPr>
              <a:t>q</a:t>
            </a:r>
            <a:r>
              <a:rPr sz="1400" spc="-49" baseline="7936" dirty="0">
                <a:solidFill>
                  <a:srgbClr val="BE9000"/>
                </a:solidFill>
                <a:latin typeface="Lucida Sans Unicode"/>
                <a:cs typeface="Lucida Sans Unicode"/>
              </a:rPr>
              <a:t>4</a:t>
            </a:r>
            <a:r>
              <a:rPr sz="1400" baseline="7936" dirty="0">
                <a:solidFill>
                  <a:srgbClr val="BE9000"/>
                </a:solidFill>
                <a:latin typeface="Lucida Sans Unicode"/>
                <a:cs typeface="Lucida Sans Unicode"/>
              </a:rPr>
              <a:t>	</a:t>
            </a:r>
            <a:r>
              <a:rPr sz="1400" spc="-100" baseline="7936" dirty="0">
                <a:solidFill>
                  <a:srgbClr val="BE9000"/>
                </a:solidFill>
                <a:latin typeface="Lucida Sans Unicode"/>
                <a:cs typeface="Lucida Sans Unicode"/>
              </a:rPr>
              <a:t>1</a:t>
            </a:r>
            <a:r>
              <a:rPr sz="1400" baseline="7936" dirty="0">
                <a:solidFill>
                  <a:srgbClr val="BE9000"/>
                </a:solidFill>
                <a:latin typeface="Lucida Sans Unicode"/>
                <a:cs typeface="Lucida Sans Unicode"/>
              </a:rPr>
              <a:t>	</a:t>
            </a:r>
            <a:r>
              <a:rPr sz="2200" spc="-49" baseline="-7575" dirty="0">
                <a:solidFill>
                  <a:srgbClr val="BE9000"/>
                </a:solidFill>
                <a:latin typeface="Lucida Sans Unicode"/>
                <a:cs typeface="Lucida Sans Unicode"/>
              </a:rPr>
              <a:t>k</a:t>
            </a:r>
            <a:r>
              <a:rPr sz="1400" spc="-49" baseline="-43650" dirty="0">
                <a:solidFill>
                  <a:srgbClr val="BE9000"/>
                </a:solidFill>
                <a:latin typeface="Lucida Sans Unicode"/>
                <a:cs typeface="Lucida Sans Unicode"/>
              </a:rPr>
              <a:t>2</a:t>
            </a:r>
            <a:r>
              <a:rPr sz="1400" baseline="-43650" dirty="0">
                <a:solidFill>
                  <a:srgbClr val="BE9000"/>
                </a:solidFill>
                <a:latin typeface="Lucida Sans Unicode"/>
                <a:cs typeface="Lucida Sans Unicode"/>
              </a:rPr>
              <a:t>	</a:t>
            </a:r>
            <a:r>
              <a:rPr sz="2200" spc="-49" baseline="-7575" dirty="0">
                <a:solidFill>
                  <a:srgbClr val="BE9000"/>
                </a:solidFill>
                <a:latin typeface="Lucida Sans Unicode"/>
                <a:cs typeface="Lucida Sans Unicode"/>
              </a:rPr>
              <a:t>k</a:t>
            </a:r>
            <a:r>
              <a:rPr sz="1400" spc="-49" baseline="-43650" dirty="0">
                <a:solidFill>
                  <a:srgbClr val="BE9000"/>
                </a:solidFill>
                <a:latin typeface="Lucida Sans Unicode"/>
                <a:cs typeface="Lucida Sans Unicode"/>
              </a:rPr>
              <a:t>3</a:t>
            </a:r>
            <a:r>
              <a:rPr sz="1400" baseline="-43650" dirty="0">
                <a:solidFill>
                  <a:srgbClr val="BE9000"/>
                </a:solidFill>
                <a:latin typeface="Lucida Sans Unicode"/>
                <a:cs typeface="Lucida Sans Unicode"/>
              </a:rPr>
              <a:t>	</a:t>
            </a:r>
            <a:r>
              <a:rPr sz="2200" spc="-49" baseline="-7575" dirty="0">
                <a:solidFill>
                  <a:srgbClr val="BE9000"/>
                </a:solidFill>
                <a:latin typeface="Lucida Sans Unicode"/>
                <a:cs typeface="Lucida Sans Unicode"/>
              </a:rPr>
              <a:t>k</a:t>
            </a:r>
            <a:r>
              <a:rPr sz="1400" spc="-49" baseline="-43650" dirty="0">
                <a:solidFill>
                  <a:srgbClr val="BE9000"/>
                </a:solidFill>
                <a:latin typeface="Lucida Sans Unicode"/>
                <a:cs typeface="Lucida Sans Unicode"/>
              </a:rPr>
              <a:t>4</a:t>
            </a:r>
            <a:r>
              <a:rPr sz="1400" baseline="-43650" dirty="0">
                <a:solidFill>
                  <a:srgbClr val="BE9000"/>
                </a:solidFill>
                <a:latin typeface="Lucida Sans Unicode"/>
                <a:cs typeface="Lucida Sans Unicode"/>
              </a:rPr>
              <a:t>	</a:t>
            </a:r>
            <a:r>
              <a:rPr sz="1533" i="1" spc="-33" dirty="0">
                <a:latin typeface="Verdana"/>
                <a:cs typeface="Verdana"/>
              </a:rPr>
              <a:t>the</a:t>
            </a:r>
            <a:r>
              <a:rPr sz="1533" i="1" dirty="0">
                <a:latin typeface="Verdana"/>
                <a:cs typeface="Verdana"/>
              </a:rPr>
              <a:t>	</a:t>
            </a:r>
            <a:r>
              <a:rPr sz="1467" spc="-33" dirty="0">
                <a:solidFill>
                  <a:srgbClr val="5AB46E"/>
                </a:solidFill>
                <a:latin typeface="Lucida Sans Unicode"/>
                <a:cs typeface="Lucida Sans Unicode"/>
              </a:rPr>
              <a:t>v</a:t>
            </a:r>
            <a:r>
              <a:rPr sz="1400" spc="-49" baseline="-31746" dirty="0">
                <a:solidFill>
                  <a:srgbClr val="5AB46E"/>
                </a:solidFill>
                <a:latin typeface="Lucida Sans Unicode"/>
                <a:cs typeface="Lucida Sans Unicode"/>
              </a:rPr>
              <a:t>4</a:t>
            </a:r>
            <a:endParaRPr sz="1400" baseline="-31746">
              <a:latin typeface="Lucida Sans Unicode"/>
              <a:cs typeface="Lucida Sans Unicode"/>
            </a:endParaRPr>
          </a:p>
        </p:txBody>
      </p:sp>
      <p:grpSp>
        <p:nvGrpSpPr>
          <p:cNvPr id="4" name="object 4">
            <a:extLst>
              <a:ext uri="{FF2B5EF4-FFF2-40B4-BE49-F238E27FC236}">
                <a16:creationId xmlns:a16="http://schemas.microsoft.com/office/drawing/2014/main" id="{60B80FBB-6694-ECFA-CD9A-F1E1F9632685}"/>
              </a:ext>
            </a:extLst>
          </p:cNvPr>
          <p:cNvGrpSpPr/>
          <p:nvPr/>
        </p:nvGrpSpPr>
        <p:grpSpPr>
          <a:xfrm>
            <a:off x="2957285" y="2457490"/>
            <a:ext cx="4754880" cy="2332567"/>
            <a:chOff x="2217964" y="1843117"/>
            <a:chExt cx="3566160" cy="1749425"/>
          </a:xfrm>
        </p:grpSpPr>
        <p:sp>
          <p:nvSpPr>
            <p:cNvPr id="5" name="object 5">
              <a:extLst>
                <a:ext uri="{FF2B5EF4-FFF2-40B4-BE49-F238E27FC236}">
                  <a16:creationId xmlns:a16="http://schemas.microsoft.com/office/drawing/2014/main" id="{1851343C-DC2B-26C8-D6AA-0F43449593F3}"/>
                </a:ext>
              </a:extLst>
            </p:cNvPr>
            <p:cNvSpPr/>
            <p:nvPr/>
          </p:nvSpPr>
          <p:spPr>
            <a:xfrm>
              <a:off x="5302189" y="3173867"/>
              <a:ext cx="478790" cy="415290"/>
            </a:xfrm>
            <a:custGeom>
              <a:avLst/>
              <a:gdLst/>
              <a:ahLst/>
              <a:cxnLst/>
              <a:rect l="l" t="t" r="r" b="b"/>
              <a:pathLst>
                <a:path w="478789" h="415289">
                  <a:moveTo>
                    <a:pt x="0" y="0"/>
                  </a:moveTo>
                  <a:lnTo>
                    <a:pt x="478499" y="0"/>
                  </a:lnTo>
                  <a:lnTo>
                    <a:pt x="478499" y="415199"/>
                  </a:lnTo>
                  <a:lnTo>
                    <a:pt x="0" y="415199"/>
                  </a:lnTo>
                  <a:lnTo>
                    <a:pt x="0" y="0"/>
                  </a:lnTo>
                  <a:close/>
                </a:path>
              </a:pathLst>
            </a:custGeom>
            <a:ln w="5574">
              <a:solidFill>
                <a:srgbClr val="5AB46E"/>
              </a:solidFill>
            </a:ln>
          </p:spPr>
          <p:txBody>
            <a:bodyPr wrap="square" lIns="0" tIns="0" rIns="0" bIns="0" rtlCol="0"/>
            <a:lstStyle/>
            <a:p>
              <a:endParaRPr sz="2400"/>
            </a:p>
          </p:txBody>
        </p:sp>
        <p:sp>
          <p:nvSpPr>
            <p:cNvPr id="6" name="object 6">
              <a:extLst>
                <a:ext uri="{FF2B5EF4-FFF2-40B4-BE49-F238E27FC236}">
                  <a16:creationId xmlns:a16="http://schemas.microsoft.com/office/drawing/2014/main" id="{F3AF5F45-19EF-2B20-63B0-F906E0F9E802}"/>
                </a:ext>
              </a:extLst>
            </p:cNvPr>
            <p:cNvSpPr/>
            <p:nvPr/>
          </p:nvSpPr>
          <p:spPr>
            <a:xfrm>
              <a:off x="3656332" y="1845975"/>
              <a:ext cx="478790" cy="415290"/>
            </a:xfrm>
            <a:custGeom>
              <a:avLst/>
              <a:gdLst/>
              <a:ahLst/>
              <a:cxnLst/>
              <a:rect l="l" t="t" r="r" b="b"/>
              <a:pathLst>
                <a:path w="478789" h="415289">
                  <a:moveTo>
                    <a:pt x="478499" y="415199"/>
                  </a:moveTo>
                  <a:lnTo>
                    <a:pt x="0" y="415199"/>
                  </a:lnTo>
                  <a:lnTo>
                    <a:pt x="0" y="0"/>
                  </a:lnTo>
                  <a:lnTo>
                    <a:pt x="478499" y="0"/>
                  </a:lnTo>
                  <a:lnTo>
                    <a:pt x="478499" y="415199"/>
                  </a:lnTo>
                  <a:close/>
                </a:path>
              </a:pathLst>
            </a:custGeom>
            <a:solidFill>
              <a:srgbClr val="EEEEEE"/>
            </a:solidFill>
          </p:spPr>
          <p:txBody>
            <a:bodyPr wrap="square" lIns="0" tIns="0" rIns="0" bIns="0" rtlCol="0"/>
            <a:lstStyle/>
            <a:p>
              <a:endParaRPr sz="2400"/>
            </a:p>
          </p:txBody>
        </p:sp>
        <p:sp>
          <p:nvSpPr>
            <p:cNvPr id="7" name="object 7">
              <a:extLst>
                <a:ext uri="{FF2B5EF4-FFF2-40B4-BE49-F238E27FC236}">
                  <a16:creationId xmlns:a16="http://schemas.microsoft.com/office/drawing/2014/main" id="{466D92A0-8179-6DE9-B5F4-3A3CCF6BE2EE}"/>
                </a:ext>
              </a:extLst>
            </p:cNvPr>
            <p:cNvSpPr/>
            <p:nvPr/>
          </p:nvSpPr>
          <p:spPr>
            <a:xfrm>
              <a:off x="3656332" y="1845975"/>
              <a:ext cx="478790" cy="415290"/>
            </a:xfrm>
            <a:custGeom>
              <a:avLst/>
              <a:gdLst/>
              <a:ahLst/>
              <a:cxnLst/>
              <a:rect l="l" t="t" r="r" b="b"/>
              <a:pathLst>
                <a:path w="478789" h="415289">
                  <a:moveTo>
                    <a:pt x="0" y="0"/>
                  </a:moveTo>
                  <a:lnTo>
                    <a:pt x="478499" y="0"/>
                  </a:lnTo>
                  <a:lnTo>
                    <a:pt x="478499" y="415199"/>
                  </a:lnTo>
                  <a:lnTo>
                    <a:pt x="0" y="415199"/>
                  </a:lnTo>
                  <a:lnTo>
                    <a:pt x="0" y="0"/>
                  </a:lnTo>
                  <a:close/>
                </a:path>
              </a:pathLst>
            </a:custGeom>
            <a:ln w="5574">
              <a:solidFill>
                <a:srgbClr val="FAB901"/>
              </a:solidFill>
            </a:ln>
          </p:spPr>
          <p:txBody>
            <a:bodyPr wrap="square" lIns="0" tIns="0" rIns="0" bIns="0" rtlCol="0"/>
            <a:lstStyle/>
            <a:p>
              <a:endParaRPr sz="2400"/>
            </a:p>
          </p:txBody>
        </p:sp>
        <p:sp>
          <p:nvSpPr>
            <p:cNvPr id="8" name="object 8">
              <a:extLst>
                <a:ext uri="{FF2B5EF4-FFF2-40B4-BE49-F238E27FC236}">
                  <a16:creationId xmlns:a16="http://schemas.microsoft.com/office/drawing/2014/main" id="{25303A98-00C4-C8FE-F2AF-3F3793BFB8B7}"/>
                </a:ext>
              </a:extLst>
            </p:cNvPr>
            <p:cNvSpPr/>
            <p:nvPr/>
          </p:nvSpPr>
          <p:spPr>
            <a:xfrm>
              <a:off x="3656332" y="2262598"/>
              <a:ext cx="478790" cy="415290"/>
            </a:xfrm>
            <a:custGeom>
              <a:avLst/>
              <a:gdLst/>
              <a:ahLst/>
              <a:cxnLst/>
              <a:rect l="l" t="t" r="r" b="b"/>
              <a:pathLst>
                <a:path w="478789" h="415289">
                  <a:moveTo>
                    <a:pt x="478499" y="415199"/>
                  </a:moveTo>
                  <a:lnTo>
                    <a:pt x="0" y="415199"/>
                  </a:lnTo>
                  <a:lnTo>
                    <a:pt x="0" y="0"/>
                  </a:lnTo>
                  <a:lnTo>
                    <a:pt x="478499" y="0"/>
                  </a:lnTo>
                  <a:lnTo>
                    <a:pt x="478499" y="415199"/>
                  </a:lnTo>
                  <a:close/>
                </a:path>
              </a:pathLst>
            </a:custGeom>
            <a:solidFill>
              <a:srgbClr val="EEEEEE"/>
            </a:solidFill>
          </p:spPr>
          <p:txBody>
            <a:bodyPr wrap="square" lIns="0" tIns="0" rIns="0" bIns="0" rtlCol="0"/>
            <a:lstStyle/>
            <a:p>
              <a:endParaRPr sz="2400"/>
            </a:p>
          </p:txBody>
        </p:sp>
        <p:sp>
          <p:nvSpPr>
            <p:cNvPr id="9" name="object 9">
              <a:extLst>
                <a:ext uri="{FF2B5EF4-FFF2-40B4-BE49-F238E27FC236}">
                  <a16:creationId xmlns:a16="http://schemas.microsoft.com/office/drawing/2014/main" id="{8E70D002-C0DA-00A4-81A8-89BD76171369}"/>
                </a:ext>
              </a:extLst>
            </p:cNvPr>
            <p:cNvSpPr/>
            <p:nvPr/>
          </p:nvSpPr>
          <p:spPr>
            <a:xfrm>
              <a:off x="3656332" y="2262598"/>
              <a:ext cx="478790" cy="415290"/>
            </a:xfrm>
            <a:custGeom>
              <a:avLst/>
              <a:gdLst/>
              <a:ahLst/>
              <a:cxnLst/>
              <a:rect l="l" t="t" r="r" b="b"/>
              <a:pathLst>
                <a:path w="478789" h="415289">
                  <a:moveTo>
                    <a:pt x="0" y="0"/>
                  </a:moveTo>
                  <a:lnTo>
                    <a:pt x="478499" y="0"/>
                  </a:lnTo>
                  <a:lnTo>
                    <a:pt x="478499" y="415199"/>
                  </a:lnTo>
                  <a:lnTo>
                    <a:pt x="0" y="415199"/>
                  </a:lnTo>
                  <a:lnTo>
                    <a:pt x="0" y="0"/>
                  </a:lnTo>
                  <a:close/>
                </a:path>
              </a:pathLst>
            </a:custGeom>
            <a:ln w="5574">
              <a:solidFill>
                <a:srgbClr val="FAB901"/>
              </a:solidFill>
            </a:ln>
          </p:spPr>
          <p:txBody>
            <a:bodyPr wrap="square" lIns="0" tIns="0" rIns="0" bIns="0" rtlCol="0"/>
            <a:lstStyle/>
            <a:p>
              <a:endParaRPr sz="2400"/>
            </a:p>
          </p:txBody>
        </p:sp>
        <p:sp>
          <p:nvSpPr>
            <p:cNvPr id="10" name="object 10">
              <a:extLst>
                <a:ext uri="{FF2B5EF4-FFF2-40B4-BE49-F238E27FC236}">
                  <a16:creationId xmlns:a16="http://schemas.microsoft.com/office/drawing/2014/main" id="{FAA2DD61-5586-575A-BC1B-E05905F36E26}"/>
                </a:ext>
              </a:extLst>
            </p:cNvPr>
            <p:cNvSpPr/>
            <p:nvPr/>
          </p:nvSpPr>
          <p:spPr>
            <a:xfrm>
              <a:off x="3656332" y="2685980"/>
              <a:ext cx="478790" cy="415290"/>
            </a:xfrm>
            <a:custGeom>
              <a:avLst/>
              <a:gdLst/>
              <a:ahLst/>
              <a:cxnLst/>
              <a:rect l="l" t="t" r="r" b="b"/>
              <a:pathLst>
                <a:path w="478789" h="415289">
                  <a:moveTo>
                    <a:pt x="478499" y="415199"/>
                  </a:moveTo>
                  <a:lnTo>
                    <a:pt x="0" y="415199"/>
                  </a:lnTo>
                  <a:lnTo>
                    <a:pt x="0" y="0"/>
                  </a:lnTo>
                  <a:lnTo>
                    <a:pt x="478499" y="0"/>
                  </a:lnTo>
                  <a:lnTo>
                    <a:pt x="478499" y="415199"/>
                  </a:lnTo>
                  <a:close/>
                </a:path>
              </a:pathLst>
            </a:custGeom>
            <a:solidFill>
              <a:srgbClr val="EEEEEE"/>
            </a:solidFill>
          </p:spPr>
          <p:txBody>
            <a:bodyPr wrap="square" lIns="0" tIns="0" rIns="0" bIns="0" rtlCol="0"/>
            <a:lstStyle/>
            <a:p>
              <a:endParaRPr sz="2400"/>
            </a:p>
          </p:txBody>
        </p:sp>
        <p:sp>
          <p:nvSpPr>
            <p:cNvPr id="11" name="object 11">
              <a:extLst>
                <a:ext uri="{FF2B5EF4-FFF2-40B4-BE49-F238E27FC236}">
                  <a16:creationId xmlns:a16="http://schemas.microsoft.com/office/drawing/2014/main" id="{4A8D3E90-027F-A8D6-CE72-D31CC2B3FD84}"/>
                </a:ext>
              </a:extLst>
            </p:cNvPr>
            <p:cNvSpPr/>
            <p:nvPr/>
          </p:nvSpPr>
          <p:spPr>
            <a:xfrm>
              <a:off x="2220821" y="2685980"/>
              <a:ext cx="1914525" cy="835660"/>
            </a:xfrm>
            <a:custGeom>
              <a:avLst/>
              <a:gdLst/>
              <a:ahLst/>
              <a:cxnLst/>
              <a:rect l="l" t="t" r="r" b="b"/>
              <a:pathLst>
                <a:path w="1914525" h="835660">
                  <a:moveTo>
                    <a:pt x="1435510" y="0"/>
                  </a:moveTo>
                  <a:lnTo>
                    <a:pt x="1914010" y="0"/>
                  </a:lnTo>
                  <a:lnTo>
                    <a:pt x="1914010" y="415199"/>
                  </a:lnTo>
                  <a:lnTo>
                    <a:pt x="1435510" y="415199"/>
                  </a:lnTo>
                  <a:lnTo>
                    <a:pt x="1435510" y="0"/>
                  </a:lnTo>
                  <a:close/>
                </a:path>
                <a:path w="1914525" h="835660">
                  <a:moveTo>
                    <a:pt x="0" y="420002"/>
                  </a:moveTo>
                  <a:lnTo>
                    <a:pt x="478499" y="420002"/>
                  </a:lnTo>
                  <a:lnTo>
                    <a:pt x="478499" y="835202"/>
                  </a:lnTo>
                  <a:lnTo>
                    <a:pt x="0" y="835202"/>
                  </a:lnTo>
                  <a:lnTo>
                    <a:pt x="0" y="420002"/>
                  </a:lnTo>
                  <a:close/>
                </a:path>
                <a:path w="1914525" h="835660">
                  <a:moveTo>
                    <a:pt x="478530" y="420002"/>
                  </a:moveTo>
                  <a:lnTo>
                    <a:pt x="957030" y="420002"/>
                  </a:lnTo>
                  <a:lnTo>
                    <a:pt x="957030" y="835202"/>
                  </a:lnTo>
                  <a:lnTo>
                    <a:pt x="478530" y="835202"/>
                  </a:lnTo>
                  <a:lnTo>
                    <a:pt x="478530" y="420002"/>
                  </a:lnTo>
                  <a:close/>
                </a:path>
                <a:path w="1914525" h="835660">
                  <a:moveTo>
                    <a:pt x="957060" y="420002"/>
                  </a:moveTo>
                  <a:lnTo>
                    <a:pt x="1435560" y="420002"/>
                  </a:lnTo>
                  <a:lnTo>
                    <a:pt x="1435560" y="835202"/>
                  </a:lnTo>
                  <a:lnTo>
                    <a:pt x="957060" y="835202"/>
                  </a:lnTo>
                  <a:lnTo>
                    <a:pt x="957060" y="420002"/>
                  </a:lnTo>
                  <a:close/>
                </a:path>
                <a:path w="1914525" h="835660">
                  <a:moveTo>
                    <a:pt x="1435500" y="420002"/>
                  </a:moveTo>
                  <a:lnTo>
                    <a:pt x="1914000" y="420002"/>
                  </a:lnTo>
                  <a:lnTo>
                    <a:pt x="1914000" y="835202"/>
                  </a:lnTo>
                  <a:lnTo>
                    <a:pt x="1435500" y="835202"/>
                  </a:lnTo>
                  <a:lnTo>
                    <a:pt x="1435500" y="420002"/>
                  </a:lnTo>
                  <a:close/>
                </a:path>
              </a:pathLst>
            </a:custGeom>
            <a:ln w="5574">
              <a:solidFill>
                <a:srgbClr val="FAB901"/>
              </a:solidFill>
            </a:ln>
          </p:spPr>
          <p:txBody>
            <a:bodyPr wrap="square" lIns="0" tIns="0" rIns="0" bIns="0" rtlCol="0"/>
            <a:lstStyle/>
            <a:p>
              <a:endParaRPr sz="2400"/>
            </a:p>
          </p:txBody>
        </p:sp>
      </p:grpSp>
      <p:grpSp>
        <p:nvGrpSpPr>
          <p:cNvPr id="12" name="object 12">
            <a:extLst>
              <a:ext uri="{FF2B5EF4-FFF2-40B4-BE49-F238E27FC236}">
                <a16:creationId xmlns:a16="http://schemas.microsoft.com/office/drawing/2014/main" id="{104734E3-C677-FD79-8618-A4C06F04459B}"/>
              </a:ext>
            </a:extLst>
          </p:cNvPr>
          <p:cNvGrpSpPr/>
          <p:nvPr/>
        </p:nvGrpSpPr>
        <p:grpSpPr>
          <a:xfrm>
            <a:off x="57220" y="1536952"/>
            <a:ext cx="10997353" cy="3801533"/>
            <a:chOff x="42914" y="1152714"/>
            <a:chExt cx="8248015" cy="2851150"/>
          </a:xfrm>
        </p:grpSpPr>
        <p:sp>
          <p:nvSpPr>
            <p:cNvPr id="13" name="object 13">
              <a:extLst>
                <a:ext uri="{FF2B5EF4-FFF2-40B4-BE49-F238E27FC236}">
                  <a16:creationId xmlns:a16="http://schemas.microsoft.com/office/drawing/2014/main" id="{6D02842E-6F69-5355-D363-9BB8B24E98FE}"/>
                </a:ext>
              </a:extLst>
            </p:cNvPr>
            <p:cNvSpPr/>
            <p:nvPr/>
          </p:nvSpPr>
          <p:spPr>
            <a:xfrm>
              <a:off x="42914" y="1152714"/>
              <a:ext cx="8067040" cy="2851150"/>
            </a:xfrm>
            <a:custGeom>
              <a:avLst/>
              <a:gdLst/>
              <a:ahLst/>
              <a:cxnLst/>
              <a:rect l="l" t="t" r="r" b="b"/>
              <a:pathLst>
                <a:path w="8067040" h="2851150">
                  <a:moveTo>
                    <a:pt x="8066700" y="2850600"/>
                  </a:moveTo>
                  <a:lnTo>
                    <a:pt x="0" y="2850600"/>
                  </a:lnTo>
                  <a:lnTo>
                    <a:pt x="0" y="0"/>
                  </a:lnTo>
                  <a:lnTo>
                    <a:pt x="8066700" y="0"/>
                  </a:lnTo>
                  <a:lnTo>
                    <a:pt x="8066700" y="2850600"/>
                  </a:lnTo>
                  <a:close/>
                </a:path>
              </a:pathLst>
            </a:custGeom>
            <a:solidFill>
              <a:srgbClr val="FFFFFF">
                <a:alpha val="64559"/>
              </a:srgbClr>
            </a:solidFill>
          </p:spPr>
          <p:txBody>
            <a:bodyPr wrap="square" lIns="0" tIns="0" rIns="0" bIns="0" rtlCol="0"/>
            <a:lstStyle/>
            <a:p>
              <a:endParaRPr sz="2400"/>
            </a:p>
          </p:txBody>
        </p:sp>
        <p:sp>
          <p:nvSpPr>
            <p:cNvPr id="14" name="object 14">
              <a:extLst>
                <a:ext uri="{FF2B5EF4-FFF2-40B4-BE49-F238E27FC236}">
                  <a16:creationId xmlns:a16="http://schemas.microsoft.com/office/drawing/2014/main" id="{563838C1-2F3B-4656-AC49-A19747988AEF}"/>
                </a:ext>
              </a:extLst>
            </p:cNvPr>
            <p:cNvSpPr/>
            <p:nvPr/>
          </p:nvSpPr>
          <p:spPr>
            <a:xfrm>
              <a:off x="6355542" y="1304942"/>
              <a:ext cx="1927860" cy="2428240"/>
            </a:xfrm>
            <a:custGeom>
              <a:avLst/>
              <a:gdLst/>
              <a:ahLst/>
              <a:cxnLst/>
              <a:rect l="l" t="t" r="r" b="b"/>
              <a:pathLst>
                <a:path w="1927859" h="2428240">
                  <a:moveTo>
                    <a:pt x="0" y="0"/>
                  </a:moveTo>
                  <a:lnTo>
                    <a:pt x="1927799" y="0"/>
                  </a:lnTo>
                  <a:lnTo>
                    <a:pt x="1927799" y="2428200"/>
                  </a:lnTo>
                  <a:lnTo>
                    <a:pt x="0" y="2428200"/>
                  </a:lnTo>
                  <a:lnTo>
                    <a:pt x="0" y="0"/>
                  </a:lnTo>
                  <a:close/>
                </a:path>
              </a:pathLst>
            </a:custGeom>
            <a:ln w="14674">
              <a:solidFill>
                <a:srgbClr val="257693"/>
              </a:solidFill>
              <a:prstDash val="lgDash"/>
            </a:ln>
          </p:spPr>
          <p:txBody>
            <a:bodyPr wrap="square" lIns="0" tIns="0" rIns="0" bIns="0" rtlCol="0"/>
            <a:lstStyle/>
            <a:p>
              <a:endParaRPr sz="2400"/>
            </a:p>
          </p:txBody>
        </p:sp>
      </p:grpSp>
      <p:sp>
        <p:nvSpPr>
          <p:cNvPr id="15" name="object 15">
            <a:extLst>
              <a:ext uri="{FF2B5EF4-FFF2-40B4-BE49-F238E27FC236}">
                <a16:creationId xmlns:a16="http://schemas.microsoft.com/office/drawing/2014/main" id="{72110182-1649-3FAA-BD80-BE46317C83A8}"/>
              </a:ext>
            </a:extLst>
          </p:cNvPr>
          <p:cNvSpPr txBox="1"/>
          <p:nvPr/>
        </p:nvSpPr>
        <p:spPr>
          <a:xfrm>
            <a:off x="8438634" y="1476203"/>
            <a:ext cx="1072727" cy="268449"/>
          </a:xfrm>
          <a:prstGeom prst="rect">
            <a:avLst/>
          </a:prstGeom>
        </p:spPr>
        <p:txBody>
          <a:bodyPr vert="horz" wrap="square" lIns="0" tIns="22013" rIns="0" bIns="0" rtlCol="0">
            <a:spAutoFit/>
          </a:bodyPr>
          <a:lstStyle/>
          <a:p>
            <a:pPr marL="16933">
              <a:spcBef>
                <a:spcPts val="173"/>
              </a:spcBef>
            </a:pPr>
            <a:r>
              <a:rPr sz="1600" spc="-140" dirty="0">
                <a:solidFill>
                  <a:srgbClr val="37879E"/>
                </a:solidFill>
                <a:latin typeface="Arial Black"/>
                <a:cs typeface="Arial Black"/>
              </a:rPr>
              <a:t>KV</a:t>
            </a:r>
            <a:r>
              <a:rPr sz="1600" spc="-167" dirty="0">
                <a:solidFill>
                  <a:srgbClr val="37879E"/>
                </a:solidFill>
                <a:latin typeface="Arial Black"/>
                <a:cs typeface="Arial Black"/>
              </a:rPr>
              <a:t> </a:t>
            </a:r>
            <a:r>
              <a:rPr sz="1600" spc="-13" dirty="0">
                <a:solidFill>
                  <a:srgbClr val="37879E"/>
                </a:solidFill>
                <a:latin typeface="Arial Black"/>
                <a:cs typeface="Arial Black"/>
              </a:rPr>
              <a:t>Cache</a:t>
            </a:r>
            <a:endParaRPr sz="1600">
              <a:latin typeface="Arial Black"/>
              <a:cs typeface="Arial Black"/>
            </a:endParaRPr>
          </a:p>
        </p:txBody>
      </p:sp>
      <p:graphicFrame>
        <p:nvGraphicFramePr>
          <p:cNvPr id="16" name="object 16">
            <a:extLst>
              <a:ext uri="{FF2B5EF4-FFF2-40B4-BE49-F238E27FC236}">
                <a16:creationId xmlns:a16="http://schemas.microsoft.com/office/drawing/2014/main" id="{3E47A7A7-0D31-EAD6-8B9D-914000C79619}"/>
              </a:ext>
            </a:extLst>
          </p:cNvPr>
          <p:cNvGraphicFramePr>
            <a:graphicFrameLocks noGrp="1"/>
          </p:cNvGraphicFramePr>
          <p:nvPr/>
        </p:nvGraphicFramePr>
        <p:xfrm>
          <a:off x="8561629" y="3690573"/>
          <a:ext cx="2385907" cy="1222588"/>
        </p:xfrm>
        <a:graphic>
          <a:graphicData uri="http://schemas.openxmlformats.org/drawingml/2006/table">
            <a:tbl>
              <a:tblPr firstRow="1" bandRow="1">
                <a:tableStyleId>{2D5ABB26-0587-4C30-8999-92F81FD0307C}</a:tableStyleId>
              </a:tblPr>
              <a:tblGrid>
                <a:gridCol w="2385907">
                  <a:extLst>
                    <a:ext uri="{9D8B030D-6E8A-4147-A177-3AD203B41FA5}">
                      <a16:colId xmlns:a16="http://schemas.microsoft.com/office/drawing/2014/main" val="20000"/>
                    </a:ext>
                  </a:extLst>
                </a:gridCol>
              </a:tblGrid>
              <a:tr h="305647">
                <a:tc>
                  <a:txBody>
                    <a:bodyPr/>
                    <a:lstStyle/>
                    <a:p>
                      <a:pPr marL="142240">
                        <a:lnSpc>
                          <a:spcPct val="100000"/>
                        </a:lnSpc>
                        <a:spcBef>
                          <a:spcPts val="250"/>
                        </a:spcBef>
                      </a:pPr>
                      <a:r>
                        <a:rPr sz="1400" b="1" dirty="0">
                          <a:solidFill>
                            <a:srgbClr val="257693"/>
                          </a:solidFill>
                          <a:latin typeface="Arial"/>
                          <a:cs typeface="Arial"/>
                        </a:rPr>
                        <a:t>KVs:</a:t>
                      </a:r>
                      <a:r>
                        <a:rPr sz="1400" b="1" spc="-20" dirty="0">
                          <a:solidFill>
                            <a:srgbClr val="257693"/>
                          </a:solidFill>
                          <a:latin typeface="Arial"/>
                          <a:cs typeface="Arial"/>
                        </a:rPr>
                        <a:t> </a:t>
                      </a:r>
                      <a:r>
                        <a:rPr sz="1400" dirty="0">
                          <a:latin typeface="Arial MT"/>
                          <a:cs typeface="Arial MT"/>
                        </a:rPr>
                        <a:t>Token 4 </a:t>
                      </a:r>
                      <a:r>
                        <a:rPr sz="1400" spc="-10" dirty="0">
                          <a:latin typeface="Arial MT"/>
                          <a:cs typeface="Arial MT"/>
                        </a:rPr>
                        <a:t>“</a:t>
                      </a:r>
                      <a:r>
                        <a:rPr sz="1400" i="1" spc="-10" dirty="0">
                          <a:latin typeface="Arial"/>
                          <a:cs typeface="Arial"/>
                        </a:rPr>
                        <a:t>the”</a:t>
                      </a:r>
                      <a:endParaRPr sz="1400">
                        <a:latin typeface="Arial"/>
                        <a:cs typeface="Arial"/>
                      </a:endParaRPr>
                    </a:p>
                  </a:txBody>
                  <a:tcPr marL="0" marR="0" marT="42333" marB="0">
                    <a:lnL w="9525">
                      <a:solidFill>
                        <a:srgbClr val="595959"/>
                      </a:solidFill>
                      <a:prstDash val="solid"/>
                    </a:lnL>
                    <a:lnR w="9525">
                      <a:solidFill>
                        <a:srgbClr val="595959"/>
                      </a:solidFill>
                      <a:prstDash val="solid"/>
                    </a:lnR>
                    <a:lnT w="9525">
                      <a:solidFill>
                        <a:srgbClr val="595959"/>
                      </a:solidFill>
                      <a:prstDash val="solid"/>
                    </a:lnT>
                    <a:lnB w="9525">
                      <a:solidFill>
                        <a:srgbClr val="595959"/>
                      </a:solidFill>
                      <a:prstDash val="solid"/>
                    </a:lnB>
                    <a:solidFill>
                      <a:srgbClr val="F3F3F3"/>
                    </a:solidFill>
                  </a:tcPr>
                </a:tc>
                <a:extLst>
                  <a:ext uri="{0D108BD9-81ED-4DB2-BD59-A6C34878D82A}">
                    <a16:rowId xmlns:a16="http://schemas.microsoft.com/office/drawing/2014/main" val="10000"/>
                  </a:ext>
                </a:extLst>
              </a:tr>
              <a:tr h="305647">
                <a:tc>
                  <a:txBody>
                    <a:bodyPr/>
                    <a:lstStyle/>
                    <a:p>
                      <a:pPr marL="142240">
                        <a:lnSpc>
                          <a:spcPct val="100000"/>
                        </a:lnSpc>
                        <a:spcBef>
                          <a:spcPts val="250"/>
                        </a:spcBef>
                      </a:pPr>
                      <a:r>
                        <a:rPr sz="1400" b="1" dirty="0">
                          <a:solidFill>
                            <a:srgbClr val="257693"/>
                          </a:solidFill>
                          <a:latin typeface="Arial"/>
                          <a:cs typeface="Arial"/>
                        </a:rPr>
                        <a:t>KVs:</a:t>
                      </a:r>
                      <a:r>
                        <a:rPr sz="1400" b="1" spc="-20" dirty="0">
                          <a:solidFill>
                            <a:srgbClr val="257693"/>
                          </a:solidFill>
                          <a:latin typeface="Arial"/>
                          <a:cs typeface="Arial"/>
                        </a:rPr>
                        <a:t> </a:t>
                      </a:r>
                      <a:r>
                        <a:rPr sz="1400" dirty="0">
                          <a:latin typeface="Arial MT"/>
                          <a:cs typeface="Arial MT"/>
                        </a:rPr>
                        <a:t>Token 3 </a:t>
                      </a:r>
                      <a:r>
                        <a:rPr sz="1400" spc="-10" dirty="0">
                          <a:latin typeface="Arial MT"/>
                          <a:cs typeface="Arial MT"/>
                        </a:rPr>
                        <a:t>“</a:t>
                      </a:r>
                      <a:r>
                        <a:rPr sz="1400" i="1" spc="-10" dirty="0">
                          <a:latin typeface="Arial"/>
                          <a:cs typeface="Arial"/>
                        </a:rPr>
                        <a:t>bit”</a:t>
                      </a:r>
                      <a:endParaRPr sz="1400">
                        <a:latin typeface="Arial"/>
                        <a:cs typeface="Arial"/>
                      </a:endParaRPr>
                    </a:p>
                  </a:txBody>
                  <a:tcPr marL="0" marR="0" marT="42333" marB="0">
                    <a:lnL w="9525">
                      <a:solidFill>
                        <a:srgbClr val="595959"/>
                      </a:solidFill>
                      <a:prstDash val="solid"/>
                    </a:lnL>
                    <a:lnR w="9525">
                      <a:solidFill>
                        <a:srgbClr val="595959"/>
                      </a:solidFill>
                      <a:prstDash val="solid"/>
                    </a:lnR>
                    <a:lnT w="9525">
                      <a:solidFill>
                        <a:srgbClr val="595959"/>
                      </a:solidFill>
                      <a:prstDash val="solid"/>
                    </a:lnT>
                    <a:lnB w="9525">
                      <a:solidFill>
                        <a:srgbClr val="595959"/>
                      </a:solidFill>
                      <a:prstDash val="solid"/>
                    </a:lnB>
                    <a:solidFill>
                      <a:srgbClr val="F3F3F3"/>
                    </a:solidFill>
                  </a:tcPr>
                </a:tc>
                <a:extLst>
                  <a:ext uri="{0D108BD9-81ED-4DB2-BD59-A6C34878D82A}">
                    <a16:rowId xmlns:a16="http://schemas.microsoft.com/office/drawing/2014/main" val="10001"/>
                  </a:ext>
                </a:extLst>
              </a:tr>
              <a:tr h="305647">
                <a:tc>
                  <a:txBody>
                    <a:bodyPr/>
                    <a:lstStyle/>
                    <a:p>
                      <a:pPr marL="142240">
                        <a:lnSpc>
                          <a:spcPct val="100000"/>
                        </a:lnSpc>
                        <a:spcBef>
                          <a:spcPts val="250"/>
                        </a:spcBef>
                      </a:pPr>
                      <a:r>
                        <a:rPr sz="1400" b="1" dirty="0">
                          <a:solidFill>
                            <a:srgbClr val="257693"/>
                          </a:solidFill>
                          <a:latin typeface="Arial"/>
                          <a:cs typeface="Arial"/>
                        </a:rPr>
                        <a:t>KVs:</a:t>
                      </a:r>
                      <a:r>
                        <a:rPr sz="1400" b="1" spc="-20" dirty="0">
                          <a:solidFill>
                            <a:srgbClr val="257693"/>
                          </a:solidFill>
                          <a:latin typeface="Arial"/>
                          <a:cs typeface="Arial"/>
                        </a:rPr>
                        <a:t> </a:t>
                      </a:r>
                      <a:r>
                        <a:rPr sz="1400" dirty="0">
                          <a:latin typeface="Arial MT"/>
                          <a:cs typeface="Arial MT"/>
                        </a:rPr>
                        <a:t>Token 2 </a:t>
                      </a:r>
                      <a:r>
                        <a:rPr sz="1400" spc="-10" dirty="0">
                          <a:latin typeface="Arial MT"/>
                          <a:cs typeface="Arial MT"/>
                        </a:rPr>
                        <a:t>“</a:t>
                      </a:r>
                      <a:r>
                        <a:rPr sz="1400" i="1" spc="-10" dirty="0">
                          <a:latin typeface="Arial"/>
                          <a:cs typeface="Arial"/>
                        </a:rPr>
                        <a:t>dog”</a:t>
                      </a:r>
                      <a:endParaRPr sz="1400">
                        <a:latin typeface="Arial"/>
                        <a:cs typeface="Arial"/>
                      </a:endParaRPr>
                    </a:p>
                  </a:txBody>
                  <a:tcPr marL="0" marR="0" marT="42333" marB="0">
                    <a:lnL w="9525">
                      <a:solidFill>
                        <a:srgbClr val="595959"/>
                      </a:solidFill>
                      <a:prstDash val="solid"/>
                    </a:lnL>
                    <a:lnR w="9525">
                      <a:solidFill>
                        <a:srgbClr val="595959"/>
                      </a:solidFill>
                      <a:prstDash val="solid"/>
                    </a:lnR>
                    <a:lnT w="9525">
                      <a:solidFill>
                        <a:srgbClr val="595959"/>
                      </a:solidFill>
                      <a:prstDash val="solid"/>
                    </a:lnT>
                    <a:lnB w="9525">
                      <a:solidFill>
                        <a:srgbClr val="595959"/>
                      </a:solidFill>
                      <a:prstDash val="solid"/>
                    </a:lnB>
                    <a:solidFill>
                      <a:srgbClr val="F3F3F3"/>
                    </a:solidFill>
                  </a:tcPr>
                </a:tc>
                <a:extLst>
                  <a:ext uri="{0D108BD9-81ED-4DB2-BD59-A6C34878D82A}">
                    <a16:rowId xmlns:a16="http://schemas.microsoft.com/office/drawing/2014/main" val="10002"/>
                  </a:ext>
                </a:extLst>
              </a:tr>
              <a:tr h="305647">
                <a:tc>
                  <a:txBody>
                    <a:bodyPr/>
                    <a:lstStyle/>
                    <a:p>
                      <a:pPr marL="142240">
                        <a:lnSpc>
                          <a:spcPct val="100000"/>
                        </a:lnSpc>
                        <a:spcBef>
                          <a:spcPts val="250"/>
                        </a:spcBef>
                      </a:pPr>
                      <a:r>
                        <a:rPr sz="1400" b="1" dirty="0">
                          <a:solidFill>
                            <a:srgbClr val="257693"/>
                          </a:solidFill>
                          <a:latin typeface="Arial"/>
                          <a:cs typeface="Arial"/>
                        </a:rPr>
                        <a:t>KVs:</a:t>
                      </a:r>
                      <a:r>
                        <a:rPr sz="1400" b="1" spc="-20" dirty="0">
                          <a:solidFill>
                            <a:srgbClr val="257693"/>
                          </a:solidFill>
                          <a:latin typeface="Arial"/>
                          <a:cs typeface="Arial"/>
                        </a:rPr>
                        <a:t> </a:t>
                      </a:r>
                      <a:r>
                        <a:rPr sz="1400" dirty="0">
                          <a:latin typeface="Arial MT"/>
                          <a:cs typeface="Arial MT"/>
                        </a:rPr>
                        <a:t>Token 1 </a:t>
                      </a:r>
                      <a:r>
                        <a:rPr sz="1400" spc="-10" dirty="0">
                          <a:latin typeface="Arial MT"/>
                          <a:cs typeface="Arial MT"/>
                        </a:rPr>
                        <a:t>“</a:t>
                      </a:r>
                      <a:r>
                        <a:rPr sz="1400" i="1" spc="-10" dirty="0">
                          <a:latin typeface="Arial"/>
                          <a:cs typeface="Arial"/>
                        </a:rPr>
                        <a:t>The”</a:t>
                      </a:r>
                      <a:endParaRPr sz="1400" dirty="0">
                        <a:latin typeface="Arial"/>
                        <a:cs typeface="Arial"/>
                      </a:endParaRPr>
                    </a:p>
                  </a:txBody>
                  <a:tcPr marL="0" marR="0" marT="42333" marB="0">
                    <a:lnL w="9525">
                      <a:solidFill>
                        <a:srgbClr val="595959"/>
                      </a:solidFill>
                      <a:prstDash val="solid"/>
                    </a:lnL>
                    <a:lnR w="9525">
                      <a:solidFill>
                        <a:srgbClr val="595959"/>
                      </a:solidFill>
                      <a:prstDash val="solid"/>
                    </a:lnR>
                    <a:lnT w="9525">
                      <a:solidFill>
                        <a:srgbClr val="595959"/>
                      </a:solidFill>
                      <a:prstDash val="solid"/>
                    </a:lnT>
                    <a:lnB w="9525">
                      <a:solidFill>
                        <a:srgbClr val="595959"/>
                      </a:solidFill>
                      <a:prstDash val="solid"/>
                    </a:lnB>
                    <a:solidFill>
                      <a:srgbClr val="F3F3F3"/>
                    </a:solidFill>
                  </a:tcPr>
                </a:tc>
                <a:extLst>
                  <a:ext uri="{0D108BD9-81ED-4DB2-BD59-A6C34878D82A}">
                    <a16:rowId xmlns:a16="http://schemas.microsoft.com/office/drawing/2014/main" val="10003"/>
                  </a:ext>
                </a:extLst>
              </a:tr>
            </a:tbl>
          </a:graphicData>
        </a:graphic>
      </p:graphicFrame>
      <p:graphicFrame>
        <p:nvGraphicFramePr>
          <p:cNvPr id="17" name="object 17">
            <a:extLst>
              <a:ext uri="{FF2B5EF4-FFF2-40B4-BE49-F238E27FC236}">
                <a16:creationId xmlns:a16="http://schemas.microsoft.com/office/drawing/2014/main" id="{18D44412-509B-81D7-E922-4394105435B4}"/>
              </a:ext>
            </a:extLst>
          </p:cNvPr>
          <p:cNvGraphicFramePr>
            <a:graphicFrameLocks noGrp="1"/>
          </p:cNvGraphicFramePr>
          <p:nvPr/>
        </p:nvGraphicFramePr>
        <p:xfrm>
          <a:off x="676124" y="2432765"/>
          <a:ext cx="4822607" cy="1671318"/>
        </p:xfrm>
        <a:graphic>
          <a:graphicData uri="http://schemas.openxmlformats.org/drawingml/2006/table">
            <a:tbl>
              <a:tblPr firstRow="1" bandRow="1">
                <a:tableStyleId>{2D5ABB26-0587-4C30-8999-92F81FD0307C}</a:tableStyleId>
              </a:tblPr>
              <a:tblGrid>
                <a:gridCol w="624840">
                  <a:extLst>
                    <a:ext uri="{9D8B030D-6E8A-4147-A177-3AD203B41FA5}">
                      <a16:colId xmlns:a16="http://schemas.microsoft.com/office/drawing/2014/main" val="20000"/>
                    </a:ext>
                  </a:extLst>
                </a:gridCol>
                <a:gridCol w="638385">
                  <a:extLst>
                    <a:ext uri="{9D8B030D-6E8A-4147-A177-3AD203B41FA5}">
                      <a16:colId xmlns:a16="http://schemas.microsoft.com/office/drawing/2014/main" val="20001"/>
                    </a:ext>
                  </a:extLst>
                </a:gridCol>
                <a:gridCol w="638387">
                  <a:extLst>
                    <a:ext uri="{9D8B030D-6E8A-4147-A177-3AD203B41FA5}">
                      <a16:colId xmlns:a16="http://schemas.microsoft.com/office/drawing/2014/main" val="20002"/>
                    </a:ext>
                  </a:extLst>
                </a:gridCol>
                <a:gridCol w="367453">
                  <a:extLst>
                    <a:ext uri="{9D8B030D-6E8A-4147-A177-3AD203B41FA5}">
                      <a16:colId xmlns:a16="http://schemas.microsoft.com/office/drawing/2014/main" val="20003"/>
                    </a:ext>
                  </a:extLst>
                </a:gridCol>
                <a:gridCol w="638385">
                  <a:extLst>
                    <a:ext uri="{9D8B030D-6E8A-4147-A177-3AD203B41FA5}">
                      <a16:colId xmlns:a16="http://schemas.microsoft.com/office/drawing/2014/main" val="20004"/>
                    </a:ext>
                  </a:extLst>
                </a:gridCol>
                <a:gridCol w="638385">
                  <a:extLst>
                    <a:ext uri="{9D8B030D-6E8A-4147-A177-3AD203B41FA5}">
                      <a16:colId xmlns:a16="http://schemas.microsoft.com/office/drawing/2014/main" val="20005"/>
                    </a:ext>
                  </a:extLst>
                </a:gridCol>
                <a:gridCol w="651933">
                  <a:extLst>
                    <a:ext uri="{9D8B030D-6E8A-4147-A177-3AD203B41FA5}">
                      <a16:colId xmlns:a16="http://schemas.microsoft.com/office/drawing/2014/main" val="20006"/>
                    </a:ext>
                  </a:extLst>
                </a:gridCol>
                <a:gridCol w="624839">
                  <a:extLst>
                    <a:ext uri="{9D8B030D-6E8A-4147-A177-3AD203B41FA5}">
                      <a16:colId xmlns:a16="http://schemas.microsoft.com/office/drawing/2014/main" val="20007"/>
                    </a:ext>
                  </a:extLst>
                </a:gridCol>
              </a:tblGrid>
              <a:tr h="575733">
                <a:tc>
                  <a:txBody>
                    <a:bodyPr/>
                    <a:lstStyle/>
                    <a:p>
                      <a:pPr>
                        <a:lnSpc>
                          <a:spcPct val="100000"/>
                        </a:lnSpc>
                        <a:spcBef>
                          <a:spcPts val="270"/>
                        </a:spcBef>
                      </a:pPr>
                      <a:endParaRPr sz="900">
                        <a:latin typeface="Times New Roman"/>
                        <a:cs typeface="Times New Roman"/>
                      </a:endParaRPr>
                    </a:p>
                    <a:p>
                      <a:pPr marR="1905" algn="ctr">
                        <a:lnSpc>
                          <a:spcPts val="630"/>
                        </a:lnSpc>
                      </a:pPr>
                      <a:r>
                        <a:rPr sz="1500" dirty="0">
                          <a:solidFill>
                            <a:srgbClr val="BE9000"/>
                          </a:solidFill>
                          <a:latin typeface="Lucida Sans Unicode"/>
                          <a:cs typeface="Lucida Sans Unicode"/>
                        </a:rPr>
                        <a:t>q</a:t>
                      </a:r>
                      <a:r>
                        <a:rPr sz="1400" baseline="-31746" dirty="0">
                          <a:solidFill>
                            <a:srgbClr val="BE9000"/>
                          </a:solidFill>
                          <a:latin typeface="Lucida Sans Unicode"/>
                          <a:cs typeface="Lucida Sans Unicode"/>
                        </a:rPr>
                        <a:t>1</a:t>
                      </a:r>
                      <a:r>
                        <a:rPr sz="1400" spc="727" baseline="-31746" dirty="0">
                          <a:solidFill>
                            <a:srgbClr val="BE9000"/>
                          </a:solidFill>
                          <a:latin typeface="Lucida Sans Unicode"/>
                          <a:cs typeface="Lucida Sans Unicode"/>
                        </a:rPr>
                        <a:t> </a:t>
                      </a:r>
                      <a:r>
                        <a:rPr sz="1500" spc="-25" dirty="0">
                          <a:solidFill>
                            <a:srgbClr val="BE9000"/>
                          </a:solidFill>
                          <a:latin typeface="Arial Black"/>
                          <a:cs typeface="Arial Black"/>
                        </a:rPr>
                        <a:t>k</a:t>
                      </a:r>
                      <a:r>
                        <a:rPr sz="1400" spc="-37" baseline="-31746" dirty="0">
                          <a:solidFill>
                            <a:srgbClr val="BE9000"/>
                          </a:solidFill>
                          <a:latin typeface="Arial Black"/>
                          <a:cs typeface="Arial Black"/>
                        </a:rPr>
                        <a:t>1</a:t>
                      </a:r>
                      <a:endParaRPr sz="1400" baseline="-31746">
                        <a:latin typeface="Arial Black"/>
                        <a:cs typeface="Arial Black"/>
                      </a:endParaRPr>
                    </a:p>
                    <a:p>
                      <a:pPr marR="38100" algn="ctr">
                        <a:lnSpc>
                          <a:spcPts val="690"/>
                        </a:lnSpc>
                      </a:pPr>
                      <a:r>
                        <a:rPr sz="1500" spc="-50" dirty="0">
                          <a:solidFill>
                            <a:srgbClr val="BE9000"/>
                          </a:solidFill>
                          <a:latin typeface="MS PGothic"/>
                          <a:cs typeface="MS PGothic"/>
                        </a:rPr>
                        <a:t>⋅</a:t>
                      </a:r>
                      <a:endParaRPr sz="1500">
                        <a:latin typeface="MS PGothic"/>
                        <a:cs typeface="MS PGothic"/>
                      </a:endParaRPr>
                    </a:p>
                  </a:txBody>
                  <a:tcPr marL="0" marR="0" marB="0">
                    <a:lnL w="28575">
                      <a:solidFill>
                        <a:srgbClr val="F65B66"/>
                      </a:solidFill>
                      <a:prstDash val="solid"/>
                    </a:lnL>
                    <a:lnR w="6350">
                      <a:solidFill>
                        <a:srgbClr val="FAB901"/>
                      </a:solidFill>
                      <a:prstDash val="solid"/>
                    </a:lnR>
                    <a:lnT w="28575">
                      <a:solidFill>
                        <a:srgbClr val="F65B66"/>
                      </a:solidFill>
                      <a:prstDash val="solid"/>
                    </a:lnT>
                    <a:lnB w="6350">
                      <a:solidFill>
                        <a:srgbClr val="FAB901"/>
                      </a:solidFill>
                      <a:prstDash val="solid"/>
                    </a:lnB>
                  </a:tcPr>
                </a:tc>
                <a:tc>
                  <a:txBody>
                    <a:bodyPr/>
                    <a:lstStyle/>
                    <a:p>
                      <a:pPr>
                        <a:lnSpc>
                          <a:spcPct val="100000"/>
                        </a:lnSpc>
                      </a:pPr>
                      <a:endParaRPr sz="1300">
                        <a:latin typeface="Times New Roman"/>
                        <a:cs typeface="Times New Roman"/>
                      </a:endParaRPr>
                    </a:p>
                  </a:txBody>
                  <a:tcPr marL="0" marR="0" marT="0" marB="0">
                    <a:lnL w="6350">
                      <a:solidFill>
                        <a:srgbClr val="FAB901"/>
                      </a:solidFill>
                      <a:prstDash val="solid"/>
                    </a:lnL>
                    <a:lnR w="6350">
                      <a:solidFill>
                        <a:srgbClr val="FAB901"/>
                      </a:solidFill>
                      <a:prstDash val="solid"/>
                    </a:lnR>
                    <a:lnT w="28575">
                      <a:solidFill>
                        <a:srgbClr val="F65B66"/>
                      </a:solidFill>
                      <a:prstDash val="solid"/>
                    </a:lnT>
                    <a:lnB w="12700">
                      <a:solidFill>
                        <a:srgbClr val="FAB901"/>
                      </a:solidFill>
                      <a:prstDash val="solid"/>
                    </a:lnB>
                    <a:solidFill>
                      <a:srgbClr val="EEEEEE"/>
                    </a:solidFill>
                  </a:tcPr>
                </a:tc>
                <a:tc>
                  <a:txBody>
                    <a:bodyPr/>
                    <a:lstStyle/>
                    <a:p>
                      <a:pPr>
                        <a:lnSpc>
                          <a:spcPct val="100000"/>
                        </a:lnSpc>
                      </a:pPr>
                      <a:endParaRPr sz="1300">
                        <a:latin typeface="Times New Roman"/>
                        <a:cs typeface="Times New Roman"/>
                      </a:endParaRPr>
                    </a:p>
                  </a:txBody>
                  <a:tcPr marL="0" marR="0" marT="0" marB="0">
                    <a:lnL w="6350">
                      <a:solidFill>
                        <a:srgbClr val="FAB901"/>
                      </a:solidFill>
                      <a:prstDash val="solid"/>
                    </a:lnL>
                    <a:lnR w="6350">
                      <a:solidFill>
                        <a:srgbClr val="FAB901"/>
                      </a:solidFill>
                      <a:prstDash val="solid"/>
                    </a:lnR>
                    <a:lnT w="28575">
                      <a:solidFill>
                        <a:srgbClr val="F65B66"/>
                      </a:solidFill>
                      <a:prstDash val="solid"/>
                    </a:lnT>
                    <a:lnB w="12700">
                      <a:solidFill>
                        <a:srgbClr val="FAB901"/>
                      </a:solidFill>
                      <a:prstDash val="solid"/>
                    </a:lnB>
                    <a:solidFill>
                      <a:srgbClr val="EEEEEE"/>
                    </a:solidFill>
                  </a:tcPr>
                </a:tc>
                <a:tc rowSpan="3">
                  <a:txBody>
                    <a:bodyPr/>
                    <a:lstStyle/>
                    <a:p>
                      <a:pPr>
                        <a:lnSpc>
                          <a:spcPct val="100000"/>
                        </a:lnSpc>
                      </a:pPr>
                      <a:endParaRPr sz="1300">
                        <a:latin typeface="Times New Roman"/>
                        <a:cs typeface="Times New Roman"/>
                      </a:endParaRPr>
                    </a:p>
                  </a:txBody>
                  <a:tcPr marL="0" marR="0" marT="0" marB="0">
                    <a:lnL w="6350">
                      <a:solidFill>
                        <a:srgbClr val="FAB901"/>
                      </a:solidFill>
                      <a:prstDash val="solid"/>
                    </a:lnL>
                    <a:lnR w="6350">
                      <a:solidFill>
                        <a:srgbClr val="FAB901"/>
                      </a:solidFill>
                      <a:prstDash val="solid"/>
                    </a:lnR>
                    <a:lnT w="28575">
                      <a:solidFill>
                        <a:srgbClr val="F65B66"/>
                      </a:solidFill>
                      <a:prstDash val="solid"/>
                    </a:lnT>
                    <a:lnB w="28575">
                      <a:solidFill>
                        <a:srgbClr val="F65B66"/>
                      </a:solidFill>
                      <a:prstDash val="solid"/>
                    </a:lnB>
                  </a:tcPr>
                </a:tc>
                <a:tc>
                  <a:txBody>
                    <a:bodyPr/>
                    <a:lstStyle/>
                    <a:p>
                      <a:pPr>
                        <a:lnSpc>
                          <a:spcPct val="100000"/>
                        </a:lnSpc>
                        <a:spcBef>
                          <a:spcPts val="190"/>
                        </a:spcBef>
                      </a:pPr>
                      <a:endParaRPr sz="900">
                        <a:latin typeface="Times New Roman"/>
                        <a:cs typeface="Times New Roman"/>
                      </a:endParaRPr>
                    </a:p>
                    <a:p>
                      <a:pPr algn="ctr">
                        <a:lnSpc>
                          <a:spcPts val="630"/>
                        </a:lnSpc>
                      </a:pPr>
                      <a:r>
                        <a:rPr sz="1500" dirty="0">
                          <a:solidFill>
                            <a:srgbClr val="BE9000"/>
                          </a:solidFill>
                          <a:latin typeface="Lucida Sans Unicode"/>
                          <a:cs typeface="Lucida Sans Unicode"/>
                        </a:rPr>
                        <a:t>q</a:t>
                      </a:r>
                      <a:r>
                        <a:rPr sz="1400" baseline="-31746" dirty="0">
                          <a:solidFill>
                            <a:srgbClr val="BE9000"/>
                          </a:solidFill>
                          <a:latin typeface="Lucida Sans Unicode"/>
                          <a:cs typeface="Lucida Sans Unicode"/>
                        </a:rPr>
                        <a:t>1</a:t>
                      </a:r>
                      <a:r>
                        <a:rPr sz="1400" spc="727" baseline="-31746" dirty="0">
                          <a:solidFill>
                            <a:srgbClr val="BE9000"/>
                          </a:solidFill>
                          <a:latin typeface="Lucida Sans Unicode"/>
                          <a:cs typeface="Lucida Sans Unicode"/>
                        </a:rPr>
                        <a:t> </a:t>
                      </a:r>
                      <a:r>
                        <a:rPr sz="1500" spc="-25" dirty="0">
                          <a:solidFill>
                            <a:srgbClr val="BE9000"/>
                          </a:solidFill>
                          <a:latin typeface="Arial Black"/>
                          <a:cs typeface="Arial Black"/>
                        </a:rPr>
                        <a:t>k</a:t>
                      </a:r>
                      <a:r>
                        <a:rPr sz="1400" spc="-37" baseline="-31746" dirty="0">
                          <a:solidFill>
                            <a:srgbClr val="BE9000"/>
                          </a:solidFill>
                          <a:latin typeface="Arial Black"/>
                          <a:cs typeface="Arial Black"/>
                        </a:rPr>
                        <a:t>1</a:t>
                      </a:r>
                      <a:endParaRPr sz="1400" baseline="-31746">
                        <a:latin typeface="Arial Black"/>
                        <a:cs typeface="Arial Black"/>
                      </a:endParaRPr>
                    </a:p>
                    <a:p>
                      <a:pPr marR="27940" algn="ctr">
                        <a:lnSpc>
                          <a:spcPts val="690"/>
                        </a:lnSpc>
                      </a:pPr>
                      <a:r>
                        <a:rPr sz="1500" spc="-50" dirty="0">
                          <a:solidFill>
                            <a:srgbClr val="BE9000"/>
                          </a:solidFill>
                          <a:latin typeface="MS PGothic"/>
                          <a:cs typeface="MS PGothic"/>
                        </a:rPr>
                        <a:t>⋅</a:t>
                      </a:r>
                      <a:endParaRPr sz="1500">
                        <a:latin typeface="MS PGothic"/>
                        <a:cs typeface="MS PGothic"/>
                      </a:endParaRPr>
                    </a:p>
                  </a:txBody>
                  <a:tcPr marL="0" marR="0" marT="32173" marB="0">
                    <a:lnL w="6350">
                      <a:solidFill>
                        <a:srgbClr val="FAB901"/>
                      </a:solidFill>
                      <a:prstDash val="solid"/>
                    </a:lnL>
                    <a:lnR w="6350">
                      <a:solidFill>
                        <a:srgbClr val="FAB901"/>
                      </a:solidFill>
                      <a:prstDash val="solid"/>
                    </a:lnR>
                    <a:lnT w="28575">
                      <a:solidFill>
                        <a:srgbClr val="F65B66"/>
                      </a:solidFill>
                      <a:prstDash val="solid"/>
                    </a:lnT>
                    <a:lnB w="12700">
                      <a:solidFill>
                        <a:srgbClr val="FAB901"/>
                      </a:solidFill>
                      <a:prstDash val="solid"/>
                    </a:lnB>
                  </a:tcPr>
                </a:tc>
                <a:tc>
                  <a:txBody>
                    <a:bodyPr/>
                    <a:lstStyle/>
                    <a:p>
                      <a:pPr>
                        <a:lnSpc>
                          <a:spcPct val="100000"/>
                        </a:lnSpc>
                      </a:pPr>
                      <a:endParaRPr sz="1300">
                        <a:latin typeface="Times New Roman"/>
                        <a:cs typeface="Times New Roman"/>
                      </a:endParaRPr>
                    </a:p>
                  </a:txBody>
                  <a:tcPr marL="0" marR="0" marT="0" marB="0">
                    <a:lnL w="6350">
                      <a:solidFill>
                        <a:srgbClr val="FAB901"/>
                      </a:solidFill>
                      <a:prstDash val="solid"/>
                    </a:lnL>
                    <a:lnR w="6350">
                      <a:solidFill>
                        <a:srgbClr val="FAB901"/>
                      </a:solidFill>
                      <a:prstDash val="solid"/>
                    </a:lnR>
                    <a:lnT w="28575">
                      <a:solidFill>
                        <a:srgbClr val="F65B66"/>
                      </a:solidFill>
                      <a:prstDash val="solid"/>
                    </a:lnT>
                    <a:lnB w="12700">
                      <a:solidFill>
                        <a:srgbClr val="FAB901"/>
                      </a:solidFill>
                      <a:prstDash val="solid"/>
                    </a:lnB>
                    <a:solidFill>
                      <a:srgbClr val="EEEEEE"/>
                    </a:solidFill>
                  </a:tcPr>
                </a:tc>
                <a:tc>
                  <a:txBody>
                    <a:bodyPr/>
                    <a:lstStyle/>
                    <a:p>
                      <a:pPr>
                        <a:lnSpc>
                          <a:spcPct val="100000"/>
                        </a:lnSpc>
                      </a:pPr>
                      <a:endParaRPr sz="1300">
                        <a:latin typeface="Times New Roman"/>
                        <a:cs typeface="Times New Roman"/>
                      </a:endParaRPr>
                    </a:p>
                  </a:txBody>
                  <a:tcPr marL="0" marR="0" marT="0" marB="0">
                    <a:lnL w="6350">
                      <a:solidFill>
                        <a:srgbClr val="FAB901"/>
                      </a:solidFill>
                      <a:prstDash val="solid"/>
                    </a:lnL>
                    <a:lnR w="28575">
                      <a:solidFill>
                        <a:srgbClr val="F65B66"/>
                      </a:solidFill>
                      <a:prstDash val="solid"/>
                    </a:lnR>
                    <a:lnT w="28575">
                      <a:solidFill>
                        <a:srgbClr val="F65B66"/>
                      </a:solidFill>
                      <a:prstDash val="solid"/>
                    </a:lnT>
                    <a:lnB w="12700">
                      <a:solidFill>
                        <a:srgbClr val="FAB901"/>
                      </a:solidFill>
                      <a:prstDash val="solid"/>
                    </a:lnB>
                    <a:solidFill>
                      <a:srgbClr val="EEEEEE"/>
                    </a:solidFill>
                  </a:tcPr>
                </a:tc>
                <a:tc rowSpan="3">
                  <a:txBody>
                    <a:bodyPr/>
                    <a:lstStyle/>
                    <a:p>
                      <a:pPr>
                        <a:lnSpc>
                          <a:spcPct val="100000"/>
                        </a:lnSpc>
                      </a:pPr>
                      <a:endParaRPr sz="1300">
                        <a:latin typeface="Times New Roman"/>
                        <a:cs typeface="Times New Roman"/>
                      </a:endParaRPr>
                    </a:p>
                  </a:txBody>
                  <a:tcPr marL="0" marR="0" marT="0" marB="0">
                    <a:lnL w="28575">
                      <a:solidFill>
                        <a:srgbClr val="F65B66"/>
                      </a:solidFill>
                      <a:prstDash val="solid"/>
                    </a:lnL>
                  </a:tcPr>
                </a:tc>
                <a:extLst>
                  <a:ext uri="{0D108BD9-81ED-4DB2-BD59-A6C34878D82A}">
                    <a16:rowId xmlns:a16="http://schemas.microsoft.com/office/drawing/2014/main" val="10000"/>
                  </a:ext>
                </a:extLst>
              </a:tr>
              <a:tr h="559645">
                <a:tc>
                  <a:txBody>
                    <a:bodyPr/>
                    <a:lstStyle/>
                    <a:p>
                      <a:pPr marL="38735">
                        <a:lnSpc>
                          <a:spcPts val="1065"/>
                        </a:lnSpc>
                        <a:spcBef>
                          <a:spcPts val="980"/>
                        </a:spcBef>
                      </a:pPr>
                      <a:r>
                        <a:rPr sz="1500" spc="55" dirty="0">
                          <a:solidFill>
                            <a:srgbClr val="BE9000"/>
                          </a:solidFill>
                          <a:latin typeface="Lucida Sans Unicode"/>
                          <a:cs typeface="Lucida Sans Unicode"/>
                        </a:rPr>
                        <a:t>q</a:t>
                      </a:r>
                      <a:r>
                        <a:rPr sz="1500" spc="75" dirty="0">
                          <a:solidFill>
                            <a:srgbClr val="BE9000"/>
                          </a:solidFill>
                          <a:latin typeface="Lucida Sans Unicode"/>
                          <a:cs typeface="Lucida Sans Unicode"/>
                        </a:rPr>
                        <a:t> </a:t>
                      </a:r>
                      <a:r>
                        <a:rPr sz="1500" dirty="0">
                          <a:solidFill>
                            <a:srgbClr val="BE9000"/>
                          </a:solidFill>
                          <a:latin typeface="MS PGothic"/>
                          <a:cs typeface="MS PGothic"/>
                        </a:rPr>
                        <a:t>⋅</a:t>
                      </a:r>
                      <a:r>
                        <a:rPr sz="1500" spc="-35" dirty="0">
                          <a:solidFill>
                            <a:srgbClr val="BE9000"/>
                          </a:solidFill>
                          <a:latin typeface="MS PGothic"/>
                          <a:cs typeface="MS PGothic"/>
                        </a:rPr>
                        <a:t> </a:t>
                      </a:r>
                      <a:r>
                        <a:rPr sz="1500" spc="-50" dirty="0">
                          <a:solidFill>
                            <a:srgbClr val="BE9000"/>
                          </a:solidFill>
                          <a:latin typeface="Arial Black"/>
                          <a:cs typeface="Arial Black"/>
                        </a:rPr>
                        <a:t>k</a:t>
                      </a:r>
                      <a:endParaRPr sz="1500">
                        <a:latin typeface="Arial Black"/>
                        <a:cs typeface="Arial Black"/>
                      </a:endParaRPr>
                    </a:p>
                    <a:p>
                      <a:pPr marL="133985">
                        <a:lnSpc>
                          <a:spcPts val="585"/>
                        </a:lnSpc>
                        <a:tabLst>
                          <a:tab pos="383540" algn="l"/>
                        </a:tabLst>
                      </a:pPr>
                      <a:r>
                        <a:rPr sz="900" spc="-50" dirty="0">
                          <a:solidFill>
                            <a:srgbClr val="BE9000"/>
                          </a:solidFill>
                          <a:latin typeface="Lucida Sans Unicode"/>
                          <a:cs typeface="Lucida Sans Unicode"/>
                        </a:rPr>
                        <a:t>2</a:t>
                      </a:r>
                      <a:r>
                        <a:rPr sz="900" dirty="0">
                          <a:solidFill>
                            <a:srgbClr val="BE9000"/>
                          </a:solidFill>
                          <a:latin typeface="Lucida Sans Unicode"/>
                          <a:cs typeface="Lucida Sans Unicode"/>
                        </a:rPr>
                        <a:t>	</a:t>
                      </a:r>
                      <a:r>
                        <a:rPr sz="900" spc="-50" dirty="0">
                          <a:solidFill>
                            <a:srgbClr val="BE9000"/>
                          </a:solidFill>
                          <a:latin typeface="Arial Black"/>
                          <a:cs typeface="Arial Black"/>
                        </a:rPr>
                        <a:t>1</a:t>
                      </a:r>
                      <a:endParaRPr sz="900">
                        <a:latin typeface="Arial Black"/>
                        <a:cs typeface="Arial Black"/>
                      </a:endParaRPr>
                    </a:p>
                  </a:txBody>
                  <a:tcPr marL="0" marR="0" marT="165947" marB="0">
                    <a:lnL w="28575">
                      <a:solidFill>
                        <a:srgbClr val="F65B66"/>
                      </a:solidFill>
                      <a:prstDash val="solid"/>
                    </a:lnL>
                    <a:lnR w="6350">
                      <a:solidFill>
                        <a:srgbClr val="FAB901"/>
                      </a:solidFill>
                      <a:prstDash val="solid"/>
                    </a:lnR>
                    <a:lnT w="6350">
                      <a:solidFill>
                        <a:srgbClr val="FAB901"/>
                      </a:solidFill>
                      <a:prstDash val="solid"/>
                    </a:lnT>
                    <a:lnB w="6350">
                      <a:solidFill>
                        <a:srgbClr val="FAB901"/>
                      </a:solidFill>
                      <a:prstDash val="solid"/>
                    </a:lnB>
                  </a:tcPr>
                </a:tc>
                <a:tc>
                  <a:txBody>
                    <a:bodyPr/>
                    <a:lstStyle/>
                    <a:p>
                      <a:pPr algn="ctr">
                        <a:lnSpc>
                          <a:spcPts val="1065"/>
                        </a:lnSpc>
                        <a:spcBef>
                          <a:spcPts val="305"/>
                        </a:spcBef>
                      </a:pPr>
                      <a:r>
                        <a:rPr sz="1500" spc="55" dirty="0">
                          <a:solidFill>
                            <a:srgbClr val="BE9000"/>
                          </a:solidFill>
                          <a:latin typeface="Lucida Sans Unicode"/>
                          <a:cs typeface="Lucida Sans Unicode"/>
                        </a:rPr>
                        <a:t>q</a:t>
                      </a:r>
                      <a:r>
                        <a:rPr sz="1500" spc="75" dirty="0">
                          <a:solidFill>
                            <a:srgbClr val="BE9000"/>
                          </a:solidFill>
                          <a:latin typeface="Lucida Sans Unicode"/>
                          <a:cs typeface="Lucida Sans Unicode"/>
                        </a:rPr>
                        <a:t> </a:t>
                      </a:r>
                      <a:r>
                        <a:rPr sz="1500" spc="-50" dirty="0">
                          <a:solidFill>
                            <a:srgbClr val="BE9000"/>
                          </a:solidFill>
                          <a:latin typeface="MS PGothic"/>
                          <a:cs typeface="MS PGothic"/>
                        </a:rPr>
                        <a:t>⋅</a:t>
                      </a:r>
                      <a:endParaRPr sz="1500">
                        <a:latin typeface="MS PGothic"/>
                        <a:cs typeface="MS PGothic"/>
                      </a:endParaRPr>
                    </a:p>
                    <a:p>
                      <a:pPr marL="23495" algn="ctr">
                        <a:lnSpc>
                          <a:spcPts val="434"/>
                        </a:lnSpc>
                      </a:pPr>
                      <a:r>
                        <a:rPr sz="900" spc="-50" dirty="0">
                          <a:solidFill>
                            <a:srgbClr val="BE9000"/>
                          </a:solidFill>
                          <a:latin typeface="Lucida Sans Unicode"/>
                          <a:cs typeface="Lucida Sans Unicode"/>
                        </a:rPr>
                        <a:t>2</a:t>
                      </a:r>
                      <a:endParaRPr sz="900">
                        <a:latin typeface="Lucida Sans Unicode"/>
                        <a:cs typeface="Lucida Sans Unicode"/>
                      </a:endParaRPr>
                    </a:p>
                    <a:p>
                      <a:pPr algn="ctr">
                        <a:lnSpc>
                          <a:spcPts val="1170"/>
                        </a:lnSpc>
                      </a:pPr>
                      <a:r>
                        <a:rPr sz="1500" spc="-25" dirty="0">
                          <a:solidFill>
                            <a:srgbClr val="BE9000"/>
                          </a:solidFill>
                          <a:latin typeface="Arial Black"/>
                          <a:cs typeface="Arial Black"/>
                        </a:rPr>
                        <a:t>k</a:t>
                      </a:r>
                      <a:r>
                        <a:rPr sz="1400" spc="-37" baseline="-31746" dirty="0">
                          <a:solidFill>
                            <a:srgbClr val="BE9000"/>
                          </a:solidFill>
                          <a:latin typeface="Arial Black"/>
                          <a:cs typeface="Arial Black"/>
                        </a:rPr>
                        <a:t>2</a:t>
                      </a:r>
                      <a:endParaRPr sz="1400" baseline="-31746">
                        <a:latin typeface="Arial Black"/>
                        <a:cs typeface="Arial Black"/>
                      </a:endParaRPr>
                    </a:p>
                  </a:txBody>
                  <a:tcPr marL="0" marR="0" marT="51647" marB="0">
                    <a:lnL w="6350">
                      <a:solidFill>
                        <a:srgbClr val="FAB901"/>
                      </a:solidFill>
                      <a:prstDash val="solid"/>
                    </a:lnL>
                    <a:lnR w="6350">
                      <a:solidFill>
                        <a:srgbClr val="FAB901"/>
                      </a:solidFill>
                      <a:prstDash val="solid"/>
                    </a:lnR>
                    <a:lnT w="12700">
                      <a:solidFill>
                        <a:srgbClr val="FAB901"/>
                      </a:solidFill>
                      <a:prstDash val="solid"/>
                    </a:lnT>
                    <a:lnB w="12700">
                      <a:solidFill>
                        <a:srgbClr val="FAB901"/>
                      </a:solidFill>
                      <a:prstDash val="solid"/>
                    </a:lnB>
                  </a:tcPr>
                </a:tc>
                <a:tc>
                  <a:txBody>
                    <a:bodyPr/>
                    <a:lstStyle/>
                    <a:p>
                      <a:pPr>
                        <a:lnSpc>
                          <a:spcPct val="100000"/>
                        </a:lnSpc>
                      </a:pPr>
                      <a:endParaRPr sz="1300">
                        <a:latin typeface="Times New Roman"/>
                        <a:cs typeface="Times New Roman"/>
                      </a:endParaRPr>
                    </a:p>
                  </a:txBody>
                  <a:tcPr marL="0" marR="0" marT="0" marB="0">
                    <a:lnL w="6350">
                      <a:solidFill>
                        <a:srgbClr val="FAB901"/>
                      </a:solidFill>
                      <a:prstDash val="solid"/>
                    </a:lnL>
                    <a:lnR w="6350">
                      <a:solidFill>
                        <a:srgbClr val="FAB901"/>
                      </a:solidFill>
                      <a:prstDash val="solid"/>
                    </a:lnR>
                    <a:lnT w="12700">
                      <a:solidFill>
                        <a:srgbClr val="FAB901"/>
                      </a:solidFill>
                      <a:prstDash val="solid"/>
                    </a:lnT>
                    <a:lnB w="12700">
                      <a:solidFill>
                        <a:srgbClr val="FAB901"/>
                      </a:solidFill>
                      <a:prstDash val="solid"/>
                    </a:lnB>
                    <a:solidFill>
                      <a:srgbClr val="EEEEEE"/>
                    </a:solidFill>
                  </a:tcPr>
                </a:tc>
                <a:tc vMerge="1">
                  <a:txBody>
                    <a:bodyPr/>
                    <a:lstStyle/>
                    <a:p>
                      <a:endParaRPr/>
                    </a:p>
                  </a:txBody>
                  <a:tcPr marL="0" marR="0" marT="0" marB="0">
                    <a:lnL w="6350">
                      <a:solidFill>
                        <a:srgbClr val="FAB901"/>
                      </a:solidFill>
                      <a:prstDash val="solid"/>
                    </a:lnL>
                    <a:lnR w="6350">
                      <a:solidFill>
                        <a:srgbClr val="FAB901"/>
                      </a:solidFill>
                      <a:prstDash val="solid"/>
                    </a:lnR>
                    <a:lnT w="28575">
                      <a:solidFill>
                        <a:srgbClr val="F65B66"/>
                      </a:solidFill>
                      <a:prstDash val="solid"/>
                    </a:lnT>
                    <a:lnB w="28575">
                      <a:solidFill>
                        <a:srgbClr val="F65B66"/>
                      </a:solidFill>
                      <a:prstDash val="solid"/>
                    </a:lnB>
                  </a:tcPr>
                </a:tc>
                <a:tc>
                  <a:txBody>
                    <a:bodyPr/>
                    <a:lstStyle/>
                    <a:p>
                      <a:pPr marL="48895">
                        <a:lnSpc>
                          <a:spcPts val="1065"/>
                        </a:lnSpc>
                        <a:spcBef>
                          <a:spcPts val="900"/>
                        </a:spcBef>
                      </a:pPr>
                      <a:r>
                        <a:rPr sz="1500" spc="55" dirty="0">
                          <a:solidFill>
                            <a:srgbClr val="BE9000"/>
                          </a:solidFill>
                          <a:latin typeface="Lucida Sans Unicode"/>
                          <a:cs typeface="Lucida Sans Unicode"/>
                        </a:rPr>
                        <a:t>q</a:t>
                      </a:r>
                      <a:r>
                        <a:rPr sz="1500" spc="75" dirty="0">
                          <a:solidFill>
                            <a:srgbClr val="BE9000"/>
                          </a:solidFill>
                          <a:latin typeface="Lucida Sans Unicode"/>
                          <a:cs typeface="Lucida Sans Unicode"/>
                        </a:rPr>
                        <a:t> </a:t>
                      </a:r>
                      <a:r>
                        <a:rPr sz="1500" dirty="0">
                          <a:solidFill>
                            <a:srgbClr val="BE9000"/>
                          </a:solidFill>
                          <a:latin typeface="MS PGothic"/>
                          <a:cs typeface="MS PGothic"/>
                        </a:rPr>
                        <a:t>⋅</a:t>
                      </a:r>
                      <a:r>
                        <a:rPr sz="1500" spc="-35" dirty="0">
                          <a:solidFill>
                            <a:srgbClr val="BE9000"/>
                          </a:solidFill>
                          <a:latin typeface="MS PGothic"/>
                          <a:cs typeface="MS PGothic"/>
                        </a:rPr>
                        <a:t> </a:t>
                      </a:r>
                      <a:r>
                        <a:rPr sz="1500" spc="-50" dirty="0">
                          <a:solidFill>
                            <a:srgbClr val="BE9000"/>
                          </a:solidFill>
                          <a:latin typeface="Arial Black"/>
                          <a:cs typeface="Arial Black"/>
                        </a:rPr>
                        <a:t>k</a:t>
                      </a:r>
                      <a:endParaRPr sz="1500">
                        <a:latin typeface="Arial Black"/>
                        <a:cs typeface="Arial Black"/>
                      </a:endParaRPr>
                    </a:p>
                    <a:p>
                      <a:pPr marL="144145">
                        <a:lnSpc>
                          <a:spcPts val="585"/>
                        </a:lnSpc>
                        <a:tabLst>
                          <a:tab pos="393700" algn="l"/>
                        </a:tabLst>
                      </a:pPr>
                      <a:r>
                        <a:rPr sz="900" spc="-50" dirty="0">
                          <a:solidFill>
                            <a:srgbClr val="BE9000"/>
                          </a:solidFill>
                          <a:latin typeface="Lucida Sans Unicode"/>
                          <a:cs typeface="Lucida Sans Unicode"/>
                        </a:rPr>
                        <a:t>2</a:t>
                      </a:r>
                      <a:r>
                        <a:rPr sz="900" dirty="0">
                          <a:solidFill>
                            <a:srgbClr val="BE9000"/>
                          </a:solidFill>
                          <a:latin typeface="Lucida Sans Unicode"/>
                          <a:cs typeface="Lucida Sans Unicode"/>
                        </a:rPr>
                        <a:t>	</a:t>
                      </a:r>
                      <a:r>
                        <a:rPr sz="900" spc="-50" dirty="0">
                          <a:solidFill>
                            <a:srgbClr val="BE9000"/>
                          </a:solidFill>
                          <a:latin typeface="Arial Black"/>
                          <a:cs typeface="Arial Black"/>
                        </a:rPr>
                        <a:t>1</a:t>
                      </a:r>
                      <a:endParaRPr sz="900">
                        <a:latin typeface="Arial Black"/>
                        <a:cs typeface="Arial Black"/>
                      </a:endParaRPr>
                    </a:p>
                  </a:txBody>
                  <a:tcPr marL="0" marR="0" marT="152400" marB="0">
                    <a:lnL w="6350">
                      <a:solidFill>
                        <a:srgbClr val="FAB901"/>
                      </a:solidFill>
                      <a:prstDash val="solid"/>
                    </a:lnL>
                    <a:lnR w="6350">
                      <a:solidFill>
                        <a:srgbClr val="FAB901"/>
                      </a:solidFill>
                      <a:prstDash val="solid"/>
                    </a:lnR>
                    <a:lnT w="12700">
                      <a:solidFill>
                        <a:srgbClr val="FAB901"/>
                      </a:solidFill>
                      <a:prstDash val="solid"/>
                    </a:lnT>
                    <a:lnB w="12700">
                      <a:solidFill>
                        <a:srgbClr val="FAB901"/>
                      </a:solidFill>
                      <a:prstDash val="solid"/>
                    </a:lnB>
                  </a:tcPr>
                </a:tc>
                <a:tc>
                  <a:txBody>
                    <a:bodyPr/>
                    <a:lstStyle/>
                    <a:p>
                      <a:pPr algn="ctr">
                        <a:lnSpc>
                          <a:spcPts val="1065"/>
                        </a:lnSpc>
                        <a:spcBef>
                          <a:spcPts val="225"/>
                        </a:spcBef>
                      </a:pPr>
                      <a:r>
                        <a:rPr sz="1500" spc="55" dirty="0">
                          <a:solidFill>
                            <a:srgbClr val="BE9000"/>
                          </a:solidFill>
                          <a:latin typeface="Lucida Sans Unicode"/>
                          <a:cs typeface="Lucida Sans Unicode"/>
                        </a:rPr>
                        <a:t>q</a:t>
                      </a:r>
                      <a:r>
                        <a:rPr sz="1500" spc="75" dirty="0">
                          <a:solidFill>
                            <a:srgbClr val="BE9000"/>
                          </a:solidFill>
                          <a:latin typeface="Lucida Sans Unicode"/>
                          <a:cs typeface="Lucida Sans Unicode"/>
                        </a:rPr>
                        <a:t> </a:t>
                      </a:r>
                      <a:r>
                        <a:rPr sz="1500" spc="-50" dirty="0">
                          <a:solidFill>
                            <a:srgbClr val="BE9000"/>
                          </a:solidFill>
                          <a:latin typeface="MS PGothic"/>
                          <a:cs typeface="MS PGothic"/>
                        </a:rPr>
                        <a:t>⋅</a:t>
                      </a:r>
                      <a:endParaRPr sz="1500">
                        <a:latin typeface="MS PGothic"/>
                        <a:cs typeface="MS PGothic"/>
                      </a:endParaRPr>
                    </a:p>
                    <a:p>
                      <a:pPr marL="23495" algn="ctr">
                        <a:lnSpc>
                          <a:spcPts val="434"/>
                        </a:lnSpc>
                      </a:pPr>
                      <a:r>
                        <a:rPr sz="900" spc="-50" dirty="0">
                          <a:solidFill>
                            <a:srgbClr val="BE9000"/>
                          </a:solidFill>
                          <a:latin typeface="Lucida Sans Unicode"/>
                          <a:cs typeface="Lucida Sans Unicode"/>
                        </a:rPr>
                        <a:t>2</a:t>
                      </a:r>
                      <a:endParaRPr sz="900">
                        <a:latin typeface="Lucida Sans Unicode"/>
                        <a:cs typeface="Lucida Sans Unicode"/>
                      </a:endParaRPr>
                    </a:p>
                    <a:p>
                      <a:pPr algn="ctr">
                        <a:lnSpc>
                          <a:spcPts val="1170"/>
                        </a:lnSpc>
                      </a:pPr>
                      <a:r>
                        <a:rPr sz="1500" spc="-25" dirty="0">
                          <a:solidFill>
                            <a:srgbClr val="BE9000"/>
                          </a:solidFill>
                          <a:latin typeface="Arial Black"/>
                          <a:cs typeface="Arial Black"/>
                        </a:rPr>
                        <a:t>k</a:t>
                      </a:r>
                      <a:r>
                        <a:rPr sz="1400" spc="-37" baseline="-31746" dirty="0">
                          <a:solidFill>
                            <a:srgbClr val="BE9000"/>
                          </a:solidFill>
                          <a:latin typeface="Arial Black"/>
                          <a:cs typeface="Arial Black"/>
                        </a:rPr>
                        <a:t>2</a:t>
                      </a:r>
                      <a:endParaRPr sz="1400" baseline="-31746">
                        <a:latin typeface="Arial Black"/>
                        <a:cs typeface="Arial Black"/>
                      </a:endParaRPr>
                    </a:p>
                  </a:txBody>
                  <a:tcPr marL="0" marR="0" marT="38100" marB="0">
                    <a:lnL w="6350">
                      <a:solidFill>
                        <a:srgbClr val="FAB901"/>
                      </a:solidFill>
                      <a:prstDash val="solid"/>
                    </a:lnL>
                    <a:lnR w="6350">
                      <a:solidFill>
                        <a:srgbClr val="FAB901"/>
                      </a:solidFill>
                      <a:prstDash val="solid"/>
                    </a:lnR>
                    <a:lnT w="12700">
                      <a:solidFill>
                        <a:srgbClr val="FAB901"/>
                      </a:solidFill>
                      <a:prstDash val="solid"/>
                    </a:lnT>
                    <a:lnB w="12700">
                      <a:solidFill>
                        <a:srgbClr val="FAB901"/>
                      </a:solidFill>
                      <a:prstDash val="solid"/>
                    </a:lnB>
                  </a:tcPr>
                </a:tc>
                <a:tc>
                  <a:txBody>
                    <a:bodyPr/>
                    <a:lstStyle/>
                    <a:p>
                      <a:pPr>
                        <a:lnSpc>
                          <a:spcPct val="100000"/>
                        </a:lnSpc>
                      </a:pPr>
                      <a:endParaRPr sz="1300">
                        <a:latin typeface="Times New Roman"/>
                        <a:cs typeface="Times New Roman"/>
                      </a:endParaRPr>
                    </a:p>
                  </a:txBody>
                  <a:tcPr marL="0" marR="0" marT="0" marB="0">
                    <a:lnL w="6350">
                      <a:solidFill>
                        <a:srgbClr val="FAB901"/>
                      </a:solidFill>
                      <a:prstDash val="solid"/>
                    </a:lnL>
                    <a:lnR w="28575">
                      <a:solidFill>
                        <a:srgbClr val="F65B66"/>
                      </a:solidFill>
                      <a:prstDash val="solid"/>
                    </a:lnR>
                    <a:lnT w="12700">
                      <a:solidFill>
                        <a:srgbClr val="FAB901"/>
                      </a:solidFill>
                      <a:prstDash val="solid"/>
                    </a:lnT>
                    <a:lnB w="12700">
                      <a:solidFill>
                        <a:srgbClr val="FAB901"/>
                      </a:solidFill>
                      <a:prstDash val="solid"/>
                    </a:lnB>
                    <a:solidFill>
                      <a:srgbClr val="EEEEEE"/>
                    </a:solidFill>
                  </a:tcPr>
                </a:tc>
                <a:tc vMerge="1">
                  <a:txBody>
                    <a:bodyPr/>
                    <a:lstStyle/>
                    <a:p>
                      <a:endParaRPr/>
                    </a:p>
                  </a:txBody>
                  <a:tcPr marL="0" marR="0" marT="0" marB="0">
                    <a:lnL w="28575">
                      <a:solidFill>
                        <a:srgbClr val="F65B66"/>
                      </a:solidFill>
                      <a:prstDash val="solid"/>
                    </a:lnL>
                  </a:tcPr>
                </a:tc>
                <a:extLst>
                  <a:ext uri="{0D108BD9-81ED-4DB2-BD59-A6C34878D82A}">
                    <a16:rowId xmlns:a16="http://schemas.microsoft.com/office/drawing/2014/main" val="10001"/>
                  </a:ext>
                </a:extLst>
              </a:tr>
              <a:tr h="535940">
                <a:tc>
                  <a:txBody>
                    <a:bodyPr/>
                    <a:lstStyle/>
                    <a:p>
                      <a:pPr marL="38100">
                        <a:lnSpc>
                          <a:spcPts val="1065"/>
                        </a:lnSpc>
                        <a:spcBef>
                          <a:spcPts val="980"/>
                        </a:spcBef>
                      </a:pPr>
                      <a:r>
                        <a:rPr sz="1500" spc="55" dirty="0">
                          <a:solidFill>
                            <a:srgbClr val="BE9000"/>
                          </a:solidFill>
                          <a:latin typeface="Lucida Sans Unicode"/>
                          <a:cs typeface="Lucida Sans Unicode"/>
                        </a:rPr>
                        <a:t>q</a:t>
                      </a:r>
                      <a:r>
                        <a:rPr sz="1500" spc="85" dirty="0">
                          <a:solidFill>
                            <a:srgbClr val="BE9000"/>
                          </a:solidFill>
                          <a:latin typeface="Lucida Sans Unicode"/>
                          <a:cs typeface="Lucida Sans Unicode"/>
                        </a:rPr>
                        <a:t> </a:t>
                      </a:r>
                      <a:r>
                        <a:rPr sz="1500" dirty="0">
                          <a:solidFill>
                            <a:srgbClr val="BE9000"/>
                          </a:solidFill>
                          <a:latin typeface="MS PGothic"/>
                          <a:cs typeface="MS PGothic"/>
                        </a:rPr>
                        <a:t>⋅</a:t>
                      </a:r>
                      <a:r>
                        <a:rPr sz="1500" spc="-35" dirty="0">
                          <a:solidFill>
                            <a:srgbClr val="BE9000"/>
                          </a:solidFill>
                          <a:latin typeface="MS PGothic"/>
                          <a:cs typeface="MS PGothic"/>
                        </a:rPr>
                        <a:t> </a:t>
                      </a:r>
                      <a:r>
                        <a:rPr sz="1500" spc="-50" dirty="0">
                          <a:solidFill>
                            <a:srgbClr val="BE9000"/>
                          </a:solidFill>
                          <a:latin typeface="Arial Black"/>
                          <a:cs typeface="Arial Black"/>
                        </a:rPr>
                        <a:t>k</a:t>
                      </a:r>
                      <a:endParaRPr sz="1500">
                        <a:latin typeface="Arial Black"/>
                        <a:cs typeface="Arial Black"/>
                      </a:endParaRPr>
                    </a:p>
                    <a:p>
                      <a:pPr marL="133350">
                        <a:lnSpc>
                          <a:spcPts val="585"/>
                        </a:lnSpc>
                        <a:tabLst>
                          <a:tab pos="384175" algn="l"/>
                        </a:tabLst>
                      </a:pPr>
                      <a:r>
                        <a:rPr sz="900" spc="-50" dirty="0">
                          <a:solidFill>
                            <a:srgbClr val="BE9000"/>
                          </a:solidFill>
                          <a:latin typeface="Lucida Sans Unicode"/>
                          <a:cs typeface="Lucida Sans Unicode"/>
                        </a:rPr>
                        <a:t>3</a:t>
                      </a:r>
                      <a:r>
                        <a:rPr sz="900" dirty="0">
                          <a:solidFill>
                            <a:srgbClr val="BE9000"/>
                          </a:solidFill>
                          <a:latin typeface="Lucida Sans Unicode"/>
                          <a:cs typeface="Lucida Sans Unicode"/>
                        </a:rPr>
                        <a:t>	</a:t>
                      </a:r>
                      <a:r>
                        <a:rPr sz="900" spc="-50" dirty="0">
                          <a:solidFill>
                            <a:srgbClr val="BE9000"/>
                          </a:solidFill>
                          <a:latin typeface="Arial Black"/>
                          <a:cs typeface="Arial Black"/>
                        </a:rPr>
                        <a:t>1</a:t>
                      </a:r>
                      <a:endParaRPr sz="900">
                        <a:latin typeface="Arial Black"/>
                        <a:cs typeface="Arial Black"/>
                      </a:endParaRPr>
                    </a:p>
                  </a:txBody>
                  <a:tcPr marL="0" marR="0" marT="165947" marB="0">
                    <a:lnL w="28575">
                      <a:solidFill>
                        <a:srgbClr val="F65B66"/>
                      </a:solidFill>
                      <a:prstDash val="solid"/>
                    </a:lnL>
                    <a:lnR w="6350">
                      <a:solidFill>
                        <a:srgbClr val="FAB901"/>
                      </a:solidFill>
                      <a:prstDash val="solid"/>
                    </a:lnR>
                    <a:lnT w="6350">
                      <a:solidFill>
                        <a:srgbClr val="FAB901"/>
                      </a:solidFill>
                      <a:prstDash val="solid"/>
                    </a:lnT>
                    <a:lnB w="28575">
                      <a:solidFill>
                        <a:srgbClr val="F65B66"/>
                      </a:solidFill>
                      <a:prstDash val="solid"/>
                    </a:lnB>
                  </a:tcPr>
                </a:tc>
                <a:tc>
                  <a:txBody>
                    <a:bodyPr/>
                    <a:lstStyle/>
                    <a:p>
                      <a:pPr algn="ctr">
                        <a:lnSpc>
                          <a:spcPts val="1065"/>
                        </a:lnSpc>
                        <a:spcBef>
                          <a:spcPts val="305"/>
                        </a:spcBef>
                      </a:pPr>
                      <a:r>
                        <a:rPr sz="1500" spc="55" dirty="0">
                          <a:solidFill>
                            <a:srgbClr val="BE9000"/>
                          </a:solidFill>
                          <a:latin typeface="Lucida Sans Unicode"/>
                          <a:cs typeface="Lucida Sans Unicode"/>
                        </a:rPr>
                        <a:t>q</a:t>
                      </a:r>
                      <a:r>
                        <a:rPr sz="1500" spc="85" dirty="0">
                          <a:solidFill>
                            <a:srgbClr val="BE9000"/>
                          </a:solidFill>
                          <a:latin typeface="Lucida Sans Unicode"/>
                          <a:cs typeface="Lucida Sans Unicode"/>
                        </a:rPr>
                        <a:t> </a:t>
                      </a:r>
                      <a:r>
                        <a:rPr sz="1500" spc="-50" dirty="0">
                          <a:solidFill>
                            <a:srgbClr val="BE9000"/>
                          </a:solidFill>
                          <a:latin typeface="MS PGothic"/>
                          <a:cs typeface="MS PGothic"/>
                        </a:rPr>
                        <a:t>⋅</a:t>
                      </a:r>
                      <a:endParaRPr sz="1500">
                        <a:latin typeface="MS PGothic"/>
                        <a:cs typeface="MS PGothic"/>
                      </a:endParaRPr>
                    </a:p>
                    <a:p>
                      <a:pPr marL="23495" algn="ctr">
                        <a:lnSpc>
                          <a:spcPts val="434"/>
                        </a:lnSpc>
                      </a:pPr>
                      <a:r>
                        <a:rPr sz="900" spc="-50" dirty="0">
                          <a:solidFill>
                            <a:srgbClr val="BE9000"/>
                          </a:solidFill>
                          <a:latin typeface="Lucida Sans Unicode"/>
                          <a:cs typeface="Lucida Sans Unicode"/>
                        </a:rPr>
                        <a:t>3</a:t>
                      </a:r>
                      <a:endParaRPr sz="900">
                        <a:latin typeface="Lucida Sans Unicode"/>
                        <a:cs typeface="Lucida Sans Unicode"/>
                      </a:endParaRPr>
                    </a:p>
                    <a:p>
                      <a:pPr algn="ctr">
                        <a:lnSpc>
                          <a:spcPts val="1170"/>
                        </a:lnSpc>
                      </a:pPr>
                      <a:r>
                        <a:rPr sz="1500" spc="-25" dirty="0">
                          <a:solidFill>
                            <a:srgbClr val="BE9000"/>
                          </a:solidFill>
                          <a:latin typeface="Arial Black"/>
                          <a:cs typeface="Arial Black"/>
                        </a:rPr>
                        <a:t>k</a:t>
                      </a:r>
                      <a:r>
                        <a:rPr sz="1400" spc="-37" baseline="-31746" dirty="0">
                          <a:solidFill>
                            <a:srgbClr val="BE9000"/>
                          </a:solidFill>
                          <a:latin typeface="Arial Black"/>
                          <a:cs typeface="Arial Black"/>
                        </a:rPr>
                        <a:t>2</a:t>
                      </a:r>
                      <a:endParaRPr sz="1400" baseline="-31746">
                        <a:latin typeface="Arial Black"/>
                        <a:cs typeface="Arial Black"/>
                      </a:endParaRPr>
                    </a:p>
                  </a:txBody>
                  <a:tcPr marL="0" marR="0" marT="51647" marB="0">
                    <a:lnL w="6350">
                      <a:solidFill>
                        <a:srgbClr val="FAB901"/>
                      </a:solidFill>
                      <a:prstDash val="solid"/>
                    </a:lnL>
                    <a:lnR w="6350">
                      <a:solidFill>
                        <a:srgbClr val="FAB901"/>
                      </a:solidFill>
                      <a:prstDash val="solid"/>
                    </a:lnR>
                    <a:lnT w="12700">
                      <a:solidFill>
                        <a:srgbClr val="FAB901"/>
                      </a:solidFill>
                      <a:prstDash val="solid"/>
                    </a:lnT>
                    <a:lnB w="28575">
                      <a:solidFill>
                        <a:srgbClr val="F65B66"/>
                      </a:solidFill>
                      <a:prstDash val="solid"/>
                    </a:lnB>
                  </a:tcPr>
                </a:tc>
                <a:tc>
                  <a:txBody>
                    <a:bodyPr/>
                    <a:lstStyle/>
                    <a:p>
                      <a:pPr algn="ctr">
                        <a:lnSpc>
                          <a:spcPts val="1065"/>
                        </a:lnSpc>
                        <a:spcBef>
                          <a:spcPts val="305"/>
                        </a:spcBef>
                      </a:pPr>
                      <a:r>
                        <a:rPr sz="1500" spc="55" dirty="0">
                          <a:solidFill>
                            <a:srgbClr val="BE9000"/>
                          </a:solidFill>
                          <a:latin typeface="Lucida Sans Unicode"/>
                          <a:cs typeface="Lucida Sans Unicode"/>
                        </a:rPr>
                        <a:t>q</a:t>
                      </a:r>
                      <a:r>
                        <a:rPr sz="1500" spc="85" dirty="0">
                          <a:solidFill>
                            <a:srgbClr val="BE9000"/>
                          </a:solidFill>
                          <a:latin typeface="Lucida Sans Unicode"/>
                          <a:cs typeface="Lucida Sans Unicode"/>
                        </a:rPr>
                        <a:t> </a:t>
                      </a:r>
                      <a:r>
                        <a:rPr sz="1500" spc="-50" dirty="0">
                          <a:solidFill>
                            <a:srgbClr val="BE9000"/>
                          </a:solidFill>
                          <a:latin typeface="MS PGothic"/>
                          <a:cs typeface="MS PGothic"/>
                        </a:rPr>
                        <a:t>⋅</a:t>
                      </a:r>
                      <a:endParaRPr sz="1500">
                        <a:latin typeface="MS PGothic"/>
                        <a:cs typeface="MS PGothic"/>
                      </a:endParaRPr>
                    </a:p>
                    <a:p>
                      <a:pPr marL="23495" algn="ctr">
                        <a:lnSpc>
                          <a:spcPts val="434"/>
                        </a:lnSpc>
                      </a:pPr>
                      <a:r>
                        <a:rPr sz="900" spc="-50" dirty="0">
                          <a:solidFill>
                            <a:srgbClr val="BE9000"/>
                          </a:solidFill>
                          <a:latin typeface="Lucida Sans Unicode"/>
                          <a:cs typeface="Lucida Sans Unicode"/>
                        </a:rPr>
                        <a:t>3</a:t>
                      </a:r>
                      <a:endParaRPr sz="900">
                        <a:latin typeface="Lucida Sans Unicode"/>
                        <a:cs typeface="Lucida Sans Unicode"/>
                      </a:endParaRPr>
                    </a:p>
                    <a:p>
                      <a:pPr algn="ctr">
                        <a:lnSpc>
                          <a:spcPts val="1170"/>
                        </a:lnSpc>
                      </a:pPr>
                      <a:r>
                        <a:rPr sz="1500" spc="-25" dirty="0">
                          <a:solidFill>
                            <a:srgbClr val="BE9000"/>
                          </a:solidFill>
                          <a:latin typeface="Arial Black"/>
                          <a:cs typeface="Arial Black"/>
                        </a:rPr>
                        <a:t>k</a:t>
                      </a:r>
                      <a:r>
                        <a:rPr sz="1400" spc="-37" baseline="-31746" dirty="0">
                          <a:solidFill>
                            <a:srgbClr val="BE9000"/>
                          </a:solidFill>
                          <a:latin typeface="Arial Black"/>
                          <a:cs typeface="Arial Black"/>
                        </a:rPr>
                        <a:t>3</a:t>
                      </a:r>
                      <a:endParaRPr sz="1400" baseline="-31746">
                        <a:latin typeface="Arial Black"/>
                        <a:cs typeface="Arial Black"/>
                      </a:endParaRPr>
                    </a:p>
                  </a:txBody>
                  <a:tcPr marL="0" marR="0" marT="51647" marB="0">
                    <a:lnL w="6350">
                      <a:solidFill>
                        <a:srgbClr val="FAB901"/>
                      </a:solidFill>
                      <a:prstDash val="solid"/>
                    </a:lnL>
                    <a:lnR w="6350">
                      <a:solidFill>
                        <a:srgbClr val="FAB901"/>
                      </a:solidFill>
                      <a:prstDash val="solid"/>
                    </a:lnR>
                    <a:lnT w="12700">
                      <a:solidFill>
                        <a:srgbClr val="FAB901"/>
                      </a:solidFill>
                      <a:prstDash val="solid"/>
                    </a:lnT>
                    <a:lnB w="28575">
                      <a:solidFill>
                        <a:srgbClr val="F65B66"/>
                      </a:solidFill>
                      <a:prstDash val="solid"/>
                    </a:lnB>
                  </a:tcPr>
                </a:tc>
                <a:tc vMerge="1">
                  <a:txBody>
                    <a:bodyPr/>
                    <a:lstStyle/>
                    <a:p>
                      <a:endParaRPr/>
                    </a:p>
                  </a:txBody>
                  <a:tcPr marL="0" marR="0" marT="0" marB="0">
                    <a:lnL w="6350">
                      <a:solidFill>
                        <a:srgbClr val="FAB901"/>
                      </a:solidFill>
                      <a:prstDash val="solid"/>
                    </a:lnL>
                    <a:lnR w="6350">
                      <a:solidFill>
                        <a:srgbClr val="FAB901"/>
                      </a:solidFill>
                      <a:prstDash val="solid"/>
                    </a:lnR>
                    <a:lnT w="28575">
                      <a:solidFill>
                        <a:srgbClr val="F65B66"/>
                      </a:solidFill>
                      <a:prstDash val="solid"/>
                    </a:lnT>
                    <a:lnB w="28575">
                      <a:solidFill>
                        <a:srgbClr val="F65B66"/>
                      </a:solidFill>
                      <a:prstDash val="solid"/>
                    </a:lnB>
                  </a:tcPr>
                </a:tc>
                <a:tc>
                  <a:txBody>
                    <a:bodyPr/>
                    <a:lstStyle/>
                    <a:p>
                      <a:pPr marL="48260">
                        <a:lnSpc>
                          <a:spcPts val="1065"/>
                        </a:lnSpc>
                        <a:spcBef>
                          <a:spcPts val="900"/>
                        </a:spcBef>
                      </a:pPr>
                      <a:r>
                        <a:rPr sz="1500" spc="55" dirty="0">
                          <a:solidFill>
                            <a:srgbClr val="BE9000"/>
                          </a:solidFill>
                          <a:latin typeface="Lucida Sans Unicode"/>
                          <a:cs typeface="Lucida Sans Unicode"/>
                        </a:rPr>
                        <a:t>q</a:t>
                      </a:r>
                      <a:r>
                        <a:rPr sz="1500" spc="85" dirty="0">
                          <a:solidFill>
                            <a:srgbClr val="BE9000"/>
                          </a:solidFill>
                          <a:latin typeface="Lucida Sans Unicode"/>
                          <a:cs typeface="Lucida Sans Unicode"/>
                        </a:rPr>
                        <a:t> </a:t>
                      </a:r>
                      <a:r>
                        <a:rPr sz="1500" dirty="0">
                          <a:solidFill>
                            <a:srgbClr val="BE9000"/>
                          </a:solidFill>
                          <a:latin typeface="MS PGothic"/>
                          <a:cs typeface="MS PGothic"/>
                        </a:rPr>
                        <a:t>⋅</a:t>
                      </a:r>
                      <a:r>
                        <a:rPr sz="1500" spc="-35" dirty="0">
                          <a:solidFill>
                            <a:srgbClr val="BE9000"/>
                          </a:solidFill>
                          <a:latin typeface="MS PGothic"/>
                          <a:cs typeface="MS PGothic"/>
                        </a:rPr>
                        <a:t> </a:t>
                      </a:r>
                      <a:r>
                        <a:rPr sz="1500" spc="-50" dirty="0">
                          <a:solidFill>
                            <a:srgbClr val="BE9000"/>
                          </a:solidFill>
                          <a:latin typeface="Arial Black"/>
                          <a:cs typeface="Arial Black"/>
                        </a:rPr>
                        <a:t>k</a:t>
                      </a:r>
                      <a:endParaRPr sz="1500">
                        <a:latin typeface="Arial Black"/>
                        <a:cs typeface="Arial Black"/>
                      </a:endParaRPr>
                    </a:p>
                    <a:p>
                      <a:pPr marL="143510">
                        <a:lnSpc>
                          <a:spcPts val="585"/>
                        </a:lnSpc>
                        <a:tabLst>
                          <a:tab pos="394335" algn="l"/>
                        </a:tabLst>
                      </a:pPr>
                      <a:r>
                        <a:rPr sz="900" spc="-50" dirty="0">
                          <a:solidFill>
                            <a:srgbClr val="BE9000"/>
                          </a:solidFill>
                          <a:latin typeface="Lucida Sans Unicode"/>
                          <a:cs typeface="Lucida Sans Unicode"/>
                        </a:rPr>
                        <a:t>3</a:t>
                      </a:r>
                      <a:r>
                        <a:rPr sz="900" dirty="0">
                          <a:solidFill>
                            <a:srgbClr val="BE9000"/>
                          </a:solidFill>
                          <a:latin typeface="Lucida Sans Unicode"/>
                          <a:cs typeface="Lucida Sans Unicode"/>
                        </a:rPr>
                        <a:t>	</a:t>
                      </a:r>
                      <a:r>
                        <a:rPr sz="900" spc="-50" dirty="0">
                          <a:solidFill>
                            <a:srgbClr val="BE9000"/>
                          </a:solidFill>
                          <a:latin typeface="Arial Black"/>
                          <a:cs typeface="Arial Black"/>
                        </a:rPr>
                        <a:t>1</a:t>
                      </a:r>
                      <a:endParaRPr sz="900">
                        <a:latin typeface="Arial Black"/>
                        <a:cs typeface="Arial Black"/>
                      </a:endParaRPr>
                    </a:p>
                  </a:txBody>
                  <a:tcPr marL="0" marR="0" marT="152400" marB="0">
                    <a:lnL w="6350">
                      <a:solidFill>
                        <a:srgbClr val="FAB901"/>
                      </a:solidFill>
                      <a:prstDash val="solid"/>
                    </a:lnL>
                    <a:lnR w="6350">
                      <a:solidFill>
                        <a:srgbClr val="FAB901"/>
                      </a:solidFill>
                      <a:prstDash val="solid"/>
                    </a:lnR>
                    <a:lnT w="12700">
                      <a:solidFill>
                        <a:srgbClr val="FAB901"/>
                      </a:solidFill>
                      <a:prstDash val="solid"/>
                    </a:lnT>
                    <a:lnB w="28575">
                      <a:solidFill>
                        <a:srgbClr val="F65B66"/>
                      </a:solidFill>
                      <a:prstDash val="solid"/>
                    </a:lnB>
                  </a:tcPr>
                </a:tc>
                <a:tc>
                  <a:txBody>
                    <a:bodyPr/>
                    <a:lstStyle/>
                    <a:p>
                      <a:pPr algn="ctr">
                        <a:lnSpc>
                          <a:spcPts val="1065"/>
                        </a:lnSpc>
                        <a:spcBef>
                          <a:spcPts val="225"/>
                        </a:spcBef>
                      </a:pPr>
                      <a:r>
                        <a:rPr sz="1500" spc="55" dirty="0">
                          <a:solidFill>
                            <a:srgbClr val="BE9000"/>
                          </a:solidFill>
                          <a:latin typeface="Lucida Sans Unicode"/>
                          <a:cs typeface="Lucida Sans Unicode"/>
                        </a:rPr>
                        <a:t>q</a:t>
                      </a:r>
                      <a:r>
                        <a:rPr sz="1500" spc="85" dirty="0">
                          <a:solidFill>
                            <a:srgbClr val="BE9000"/>
                          </a:solidFill>
                          <a:latin typeface="Lucida Sans Unicode"/>
                          <a:cs typeface="Lucida Sans Unicode"/>
                        </a:rPr>
                        <a:t> </a:t>
                      </a:r>
                      <a:r>
                        <a:rPr sz="1500" spc="-50" dirty="0">
                          <a:solidFill>
                            <a:srgbClr val="BE9000"/>
                          </a:solidFill>
                          <a:latin typeface="MS PGothic"/>
                          <a:cs typeface="MS PGothic"/>
                        </a:rPr>
                        <a:t>⋅</a:t>
                      </a:r>
                      <a:endParaRPr sz="1500">
                        <a:latin typeface="MS PGothic"/>
                        <a:cs typeface="MS PGothic"/>
                      </a:endParaRPr>
                    </a:p>
                    <a:p>
                      <a:pPr marL="23495" algn="ctr">
                        <a:lnSpc>
                          <a:spcPts val="434"/>
                        </a:lnSpc>
                      </a:pPr>
                      <a:r>
                        <a:rPr sz="900" spc="-50" dirty="0">
                          <a:solidFill>
                            <a:srgbClr val="BE9000"/>
                          </a:solidFill>
                          <a:latin typeface="Lucida Sans Unicode"/>
                          <a:cs typeface="Lucida Sans Unicode"/>
                        </a:rPr>
                        <a:t>3</a:t>
                      </a:r>
                      <a:endParaRPr sz="900">
                        <a:latin typeface="Lucida Sans Unicode"/>
                        <a:cs typeface="Lucida Sans Unicode"/>
                      </a:endParaRPr>
                    </a:p>
                    <a:p>
                      <a:pPr algn="ctr">
                        <a:lnSpc>
                          <a:spcPts val="1170"/>
                        </a:lnSpc>
                      </a:pPr>
                      <a:r>
                        <a:rPr sz="1500" spc="-25" dirty="0">
                          <a:solidFill>
                            <a:srgbClr val="BE9000"/>
                          </a:solidFill>
                          <a:latin typeface="Arial Black"/>
                          <a:cs typeface="Arial Black"/>
                        </a:rPr>
                        <a:t>k</a:t>
                      </a:r>
                      <a:r>
                        <a:rPr sz="1400" spc="-37" baseline="-31746" dirty="0">
                          <a:solidFill>
                            <a:srgbClr val="BE9000"/>
                          </a:solidFill>
                          <a:latin typeface="Arial Black"/>
                          <a:cs typeface="Arial Black"/>
                        </a:rPr>
                        <a:t>2</a:t>
                      </a:r>
                      <a:endParaRPr sz="1400" baseline="-31746">
                        <a:latin typeface="Arial Black"/>
                        <a:cs typeface="Arial Black"/>
                      </a:endParaRPr>
                    </a:p>
                  </a:txBody>
                  <a:tcPr marL="0" marR="0" marT="38100" marB="0">
                    <a:lnL w="6350">
                      <a:solidFill>
                        <a:srgbClr val="FAB901"/>
                      </a:solidFill>
                      <a:prstDash val="solid"/>
                    </a:lnL>
                    <a:lnR w="6350">
                      <a:solidFill>
                        <a:srgbClr val="FAB901"/>
                      </a:solidFill>
                      <a:prstDash val="solid"/>
                    </a:lnR>
                    <a:lnT w="12700">
                      <a:solidFill>
                        <a:srgbClr val="FAB901"/>
                      </a:solidFill>
                      <a:prstDash val="solid"/>
                    </a:lnT>
                    <a:lnB w="28575">
                      <a:solidFill>
                        <a:srgbClr val="F65B66"/>
                      </a:solidFill>
                      <a:prstDash val="solid"/>
                    </a:lnB>
                  </a:tcPr>
                </a:tc>
                <a:tc>
                  <a:txBody>
                    <a:bodyPr/>
                    <a:lstStyle/>
                    <a:p>
                      <a:pPr marR="3175" algn="ctr">
                        <a:lnSpc>
                          <a:spcPts val="1065"/>
                        </a:lnSpc>
                        <a:spcBef>
                          <a:spcPts val="225"/>
                        </a:spcBef>
                      </a:pPr>
                      <a:r>
                        <a:rPr sz="1500" spc="55" dirty="0">
                          <a:solidFill>
                            <a:srgbClr val="BE9000"/>
                          </a:solidFill>
                          <a:latin typeface="Lucida Sans Unicode"/>
                          <a:cs typeface="Lucida Sans Unicode"/>
                        </a:rPr>
                        <a:t>q</a:t>
                      </a:r>
                      <a:r>
                        <a:rPr sz="1500" spc="85" dirty="0">
                          <a:solidFill>
                            <a:srgbClr val="BE9000"/>
                          </a:solidFill>
                          <a:latin typeface="Lucida Sans Unicode"/>
                          <a:cs typeface="Lucida Sans Unicode"/>
                        </a:rPr>
                        <a:t> </a:t>
                      </a:r>
                      <a:r>
                        <a:rPr sz="1500" spc="-50" dirty="0">
                          <a:solidFill>
                            <a:srgbClr val="BE9000"/>
                          </a:solidFill>
                          <a:latin typeface="MS PGothic"/>
                          <a:cs typeface="MS PGothic"/>
                        </a:rPr>
                        <a:t>⋅</a:t>
                      </a:r>
                      <a:endParaRPr sz="1500" dirty="0">
                        <a:latin typeface="MS PGothic"/>
                        <a:cs typeface="MS PGothic"/>
                      </a:endParaRPr>
                    </a:p>
                    <a:p>
                      <a:pPr marL="13335" algn="ctr">
                        <a:lnSpc>
                          <a:spcPts val="434"/>
                        </a:lnSpc>
                      </a:pPr>
                      <a:r>
                        <a:rPr sz="900" spc="-50" dirty="0">
                          <a:solidFill>
                            <a:srgbClr val="BE9000"/>
                          </a:solidFill>
                          <a:latin typeface="Lucida Sans Unicode"/>
                          <a:cs typeface="Lucida Sans Unicode"/>
                        </a:rPr>
                        <a:t>3</a:t>
                      </a:r>
                      <a:endParaRPr sz="900" dirty="0">
                        <a:latin typeface="Lucida Sans Unicode"/>
                        <a:cs typeface="Lucida Sans Unicode"/>
                      </a:endParaRPr>
                    </a:p>
                    <a:p>
                      <a:pPr marR="1905" algn="ctr">
                        <a:lnSpc>
                          <a:spcPts val="1170"/>
                        </a:lnSpc>
                      </a:pPr>
                      <a:r>
                        <a:rPr sz="1500" spc="-25" dirty="0">
                          <a:solidFill>
                            <a:srgbClr val="BE9000"/>
                          </a:solidFill>
                          <a:latin typeface="Arial Black"/>
                          <a:cs typeface="Arial Black"/>
                        </a:rPr>
                        <a:t>k</a:t>
                      </a:r>
                      <a:r>
                        <a:rPr sz="1400" spc="-37" baseline="-31746" dirty="0">
                          <a:solidFill>
                            <a:srgbClr val="BE9000"/>
                          </a:solidFill>
                          <a:latin typeface="Arial Black"/>
                          <a:cs typeface="Arial Black"/>
                        </a:rPr>
                        <a:t>3</a:t>
                      </a:r>
                      <a:endParaRPr sz="1400" baseline="-31746" dirty="0">
                        <a:latin typeface="Arial Black"/>
                        <a:cs typeface="Arial Black"/>
                      </a:endParaRPr>
                    </a:p>
                  </a:txBody>
                  <a:tcPr marL="0" marR="0" marT="38100" marB="0">
                    <a:lnL w="6350">
                      <a:solidFill>
                        <a:srgbClr val="FAB901"/>
                      </a:solidFill>
                      <a:prstDash val="solid"/>
                    </a:lnL>
                    <a:lnR w="28575">
                      <a:solidFill>
                        <a:srgbClr val="F65B66"/>
                      </a:solidFill>
                      <a:prstDash val="solid"/>
                    </a:lnR>
                    <a:lnT w="12700">
                      <a:solidFill>
                        <a:srgbClr val="FAB901"/>
                      </a:solidFill>
                      <a:prstDash val="solid"/>
                    </a:lnT>
                    <a:lnB w="28575">
                      <a:solidFill>
                        <a:srgbClr val="F65B66"/>
                      </a:solidFill>
                      <a:prstDash val="solid"/>
                    </a:lnB>
                    <a:solidFill>
                      <a:srgbClr val="FFFFFF">
                        <a:alpha val="64559"/>
                      </a:srgbClr>
                    </a:solidFill>
                  </a:tcPr>
                </a:tc>
                <a:tc vMerge="1">
                  <a:txBody>
                    <a:bodyPr/>
                    <a:lstStyle/>
                    <a:p>
                      <a:endParaRPr/>
                    </a:p>
                  </a:txBody>
                  <a:tcPr marL="0" marR="0" marT="0" marB="0">
                    <a:lnL w="28575">
                      <a:solidFill>
                        <a:srgbClr val="F65B66"/>
                      </a:solidFill>
                      <a:prstDash val="solid"/>
                    </a:lnL>
                  </a:tcPr>
                </a:tc>
                <a:extLst>
                  <a:ext uri="{0D108BD9-81ED-4DB2-BD59-A6C34878D82A}">
                    <a16:rowId xmlns:a16="http://schemas.microsoft.com/office/drawing/2014/main" val="10002"/>
                  </a:ext>
                </a:extLst>
              </a:tr>
            </a:tbl>
          </a:graphicData>
        </a:graphic>
      </p:graphicFrame>
      <p:graphicFrame>
        <p:nvGraphicFramePr>
          <p:cNvPr id="18" name="object 18">
            <a:extLst>
              <a:ext uri="{FF2B5EF4-FFF2-40B4-BE49-F238E27FC236}">
                <a16:creationId xmlns:a16="http://schemas.microsoft.com/office/drawing/2014/main" id="{90BCE352-40EE-3317-BD35-1F7F49D99E9D}"/>
              </a:ext>
            </a:extLst>
          </p:cNvPr>
          <p:cNvGraphicFramePr>
            <a:graphicFrameLocks noGrp="1"/>
          </p:cNvGraphicFramePr>
          <p:nvPr/>
        </p:nvGraphicFramePr>
        <p:xfrm>
          <a:off x="6262904" y="2540813"/>
          <a:ext cx="1431713" cy="1672164"/>
        </p:xfrm>
        <a:graphic>
          <a:graphicData uri="http://schemas.openxmlformats.org/drawingml/2006/table">
            <a:tbl>
              <a:tblPr firstRow="1" bandRow="1">
                <a:tableStyleId>{2D5ABB26-0587-4C30-8999-92F81FD0307C}</a:tableStyleId>
              </a:tblPr>
              <a:tblGrid>
                <a:gridCol w="624840">
                  <a:extLst>
                    <a:ext uri="{9D8B030D-6E8A-4147-A177-3AD203B41FA5}">
                      <a16:colId xmlns:a16="http://schemas.microsoft.com/office/drawing/2014/main" val="20000"/>
                    </a:ext>
                  </a:extLst>
                </a:gridCol>
                <a:gridCol w="165100">
                  <a:extLst>
                    <a:ext uri="{9D8B030D-6E8A-4147-A177-3AD203B41FA5}">
                      <a16:colId xmlns:a16="http://schemas.microsoft.com/office/drawing/2014/main" val="20001"/>
                    </a:ext>
                  </a:extLst>
                </a:gridCol>
                <a:gridCol w="641773">
                  <a:extLst>
                    <a:ext uri="{9D8B030D-6E8A-4147-A177-3AD203B41FA5}">
                      <a16:colId xmlns:a16="http://schemas.microsoft.com/office/drawing/2014/main" val="20002"/>
                    </a:ext>
                  </a:extLst>
                </a:gridCol>
              </a:tblGrid>
              <a:tr h="555412">
                <a:tc>
                  <a:txBody>
                    <a:bodyPr/>
                    <a:lstStyle/>
                    <a:p>
                      <a:pPr>
                        <a:lnSpc>
                          <a:spcPct val="100000"/>
                        </a:lnSpc>
                        <a:spcBef>
                          <a:spcPts val="125"/>
                        </a:spcBef>
                      </a:pPr>
                      <a:endParaRPr sz="900">
                        <a:latin typeface="Times New Roman"/>
                        <a:cs typeface="Times New Roman"/>
                      </a:endParaRPr>
                    </a:p>
                    <a:p>
                      <a:pPr marR="1905" algn="ctr">
                        <a:lnSpc>
                          <a:spcPct val="100000"/>
                        </a:lnSpc>
                      </a:pPr>
                      <a:r>
                        <a:rPr sz="1500" spc="-25" dirty="0">
                          <a:solidFill>
                            <a:srgbClr val="5AB46E"/>
                          </a:solidFill>
                          <a:latin typeface="Arial Black"/>
                          <a:cs typeface="Arial Black"/>
                        </a:rPr>
                        <a:t>v</a:t>
                      </a:r>
                      <a:r>
                        <a:rPr sz="1400" spc="-37" baseline="-31746" dirty="0">
                          <a:solidFill>
                            <a:srgbClr val="5AB46E"/>
                          </a:solidFill>
                          <a:latin typeface="Arial Black"/>
                          <a:cs typeface="Arial Black"/>
                        </a:rPr>
                        <a:t>1</a:t>
                      </a:r>
                      <a:endParaRPr sz="1400" baseline="-31746">
                        <a:latin typeface="Arial Black"/>
                        <a:cs typeface="Arial Black"/>
                      </a:endParaRPr>
                    </a:p>
                  </a:txBody>
                  <a:tcPr marL="0" marR="0" marT="21167" marB="0">
                    <a:lnL w="28575">
                      <a:solidFill>
                        <a:srgbClr val="F65B66"/>
                      </a:solidFill>
                      <a:prstDash val="solid"/>
                    </a:lnL>
                    <a:lnR w="6350">
                      <a:solidFill>
                        <a:srgbClr val="5AB46E"/>
                      </a:solidFill>
                      <a:prstDash val="solid"/>
                    </a:lnR>
                    <a:lnT w="28575">
                      <a:solidFill>
                        <a:srgbClr val="F65B66"/>
                      </a:solidFill>
                      <a:prstDash val="solid"/>
                    </a:lnT>
                    <a:lnB w="9525">
                      <a:solidFill>
                        <a:srgbClr val="5AB46E"/>
                      </a:solidFill>
                      <a:prstDash val="solid"/>
                    </a:lnB>
                  </a:tcPr>
                </a:tc>
                <a:tc rowSpan="3">
                  <a:txBody>
                    <a:bodyPr/>
                    <a:lstStyle/>
                    <a:p>
                      <a:pPr>
                        <a:lnSpc>
                          <a:spcPct val="100000"/>
                        </a:lnSpc>
                      </a:pPr>
                      <a:endParaRPr sz="1300">
                        <a:latin typeface="Times New Roman"/>
                        <a:cs typeface="Times New Roman"/>
                      </a:endParaRPr>
                    </a:p>
                  </a:txBody>
                  <a:tcPr marL="0" marR="0" marT="0" marB="0">
                    <a:lnL w="6350">
                      <a:solidFill>
                        <a:srgbClr val="5AB46E"/>
                      </a:solidFill>
                      <a:prstDash val="solid"/>
                    </a:lnL>
                    <a:lnR w="6350">
                      <a:solidFill>
                        <a:srgbClr val="5AB46E"/>
                      </a:solidFill>
                      <a:prstDash val="solid"/>
                    </a:lnR>
                    <a:lnT w="28575">
                      <a:solidFill>
                        <a:srgbClr val="F65B66"/>
                      </a:solidFill>
                      <a:prstDash val="solid"/>
                    </a:lnT>
                    <a:lnB w="28575">
                      <a:solidFill>
                        <a:srgbClr val="F65B66"/>
                      </a:solidFill>
                      <a:prstDash val="solid"/>
                    </a:lnB>
                    <a:solidFill>
                      <a:srgbClr val="FFFFFF">
                        <a:alpha val="64559"/>
                      </a:srgbClr>
                    </a:solidFill>
                  </a:tcPr>
                </a:tc>
                <a:tc>
                  <a:txBody>
                    <a:bodyPr/>
                    <a:lstStyle/>
                    <a:p>
                      <a:pPr>
                        <a:lnSpc>
                          <a:spcPct val="100000"/>
                        </a:lnSpc>
                        <a:spcBef>
                          <a:spcPts val="90"/>
                        </a:spcBef>
                      </a:pPr>
                      <a:endParaRPr sz="900">
                        <a:latin typeface="Times New Roman"/>
                        <a:cs typeface="Times New Roman"/>
                      </a:endParaRPr>
                    </a:p>
                    <a:p>
                      <a:pPr algn="ctr">
                        <a:lnSpc>
                          <a:spcPct val="100000"/>
                        </a:lnSpc>
                      </a:pPr>
                      <a:r>
                        <a:rPr sz="1500" spc="-25" dirty="0">
                          <a:solidFill>
                            <a:srgbClr val="5AB46E"/>
                          </a:solidFill>
                          <a:latin typeface="Arial Black"/>
                          <a:cs typeface="Arial Black"/>
                        </a:rPr>
                        <a:t>v</a:t>
                      </a:r>
                      <a:r>
                        <a:rPr sz="1400" spc="-37" baseline="-31746" dirty="0">
                          <a:solidFill>
                            <a:srgbClr val="5AB46E"/>
                          </a:solidFill>
                          <a:latin typeface="Arial Black"/>
                          <a:cs typeface="Arial Black"/>
                        </a:rPr>
                        <a:t>1</a:t>
                      </a:r>
                      <a:endParaRPr sz="1400" baseline="-31746">
                        <a:latin typeface="Arial Black"/>
                        <a:cs typeface="Arial Black"/>
                      </a:endParaRPr>
                    </a:p>
                  </a:txBody>
                  <a:tcPr marL="0" marR="0" marT="15240" marB="0">
                    <a:lnL w="6350">
                      <a:solidFill>
                        <a:srgbClr val="5AB46E"/>
                      </a:solidFill>
                      <a:prstDash val="solid"/>
                    </a:lnL>
                    <a:lnR w="28575">
                      <a:solidFill>
                        <a:srgbClr val="F65B66"/>
                      </a:solidFill>
                      <a:prstDash val="solid"/>
                    </a:lnR>
                    <a:lnT w="28575">
                      <a:solidFill>
                        <a:srgbClr val="F65B66"/>
                      </a:solidFill>
                      <a:prstDash val="solid"/>
                    </a:lnT>
                    <a:lnB w="12700">
                      <a:solidFill>
                        <a:srgbClr val="5AB46E"/>
                      </a:solidFill>
                      <a:prstDash val="solid"/>
                    </a:lnB>
                  </a:tcPr>
                </a:tc>
                <a:extLst>
                  <a:ext uri="{0D108BD9-81ED-4DB2-BD59-A6C34878D82A}">
                    <a16:rowId xmlns:a16="http://schemas.microsoft.com/office/drawing/2014/main" val="10000"/>
                  </a:ext>
                </a:extLst>
              </a:tr>
              <a:tr h="559645">
                <a:tc>
                  <a:txBody>
                    <a:bodyPr/>
                    <a:lstStyle/>
                    <a:p>
                      <a:pPr>
                        <a:lnSpc>
                          <a:spcPct val="100000"/>
                        </a:lnSpc>
                        <a:spcBef>
                          <a:spcPts val="150"/>
                        </a:spcBef>
                      </a:pPr>
                      <a:endParaRPr sz="900">
                        <a:latin typeface="Times New Roman"/>
                        <a:cs typeface="Times New Roman"/>
                      </a:endParaRPr>
                    </a:p>
                    <a:p>
                      <a:pPr marR="1905" algn="ctr">
                        <a:lnSpc>
                          <a:spcPct val="100000"/>
                        </a:lnSpc>
                      </a:pPr>
                      <a:r>
                        <a:rPr sz="1500" spc="-25" dirty="0">
                          <a:solidFill>
                            <a:srgbClr val="5AB46E"/>
                          </a:solidFill>
                          <a:latin typeface="Arial Black"/>
                          <a:cs typeface="Arial Black"/>
                        </a:rPr>
                        <a:t>v</a:t>
                      </a:r>
                      <a:r>
                        <a:rPr sz="1400" spc="-37" baseline="-31746" dirty="0">
                          <a:solidFill>
                            <a:srgbClr val="5AB46E"/>
                          </a:solidFill>
                          <a:latin typeface="Arial Black"/>
                          <a:cs typeface="Arial Black"/>
                        </a:rPr>
                        <a:t>2</a:t>
                      </a:r>
                      <a:endParaRPr sz="1400" baseline="-31746">
                        <a:latin typeface="Arial Black"/>
                        <a:cs typeface="Arial Black"/>
                      </a:endParaRPr>
                    </a:p>
                  </a:txBody>
                  <a:tcPr marL="0" marR="0" marT="25400" marB="0">
                    <a:lnL w="28575">
                      <a:solidFill>
                        <a:srgbClr val="F65B66"/>
                      </a:solidFill>
                      <a:prstDash val="solid"/>
                    </a:lnL>
                    <a:lnR w="6350">
                      <a:solidFill>
                        <a:srgbClr val="5AB46E"/>
                      </a:solidFill>
                      <a:prstDash val="solid"/>
                    </a:lnR>
                    <a:lnT w="9525">
                      <a:solidFill>
                        <a:srgbClr val="5AB46E"/>
                      </a:solidFill>
                      <a:prstDash val="solid"/>
                    </a:lnT>
                    <a:lnB w="9525">
                      <a:solidFill>
                        <a:srgbClr val="5AB46E"/>
                      </a:solidFill>
                      <a:prstDash val="solid"/>
                    </a:lnB>
                  </a:tcPr>
                </a:tc>
                <a:tc vMerge="1">
                  <a:txBody>
                    <a:bodyPr/>
                    <a:lstStyle/>
                    <a:p>
                      <a:endParaRPr/>
                    </a:p>
                  </a:txBody>
                  <a:tcPr marL="0" marR="0" marT="0" marB="0">
                    <a:lnL w="6350">
                      <a:solidFill>
                        <a:srgbClr val="5AB46E"/>
                      </a:solidFill>
                      <a:prstDash val="solid"/>
                    </a:lnL>
                    <a:lnR w="6350">
                      <a:solidFill>
                        <a:srgbClr val="5AB46E"/>
                      </a:solidFill>
                      <a:prstDash val="solid"/>
                    </a:lnR>
                    <a:lnT w="28575">
                      <a:solidFill>
                        <a:srgbClr val="F65B66"/>
                      </a:solidFill>
                      <a:prstDash val="solid"/>
                    </a:lnT>
                    <a:lnB w="28575">
                      <a:solidFill>
                        <a:srgbClr val="F65B66"/>
                      </a:solidFill>
                      <a:prstDash val="solid"/>
                    </a:lnB>
                    <a:solidFill>
                      <a:srgbClr val="FFFFFF">
                        <a:alpha val="64559"/>
                      </a:srgbClr>
                    </a:solidFill>
                  </a:tcPr>
                </a:tc>
                <a:tc>
                  <a:txBody>
                    <a:bodyPr/>
                    <a:lstStyle/>
                    <a:p>
                      <a:pPr>
                        <a:lnSpc>
                          <a:spcPct val="100000"/>
                        </a:lnSpc>
                        <a:spcBef>
                          <a:spcPts val="114"/>
                        </a:spcBef>
                      </a:pPr>
                      <a:endParaRPr sz="900">
                        <a:latin typeface="Times New Roman"/>
                        <a:cs typeface="Times New Roman"/>
                      </a:endParaRPr>
                    </a:p>
                    <a:p>
                      <a:pPr algn="ctr">
                        <a:lnSpc>
                          <a:spcPct val="100000"/>
                        </a:lnSpc>
                      </a:pPr>
                      <a:r>
                        <a:rPr sz="1500" spc="-25" dirty="0">
                          <a:solidFill>
                            <a:srgbClr val="5AB46E"/>
                          </a:solidFill>
                          <a:latin typeface="Arial Black"/>
                          <a:cs typeface="Arial Black"/>
                        </a:rPr>
                        <a:t>v</a:t>
                      </a:r>
                      <a:r>
                        <a:rPr sz="1400" spc="-37" baseline="-31746" dirty="0">
                          <a:solidFill>
                            <a:srgbClr val="5AB46E"/>
                          </a:solidFill>
                          <a:latin typeface="Arial Black"/>
                          <a:cs typeface="Arial Black"/>
                        </a:rPr>
                        <a:t>2</a:t>
                      </a:r>
                      <a:endParaRPr sz="1400" baseline="-31746">
                        <a:latin typeface="Arial Black"/>
                        <a:cs typeface="Arial Black"/>
                      </a:endParaRPr>
                    </a:p>
                  </a:txBody>
                  <a:tcPr marL="0" marR="0" marT="19472" marB="0">
                    <a:lnL w="6350">
                      <a:solidFill>
                        <a:srgbClr val="5AB46E"/>
                      </a:solidFill>
                      <a:prstDash val="solid"/>
                    </a:lnL>
                    <a:lnR w="28575">
                      <a:solidFill>
                        <a:srgbClr val="F65B66"/>
                      </a:solidFill>
                      <a:prstDash val="solid"/>
                    </a:lnR>
                    <a:lnT w="12700">
                      <a:solidFill>
                        <a:srgbClr val="5AB46E"/>
                      </a:solidFill>
                      <a:prstDash val="solid"/>
                    </a:lnT>
                    <a:lnB w="12700">
                      <a:solidFill>
                        <a:srgbClr val="5AB46E"/>
                      </a:solidFill>
                      <a:prstDash val="solid"/>
                    </a:lnB>
                  </a:tcPr>
                </a:tc>
                <a:extLst>
                  <a:ext uri="{0D108BD9-81ED-4DB2-BD59-A6C34878D82A}">
                    <a16:rowId xmlns:a16="http://schemas.microsoft.com/office/drawing/2014/main" val="10001"/>
                  </a:ext>
                </a:extLst>
              </a:tr>
              <a:tr h="557107">
                <a:tc>
                  <a:txBody>
                    <a:bodyPr/>
                    <a:lstStyle/>
                    <a:p>
                      <a:pPr>
                        <a:lnSpc>
                          <a:spcPct val="100000"/>
                        </a:lnSpc>
                        <a:spcBef>
                          <a:spcPts val="150"/>
                        </a:spcBef>
                      </a:pPr>
                      <a:endParaRPr sz="900">
                        <a:latin typeface="Times New Roman"/>
                        <a:cs typeface="Times New Roman"/>
                      </a:endParaRPr>
                    </a:p>
                    <a:p>
                      <a:pPr marR="1905" algn="ctr">
                        <a:lnSpc>
                          <a:spcPct val="100000"/>
                        </a:lnSpc>
                      </a:pPr>
                      <a:r>
                        <a:rPr sz="1500" spc="-25" dirty="0">
                          <a:solidFill>
                            <a:srgbClr val="5AB46E"/>
                          </a:solidFill>
                          <a:latin typeface="Arial Black"/>
                          <a:cs typeface="Arial Black"/>
                        </a:rPr>
                        <a:t>v</a:t>
                      </a:r>
                      <a:r>
                        <a:rPr sz="1400" spc="-37" baseline="-31746" dirty="0">
                          <a:solidFill>
                            <a:srgbClr val="5AB46E"/>
                          </a:solidFill>
                          <a:latin typeface="Arial Black"/>
                          <a:cs typeface="Arial Black"/>
                        </a:rPr>
                        <a:t>3</a:t>
                      </a:r>
                      <a:endParaRPr sz="1400" baseline="-31746">
                        <a:latin typeface="Arial Black"/>
                        <a:cs typeface="Arial Black"/>
                      </a:endParaRPr>
                    </a:p>
                  </a:txBody>
                  <a:tcPr marL="0" marR="0" marT="25400" marB="0">
                    <a:lnL w="28575">
                      <a:solidFill>
                        <a:srgbClr val="F65B66"/>
                      </a:solidFill>
                      <a:prstDash val="solid"/>
                    </a:lnL>
                    <a:lnR w="6350">
                      <a:solidFill>
                        <a:srgbClr val="5AB46E"/>
                      </a:solidFill>
                      <a:prstDash val="solid"/>
                    </a:lnR>
                    <a:lnT w="9525">
                      <a:solidFill>
                        <a:srgbClr val="5AB46E"/>
                      </a:solidFill>
                      <a:prstDash val="solid"/>
                    </a:lnT>
                    <a:lnB w="28575">
                      <a:solidFill>
                        <a:srgbClr val="F65B66"/>
                      </a:solidFill>
                      <a:prstDash val="solid"/>
                    </a:lnB>
                  </a:tcPr>
                </a:tc>
                <a:tc vMerge="1">
                  <a:txBody>
                    <a:bodyPr/>
                    <a:lstStyle/>
                    <a:p>
                      <a:endParaRPr/>
                    </a:p>
                  </a:txBody>
                  <a:tcPr marL="0" marR="0" marT="0" marB="0">
                    <a:lnL w="6350">
                      <a:solidFill>
                        <a:srgbClr val="5AB46E"/>
                      </a:solidFill>
                      <a:prstDash val="solid"/>
                    </a:lnL>
                    <a:lnR w="6350">
                      <a:solidFill>
                        <a:srgbClr val="5AB46E"/>
                      </a:solidFill>
                      <a:prstDash val="solid"/>
                    </a:lnR>
                    <a:lnT w="28575">
                      <a:solidFill>
                        <a:srgbClr val="F65B66"/>
                      </a:solidFill>
                      <a:prstDash val="solid"/>
                    </a:lnT>
                    <a:lnB w="28575">
                      <a:solidFill>
                        <a:srgbClr val="F65B66"/>
                      </a:solidFill>
                      <a:prstDash val="solid"/>
                    </a:lnB>
                    <a:solidFill>
                      <a:srgbClr val="FFFFFF">
                        <a:alpha val="64559"/>
                      </a:srgbClr>
                    </a:solidFill>
                  </a:tcPr>
                </a:tc>
                <a:tc>
                  <a:txBody>
                    <a:bodyPr/>
                    <a:lstStyle/>
                    <a:p>
                      <a:pPr>
                        <a:lnSpc>
                          <a:spcPct val="100000"/>
                        </a:lnSpc>
                        <a:spcBef>
                          <a:spcPts val="114"/>
                        </a:spcBef>
                      </a:pPr>
                      <a:endParaRPr sz="900" dirty="0">
                        <a:latin typeface="Times New Roman"/>
                        <a:cs typeface="Times New Roman"/>
                      </a:endParaRPr>
                    </a:p>
                    <a:p>
                      <a:pPr algn="ctr">
                        <a:lnSpc>
                          <a:spcPct val="100000"/>
                        </a:lnSpc>
                      </a:pPr>
                      <a:r>
                        <a:rPr sz="1500" spc="-25" dirty="0">
                          <a:solidFill>
                            <a:srgbClr val="5AB46E"/>
                          </a:solidFill>
                          <a:latin typeface="Arial Black"/>
                          <a:cs typeface="Arial Black"/>
                        </a:rPr>
                        <a:t>v</a:t>
                      </a:r>
                      <a:r>
                        <a:rPr sz="1400" spc="-37" baseline="-31746" dirty="0">
                          <a:solidFill>
                            <a:srgbClr val="5AB46E"/>
                          </a:solidFill>
                          <a:latin typeface="Arial Black"/>
                          <a:cs typeface="Arial Black"/>
                        </a:rPr>
                        <a:t>3</a:t>
                      </a:r>
                      <a:endParaRPr sz="1400" baseline="-31746" dirty="0">
                        <a:latin typeface="Arial Black"/>
                        <a:cs typeface="Arial Black"/>
                      </a:endParaRPr>
                    </a:p>
                  </a:txBody>
                  <a:tcPr marL="0" marR="0" marT="19472" marB="0">
                    <a:lnL w="6350">
                      <a:solidFill>
                        <a:srgbClr val="5AB46E"/>
                      </a:solidFill>
                      <a:prstDash val="solid"/>
                    </a:lnL>
                    <a:lnR w="28575">
                      <a:solidFill>
                        <a:srgbClr val="F65B66"/>
                      </a:solidFill>
                      <a:prstDash val="solid"/>
                    </a:lnR>
                    <a:lnT w="12700">
                      <a:solidFill>
                        <a:srgbClr val="5AB46E"/>
                      </a:solidFill>
                      <a:prstDash val="solid"/>
                    </a:lnT>
                    <a:lnB w="28575">
                      <a:solidFill>
                        <a:srgbClr val="F65B66"/>
                      </a:solidFill>
                      <a:prstDash val="solid"/>
                    </a:lnB>
                    <a:solidFill>
                      <a:srgbClr val="FFFFFF">
                        <a:alpha val="64559"/>
                      </a:srgbClr>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7299688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512967" y="274080"/>
            <a:ext cx="4254500" cy="509541"/>
          </a:xfrm>
          <a:prstGeom prst="rect">
            <a:avLst/>
          </a:prstGeom>
        </p:spPr>
        <p:txBody>
          <a:bodyPr vert="horz" wrap="square" lIns="0" tIns="16933" rIns="0" bIns="0" rtlCol="0" anchor="ctr">
            <a:spAutoFit/>
          </a:bodyPr>
          <a:lstStyle/>
          <a:p>
            <a:pPr marL="16933">
              <a:spcBef>
                <a:spcPts val="133"/>
              </a:spcBef>
            </a:pPr>
            <a:r>
              <a:rPr dirty="0"/>
              <a:t>How</a:t>
            </a:r>
            <a:r>
              <a:rPr spc="-147" dirty="0"/>
              <a:t> </a:t>
            </a:r>
            <a:r>
              <a:rPr spc="-40" dirty="0"/>
              <a:t>KV</a:t>
            </a:r>
            <a:r>
              <a:rPr spc="-140" dirty="0"/>
              <a:t> </a:t>
            </a:r>
            <a:r>
              <a:rPr spc="240" dirty="0"/>
              <a:t>cache</a:t>
            </a:r>
            <a:r>
              <a:rPr spc="-140" dirty="0"/>
              <a:t> </a:t>
            </a:r>
            <a:r>
              <a:rPr spc="-13" dirty="0"/>
              <a:t>builds</a:t>
            </a:r>
          </a:p>
        </p:txBody>
      </p:sp>
      <p:sp>
        <p:nvSpPr>
          <p:cNvPr id="3" name="object 3"/>
          <p:cNvSpPr/>
          <p:nvPr/>
        </p:nvSpPr>
        <p:spPr>
          <a:xfrm>
            <a:off x="6480433" y="1740399"/>
            <a:ext cx="3335867" cy="4202007"/>
          </a:xfrm>
          <a:custGeom>
            <a:avLst/>
            <a:gdLst/>
            <a:ahLst/>
            <a:cxnLst/>
            <a:rect l="l" t="t" r="r" b="b"/>
            <a:pathLst>
              <a:path w="2501900" h="3151504">
                <a:moveTo>
                  <a:pt x="0" y="0"/>
                </a:moveTo>
                <a:lnTo>
                  <a:pt x="2501699" y="0"/>
                </a:lnTo>
                <a:lnTo>
                  <a:pt x="2501699" y="3150899"/>
                </a:lnTo>
                <a:lnTo>
                  <a:pt x="0" y="3150899"/>
                </a:lnTo>
                <a:lnTo>
                  <a:pt x="0" y="0"/>
                </a:lnTo>
                <a:close/>
              </a:path>
            </a:pathLst>
          </a:custGeom>
          <a:ln w="19049">
            <a:solidFill>
              <a:srgbClr val="257693"/>
            </a:solidFill>
            <a:prstDash val="lgDash"/>
          </a:ln>
        </p:spPr>
        <p:txBody>
          <a:bodyPr wrap="square" lIns="0" tIns="0" rIns="0" bIns="0" rtlCol="0"/>
          <a:lstStyle/>
          <a:p>
            <a:endParaRPr sz="2400"/>
          </a:p>
        </p:txBody>
      </p:sp>
      <p:sp>
        <p:nvSpPr>
          <p:cNvPr id="4" name="object 4"/>
          <p:cNvSpPr txBox="1"/>
          <p:nvPr/>
        </p:nvSpPr>
        <p:spPr>
          <a:xfrm>
            <a:off x="6374601" y="673248"/>
            <a:ext cx="2213185" cy="1075445"/>
          </a:xfrm>
          <a:prstGeom prst="rect">
            <a:avLst/>
          </a:prstGeom>
        </p:spPr>
        <p:txBody>
          <a:bodyPr vert="horz" wrap="square" lIns="0" tIns="209127" rIns="0" bIns="0" rtlCol="0">
            <a:spAutoFit/>
          </a:bodyPr>
          <a:lstStyle/>
          <a:p>
            <a:pPr marL="16933">
              <a:spcBef>
                <a:spcPts val="1647"/>
              </a:spcBef>
            </a:pPr>
            <a:r>
              <a:rPr sz="2400" spc="-107" dirty="0">
                <a:solidFill>
                  <a:srgbClr val="434343"/>
                </a:solidFill>
                <a:latin typeface="Arial Black"/>
                <a:cs typeface="Arial Black"/>
              </a:rPr>
              <a:t>Phase</a:t>
            </a:r>
            <a:r>
              <a:rPr sz="2400" spc="-267" dirty="0">
                <a:solidFill>
                  <a:srgbClr val="434343"/>
                </a:solidFill>
                <a:latin typeface="Arial Black"/>
                <a:cs typeface="Arial Black"/>
              </a:rPr>
              <a:t> </a:t>
            </a:r>
            <a:r>
              <a:rPr sz="2400" spc="-413" dirty="0">
                <a:solidFill>
                  <a:srgbClr val="434343"/>
                </a:solidFill>
                <a:latin typeface="Arial Black"/>
                <a:cs typeface="Arial Black"/>
              </a:rPr>
              <a:t>1:</a:t>
            </a:r>
            <a:r>
              <a:rPr sz="2400" spc="-260" dirty="0">
                <a:solidFill>
                  <a:srgbClr val="434343"/>
                </a:solidFill>
                <a:latin typeface="Arial Black"/>
                <a:cs typeface="Arial Black"/>
              </a:rPr>
              <a:t> </a:t>
            </a:r>
            <a:r>
              <a:rPr sz="2400" spc="-100" dirty="0">
                <a:solidFill>
                  <a:srgbClr val="37879E"/>
                </a:solidFill>
                <a:latin typeface="Arial Black"/>
                <a:cs typeface="Arial Black"/>
              </a:rPr>
              <a:t>Prefill</a:t>
            </a:r>
            <a:endParaRPr sz="2400">
              <a:latin typeface="Arial Black"/>
              <a:cs typeface="Arial Black"/>
            </a:endParaRPr>
          </a:p>
          <a:p>
            <a:pPr marL="80431">
              <a:spcBef>
                <a:spcPts val="1347"/>
              </a:spcBef>
            </a:pPr>
            <a:r>
              <a:rPr sz="2133" spc="-220" dirty="0">
                <a:solidFill>
                  <a:srgbClr val="37879E"/>
                </a:solidFill>
                <a:latin typeface="Arial Black"/>
                <a:cs typeface="Arial Black"/>
              </a:rPr>
              <a:t>KV</a:t>
            </a:r>
            <a:r>
              <a:rPr sz="2133" spc="-240" dirty="0">
                <a:solidFill>
                  <a:srgbClr val="37879E"/>
                </a:solidFill>
                <a:latin typeface="Arial Black"/>
                <a:cs typeface="Arial Black"/>
              </a:rPr>
              <a:t> </a:t>
            </a:r>
            <a:r>
              <a:rPr sz="2133" spc="-13" dirty="0">
                <a:solidFill>
                  <a:srgbClr val="37879E"/>
                </a:solidFill>
                <a:latin typeface="Arial Black"/>
                <a:cs typeface="Arial Black"/>
              </a:rPr>
              <a:t>Cache</a:t>
            </a:r>
            <a:endParaRPr sz="2133">
              <a:latin typeface="Arial Black"/>
              <a:cs typeface="Arial Black"/>
            </a:endParaRPr>
          </a:p>
        </p:txBody>
      </p:sp>
      <p:sp>
        <p:nvSpPr>
          <p:cNvPr id="5" name="object 5"/>
          <p:cNvSpPr txBox="1"/>
          <p:nvPr/>
        </p:nvSpPr>
        <p:spPr>
          <a:xfrm>
            <a:off x="393768" y="1947928"/>
            <a:ext cx="2249593" cy="345330"/>
          </a:xfrm>
          <a:prstGeom prst="rect">
            <a:avLst/>
          </a:prstGeom>
        </p:spPr>
        <p:txBody>
          <a:bodyPr vert="horz" wrap="square" lIns="0" tIns="16933" rIns="0" bIns="0" rtlCol="0">
            <a:spAutoFit/>
          </a:bodyPr>
          <a:lstStyle/>
          <a:p>
            <a:pPr marL="16933">
              <a:spcBef>
                <a:spcPts val="133"/>
              </a:spcBef>
            </a:pPr>
            <a:r>
              <a:rPr sz="2133" i="1" spc="-27" dirty="0">
                <a:latin typeface="Verdana"/>
                <a:cs typeface="Verdana"/>
              </a:rPr>
              <a:t>The</a:t>
            </a:r>
            <a:r>
              <a:rPr sz="2133" i="1" spc="-140" dirty="0">
                <a:latin typeface="Verdana"/>
                <a:cs typeface="Verdana"/>
              </a:rPr>
              <a:t> </a:t>
            </a:r>
            <a:r>
              <a:rPr sz="2133" i="1" spc="87" dirty="0">
                <a:latin typeface="Verdana"/>
                <a:cs typeface="Verdana"/>
              </a:rPr>
              <a:t>dog</a:t>
            </a:r>
            <a:r>
              <a:rPr sz="2133" i="1" spc="-133" dirty="0">
                <a:latin typeface="Verdana"/>
                <a:cs typeface="Verdana"/>
              </a:rPr>
              <a:t> </a:t>
            </a:r>
            <a:r>
              <a:rPr sz="2133" i="1" dirty="0">
                <a:latin typeface="Verdana"/>
                <a:cs typeface="Verdana"/>
              </a:rPr>
              <a:t>bit</a:t>
            </a:r>
            <a:r>
              <a:rPr sz="2133" i="1" spc="-140" dirty="0">
                <a:latin typeface="Verdana"/>
                <a:cs typeface="Verdana"/>
              </a:rPr>
              <a:t> </a:t>
            </a:r>
            <a:r>
              <a:rPr sz="2133" i="1" spc="-100" dirty="0">
                <a:latin typeface="Verdana"/>
                <a:cs typeface="Verdana"/>
              </a:rPr>
              <a:t>the…</a:t>
            </a:r>
            <a:endParaRPr sz="2133">
              <a:latin typeface="Verdana"/>
              <a:cs typeface="Verdana"/>
            </a:endParaRPr>
          </a:p>
        </p:txBody>
      </p:sp>
      <p:sp>
        <p:nvSpPr>
          <p:cNvPr id="6" name="object 6"/>
          <p:cNvSpPr txBox="1"/>
          <p:nvPr/>
        </p:nvSpPr>
        <p:spPr>
          <a:xfrm>
            <a:off x="3330801" y="1740400"/>
            <a:ext cx="991447" cy="585567"/>
          </a:xfrm>
          <a:prstGeom prst="rect">
            <a:avLst/>
          </a:prstGeom>
          <a:ln w="9524">
            <a:solidFill>
              <a:srgbClr val="000000"/>
            </a:solidFill>
          </a:ln>
        </p:spPr>
        <p:txBody>
          <a:bodyPr vert="horz" wrap="square" lIns="0" tIns="254847" rIns="0" bIns="0" rtlCol="0">
            <a:spAutoFit/>
          </a:bodyPr>
          <a:lstStyle/>
          <a:p>
            <a:pPr marL="241294">
              <a:spcBef>
                <a:spcPts val="2007"/>
              </a:spcBef>
            </a:pPr>
            <a:r>
              <a:rPr sz="2133" spc="-33" dirty="0">
                <a:latin typeface="Arial Black"/>
                <a:cs typeface="Arial Black"/>
              </a:rPr>
              <a:t>LLM</a:t>
            </a:r>
            <a:endParaRPr sz="2133">
              <a:latin typeface="Arial Black"/>
              <a:cs typeface="Arial Black"/>
            </a:endParaRPr>
          </a:p>
        </p:txBody>
      </p:sp>
      <p:pic>
        <p:nvPicPr>
          <p:cNvPr id="7" name="object 7"/>
          <p:cNvPicPr/>
          <p:nvPr/>
        </p:nvPicPr>
        <p:blipFill>
          <a:blip r:embed="rId2" cstate="print"/>
          <a:stretch>
            <a:fillRect/>
          </a:stretch>
        </p:blipFill>
        <p:spPr>
          <a:xfrm>
            <a:off x="2689649" y="2089321"/>
            <a:ext cx="502803" cy="163956"/>
          </a:xfrm>
          <a:prstGeom prst="rect">
            <a:avLst/>
          </a:prstGeom>
        </p:spPr>
      </p:pic>
      <p:graphicFrame>
        <p:nvGraphicFramePr>
          <p:cNvPr id="8" name="object 8"/>
          <p:cNvGraphicFramePr>
            <a:graphicFrameLocks noGrp="1"/>
          </p:cNvGraphicFramePr>
          <p:nvPr/>
        </p:nvGraphicFramePr>
        <p:xfrm>
          <a:off x="6594083" y="4271716"/>
          <a:ext cx="3095413" cy="1584960"/>
        </p:xfrm>
        <a:graphic>
          <a:graphicData uri="http://schemas.openxmlformats.org/drawingml/2006/table">
            <a:tbl>
              <a:tblPr firstRow="1" bandRow="1">
                <a:tableStyleId>{2D5ABB26-0587-4C30-8999-92F81FD0307C}</a:tableStyleId>
              </a:tblPr>
              <a:tblGrid>
                <a:gridCol w="3095413">
                  <a:extLst>
                    <a:ext uri="{9D8B030D-6E8A-4147-A177-3AD203B41FA5}">
                      <a16:colId xmlns:a16="http://schemas.microsoft.com/office/drawing/2014/main" val="20000"/>
                    </a:ext>
                  </a:extLst>
                </a:gridCol>
              </a:tblGrid>
              <a:tr h="396240">
                <a:tc>
                  <a:txBody>
                    <a:bodyPr/>
                    <a:lstStyle/>
                    <a:p>
                      <a:pPr marL="184150">
                        <a:lnSpc>
                          <a:spcPct val="100000"/>
                        </a:lnSpc>
                        <a:spcBef>
                          <a:spcPts val="290"/>
                        </a:spcBef>
                      </a:pPr>
                      <a:r>
                        <a:rPr sz="1900" b="1" dirty="0">
                          <a:solidFill>
                            <a:srgbClr val="257693"/>
                          </a:solidFill>
                          <a:latin typeface="Arial"/>
                          <a:cs typeface="Arial"/>
                        </a:rPr>
                        <a:t>KVs:</a:t>
                      </a:r>
                      <a:r>
                        <a:rPr sz="1900" b="1" spc="-50" dirty="0">
                          <a:solidFill>
                            <a:srgbClr val="257693"/>
                          </a:solidFill>
                          <a:latin typeface="Arial"/>
                          <a:cs typeface="Arial"/>
                        </a:rPr>
                        <a:t> </a:t>
                      </a:r>
                      <a:r>
                        <a:rPr sz="1900" spc="-25" dirty="0">
                          <a:latin typeface="Arial MT"/>
                          <a:cs typeface="Arial MT"/>
                        </a:rPr>
                        <a:t>Token</a:t>
                      </a:r>
                      <a:r>
                        <a:rPr sz="1900" spc="-20" dirty="0">
                          <a:latin typeface="Arial MT"/>
                          <a:cs typeface="Arial MT"/>
                        </a:rPr>
                        <a:t> </a:t>
                      </a:r>
                      <a:r>
                        <a:rPr sz="1900" dirty="0">
                          <a:latin typeface="Arial MT"/>
                          <a:cs typeface="Arial MT"/>
                        </a:rPr>
                        <a:t>4</a:t>
                      </a:r>
                      <a:r>
                        <a:rPr sz="1900" spc="-20" dirty="0">
                          <a:latin typeface="Arial MT"/>
                          <a:cs typeface="Arial MT"/>
                        </a:rPr>
                        <a:t> </a:t>
                      </a:r>
                      <a:r>
                        <a:rPr sz="1900" spc="-10" dirty="0">
                          <a:latin typeface="Arial MT"/>
                          <a:cs typeface="Arial MT"/>
                        </a:rPr>
                        <a:t>“</a:t>
                      </a:r>
                      <a:r>
                        <a:rPr sz="1900" i="1" spc="-10" dirty="0">
                          <a:latin typeface="Arial"/>
                          <a:cs typeface="Arial"/>
                        </a:rPr>
                        <a:t>the”</a:t>
                      </a:r>
                      <a:endParaRPr sz="1900">
                        <a:latin typeface="Arial"/>
                        <a:cs typeface="Arial"/>
                      </a:endParaRPr>
                    </a:p>
                  </a:txBody>
                  <a:tcPr marL="0" marR="0" marT="49107" marB="0">
                    <a:lnL w="9525">
                      <a:solidFill>
                        <a:srgbClr val="595959"/>
                      </a:solidFill>
                      <a:prstDash val="solid"/>
                    </a:lnL>
                    <a:lnR w="9525">
                      <a:solidFill>
                        <a:srgbClr val="595959"/>
                      </a:solidFill>
                      <a:prstDash val="solid"/>
                    </a:lnR>
                    <a:lnT w="9525">
                      <a:solidFill>
                        <a:srgbClr val="595959"/>
                      </a:solidFill>
                      <a:prstDash val="solid"/>
                    </a:lnT>
                    <a:lnB w="9525">
                      <a:solidFill>
                        <a:srgbClr val="595959"/>
                      </a:solidFill>
                      <a:prstDash val="solid"/>
                    </a:lnB>
                    <a:solidFill>
                      <a:srgbClr val="F3F3F3"/>
                    </a:solidFill>
                  </a:tcPr>
                </a:tc>
                <a:extLst>
                  <a:ext uri="{0D108BD9-81ED-4DB2-BD59-A6C34878D82A}">
                    <a16:rowId xmlns:a16="http://schemas.microsoft.com/office/drawing/2014/main" val="10000"/>
                  </a:ext>
                </a:extLst>
              </a:tr>
              <a:tr h="396240">
                <a:tc>
                  <a:txBody>
                    <a:bodyPr/>
                    <a:lstStyle/>
                    <a:p>
                      <a:pPr marL="184150">
                        <a:lnSpc>
                          <a:spcPct val="100000"/>
                        </a:lnSpc>
                        <a:spcBef>
                          <a:spcPts val="290"/>
                        </a:spcBef>
                      </a:pPr>
                      <a:r>
                        <a:rPr sz="1900" b="1" dirty="0">
                          <a:solidFill>
                            <a:srgbClr val="257693"/>
                          </a:solidFill>
                          <a:latin typeface="Arial"/>
                          <a:cs typeface="Arial"/>
                        </a:rPr>
                        <a:t>KVs:</a:t>
                      </a:r>
                      <a:r>
                        <a:rPr sz="1900" b="1" spc="-50" dirty="0">
                          <a:solidFill>
                            <a:srgbClr val="257693"/>
                          </a:solidFill>
                          <a:latin typeface="Arial"/>
                          <a:cs typeface="Arial"/>
                        </a:rPr>
                        <a:t> </a:t>
                      </a:r>
                      <a:r>
                        <a:rPr sz="1900" spc="-25" dirty="0">
                          <a:latin typeface="Arial MT"/>
                          <a:cs typeface="Arial MT"/>
                        </a:rPr>
                        <a:t>Token</a:t>
                      </a:r>
                      <a:r>
                        <a:rPr sz="1900" spc="-20" dirty="0">
                          <a:latin typeface="Arial MT"/>
                          <a:cs typeface="Arial MT"/>
                        </a:rPr>
                        <a:t> </a:t>
                      </a:r>
                      <a:r>
                        <a:rPr sz="1900" dirty="0">
                          <a:latin typeface="Arial MT"/>
                          <a:cs typeface="Arial MT"/>
                        </a:rPr>
                        <a:t>3</a:t>
                      </a:r>
                      <a:r>
                        <a:rPr sz="1900" spc="-20" dirty="0">
                          <a:latin typeface="Arial MT"/>
                          <a:cs typeface="Arial MT"/>
                        </a:rPr>
                        <a:t> </a:t>
                      </a:r>
                      <a:r>
                        <a:rPr sz="1900" spc="-10" dirty="0">
                          <a:latin typeface="Arial MT"/>
                          <a:cs typeface="Arial MT"/>
                        </a:rPr>
                        <a:t>“</a:t>
                      </a:r>
                      <a:r>
                        <a:rPr sz="1900" i="1" spc="-10" dirty="0">
                          <a:latin typeface="Arial"/>
                          <a:cs typeface="Arial"/>
                        </a:rPr>
                        <a:t>bit”</a:t>
                      </a:r>
                      <a:endParaRPr sz="1900">
                        <a:latin typeface="Arial"/>
                        <a:cs typeface="Arial"/>
                      </a:endParaRPr>
                    </a:p>
                  </a:txBody>
                  <a:tcPr marL="0" marR="0" marT="49107" marB="0">
                    <a:lnL w="9525">
                      <a:solidFill>
                        <a:srgbClr val="595959"/>
                      </a:solidFill>
                      <a:prstDash val="solid"/>
                    </a:lnL>
                    <a:lnR w="9525">
                      <a:solidFill>
                        <a:srgbClr val="595959"/>
                      </a:solidFill>
                      <a:prstDash val="solid"/>
                    </a:lnR>
                    <a:lnT w="9525">
                      <a:solidFill>
                        <a:srgbClr val="595959"/>
                      </a:solidFill>
                      <a:prstDash val="solid"/>
                    </a:lnT>
                    <a:lnB w="9525">
                      <a:solidFill>
                        <a:srgbClr val="595959"/>
                      </a:solidFill>
                      <a:prstDash val="solid"/>
                    </a:lnB>
                    <a:solidFill>
                      <a:srgbClr val="F3F3F3"/>
                    </a:solidFill>
                  </a:tcPr>
                </a:tc>
                <a:extLst>
                  <a:ext uri="{0D108BD9-81ED-4DB2-BD59-A6C34878D82A}">
                    <a16:rowId xmlns:a16="http://schemas.microsoft.com/office/drawing/2014/main" val="10001"/>
                  </a:ext>
                </a:extLst>
              </a:tr>
              <a:tr h="396240">
                <a:tc>
                  <a:txBody>
                    <a:bodyPr/>
                    <a:lstStyle/>
                    <a:p>
                      <a:pPr marL="184150">
                        <a:lnSpc>
                          <a:spcPct val="100000"/>
                        </a:lnSpc>
                        <a:spcBef>
                          <a:spcPts val="290"/>
                        </a:spcBef>
                      </a:pPr>
                      <a:r>
                        <a:rPr sz="1900" b="1" dirty="0">
                          <a:solidFill>
                            <a:srgbClr val="257693"/>
                          </a:solidFill>
                          <a:latin typeface="Arial"/>
                          <a:cs typeface="Arial"/>
                        </a:rPr>
                        <a:t>KVs:</a:t>
                      </a:r>
                      <a:r>
                        <a:rPr sz="1900" b="1" spc="-50" dirty="0">
                          <a:solidFill>
                            <a:srgbClr val="257693"/>
                          </a:solidFill>
                          <a:latin typeface="Arial"/>
                          <a:cs typeface="Arial"/>
                        </a:rPr>
                        <a:t> </a:t>
                      </a:r>
                      <a:r>
                        <a:rPr sz="1900" spc="-25" dirty="0">
                          <a:latin typeface="Arial MT"/>
                          <a:cs typeface="Arial MT"/>
                        </a:rPr>
                        <a:t>Token</a:t>
                      </a:r>
                      <a:r>
                        <a:rPr sz="1900" spc="-20" dirty="0">
                          <a:latin typeface="Arial MT"/>
                          <a:cs typeface="Arial MT"/>
                        </a:rPr>
                        <a:t> </a:t>
                      </a:r>
                      <a:r>
                        <a:rPr sz="1900" dirty="0">
                          <a:latin typeface="Arial MT"/>
                          <a:cs typeface="Arial MT"/>
                        </a:rPr>
                        <a:t>2</a:t>
                      </a:r>
                      <a:r>
                        <a:rPr sz="1900" spc="-20" dirty="0">
                          <a:latin typeface="Arial MT"/>
                          <a:cs typeface="Arial MT"/>
                        </a:rPr>
                        <a:t> </a:t>
                      </a:r>
                      <a:r>
                        <a:rPr sz="1900" spc="-10" dirty="0">
                          <a:latin typeface="Arial MT"/>
                          <a:cs typeface="Arial MT"/>
                        </a:rPr>
                        <a:t>“</a:t>
                      </a:r>
                      <a:r>
                        <a:rPr sz="1900" i="1" spc="-10" dirty="0">
                          <a:latin typeface="Arial"/>
                          <a:cs typeface="Arial"/>
                        </a:rPr>
                        <a:t>dog”</a:t>
                      </a:r>
                      <a:endParaRPr sz="1900">
                        <a:latin typeface="Arial"/>
                        <a:cs typeface="Arial"/>
                      </a:endParaRPr>
                    </a:p>
                  </a:txBody>
                  <a:tcPr marL="0" marR="0" marT="49107" marB="0">
                    <a:lnL w="9525">
                      <a:solidFill>
                        <a:srgbClr val="595959"/>
                      </a:solidFill>
                      <a:prstDash val="solid"/>
                    </a:lnL>
                    <a:lnR w="9525">
                      <a:solidFill>
                        <a:srgbClr val="595959"/>
                      </a:solidFill>
                      <a:prstDash val="solid"/>
                    </a:lnR>
                    <a:lnT w="9525">
                      <a:solidFill>
                        <a:srgbClr val="595959"/>
                      </a:solidFill>
                      <a:prstDash val="solid"/>
                    </a:lnT>
                    <a:lnB w="9525">
                      <a:solidFill>
                        <a:srgbClr val="595959"/>
                      </a:solidFill>
                      <a:prstDash val="solid"/>
                    </a:lnB>
                    <a:solidFill>
                      <a:srgbClr val="F3F3F3"/>
                    </a:solidFill>
                  </a:tcPr>
                </a:tc>
                <a:extLst>
                  <a:ext uri="{0D108BD9-81ED-4DB2-BD59-A6C34878D82A}">
                    <a16:rowId xmlns:a16="http://schemas.microsoft.com/office/drawing/2014/main" val="10002"/>
                  </a:ext>
                </a:extLst>
              </a:tr>
              <a:tr h="396240">
                <a:tc>
                  <a:txBody>
                    <a:bodyPr/>
                    <a:lstStyle/>
                    <a:p>
                      <a:pPr marL="184150">
                        <a:lnSpc>
                          <a:spcPct val="100000"/>
                        </a:lnSpc>
                        <a:spcBef>
                          <a:spcPts val="290"/>
                        </a:spcBef>
                      </a:pPr>
                      <a:r>
                        <a:rPr sz="1900" b="1" dirty="0">
                          <a:solidFill>
                            <a:srgbClr val="257693"/>
                          </a:solidFill>
                          <a:latin typeface="Arial"/>
                          <a:cs typeface="Arial"/>
                        </a:rPr>
                        <a:t>KVs:</a:t>
                      </a:r>
                      <a:r>
                        <a:rPr sz="1900" b="1" spc="-50" dirty="0">
                          <a:solidFill>
                            <a:srgbClr val="257693"/>
                          </a:solidFill>
                          <a:latin typeface="Arial"/>
                          <a:cs typeface="Arial"/>
                        </a:rPr>
                        <a:t> </a:t>
                      </a:r>
                      <a:r>
                        <a:rPr sz="1900" spc="-25" dirty="0">
                          <a:latin typeface="Arial MT"/>
                          <a:cs typeface="Arial MT"/>
                        </a:rPr>
                        <a:t>Token</a:t>
                      </a:r>
                      <a:r>
                        <a:rPr sz="1900" spc="-20" dirty="0">
                          <a:latin typeface="Arial MT"/>
                          <a:cs typeface="Arial MT"/>
                        </a:rPr>
                        <a:t> </a:t>
                      </a:r>
                      <a:r>
                        <a:rPr sz="1900" dirty="0">
                          <a:latin typeface="Arial MT"/>
                          <a:cs typeface="Arial MT"/>
                        </a:rPr>
                        <a:t>1</a:t>
                      </a:r>
                      <a:r>
                        <a:rPr sz="1900" spc="-20" dirty="0">
                          <a:latin typeface="Arial MT"/>
                          <a:cs typeface="Arial MT"/>
                        </a:rPr>
                        <a:t> </a:t>
                      </a:r>
                      <a:r>
                        <a:rPr sz="1900" spc="-10" dirty="0">
                          <a:latin typeface="Arial MT"/>
                          <a:cs typeface="Arial MT"/>
                        </a:rPr>
                        <a:t>“</a:t>
                      </a:r>
                      <a:r>
                        <a:rPr sz="1900" i="1" spc="-10" dirty="0">
                          <a:latin typeface="Arial"/>
                          <a:cs typeface="Arial"/>
                        </a:rPr>
                        <a:t>The”</a:t>
                      </a:r>
                      <a:endParaRPr sz="1900" dirty="0">
                        <a:latin typeface="Arial"/>
                        <a:cs typeface="Arial"/>
                      </a:endParaRPr>
                    </a:p>
                  </a:txBody>
                  <a:tcPr marL="0" marR="0" marT="49107" marB="0">
                    <a:lnL w="9525">
                      <a:solidFill>
                        <a:srgbClr val="595959"/>
                      </a:solidFill>
                      <a:prstDash val="solid"/>
                    </a:lnL>
                    <a:lnR w="9525">
                      <a:solidFill>
                        <a:srgbClr val="595959"/>
                      </a:solidFill>
                      <a:prstDash val="solid"/>
                    </a:lnR>
                    <a:lnT w="9525">
                      <a:solidFill>
                        <a:srgbClr val="595959"/>
                      </a:solidFill>
                      <a:prstDash val="solid"/>
                    </a:lnT>
                    <a:lnB w="9525">
                      <a:solidFill>
                        <a:srgbClr val="595959"/>
                      </a:solidFill>
                      <a:prstDash val="solid"/>
                    </a:lnB>
                    <a:solidFill>
                      <a:srgbClr val="F3F3F3"/>
                    </a:solidFill>
                  </a:tcPr>
                </a:tc>
                <a:extLst>
                  <a:ext uri="{0D108BD9-81ED-4DB2-BD59-A6C34878D82A}">
                    <a16:rowId xmlns:a16="http://schemas.microsoft.com/office/drawing/2014/main" val="10003"/>
                  </a:ext>
                </a:extLst>
              </a:tr>
            </a:tbl>
          </a:graphicData>
        </a:graphic>
      </p:graphicFrame>
      <p:sp>
        <p:nvSpPr>
          <p:cNvPr id="9" name="object 9"/>
          <p:cNvSpPr/>
          <p:nvPr/>
        </p:nvSpPr>
        <p:spPr>
          <a:xfrm>
            <a:off x="6096001" y="4286232"/>
            <a:ext cx="175260" cy="1579880"/>
          </a:xfrm>
          <a:custGeom>
            <a:avLst/>
            <a:gdLst/>
            <a:ahLst/>
            <a:cxnLst/>
            <a:rect l="l" t="t" r="r" b="b"/>
            <a:pathLst>
              <a:path w="131445" h="1184910">
                <a:moveTo>
                  <a:pt x="131099" y="1184399"/>
                </a:moveTo>
                <a:lnTo>
                  <a:pt x="105584" y="1179248"/>
                </a:lnTo>
                <a:lnTo>
                  <a:pt x="84749" y="1165200"/>
                </a:lnTo>
                <a:lnTo>
                  <a:pt x="70701" y="1144365"/>
                </a:lnTo>
                <a:lnTo>
                  <a:pt x="65549" y="1118849"/>
                </a:lnTo>
                <a:lnTo>
                  <a:pt x="65549" y="657749"/>
                </a:lnTo>
                <a:lnTo>
                  <a:pt x="60398" y="632234"/>
                </a:lnTo>
                <a:lnTo>
                  <a:pt x="46350" y="611399"/>
                </a:lnTo>
                <a:lnTo>
                  <a:pt x="25515" y="597351"/>
                </a:lnTo>
                <a:lnTo>
                  <a:pt x="0" y="592199"/>
                </a:lnTo>
                <a:lnTo>
                  <a:pt x="25515" y="587048"/>
                </a:lnTo>
                <a:lnTo>
                  <a:pt x="46350" y="573000"/>
                </a:lnTo>
                <a:lnTo>
                  <a:pt x="60398" y="552165"/>
                </a:lnTo>
                <a:lnTo>
                  <a:pt x="65549" y="526649"/>
                </a:lnTo>
                <a:lnTo>
                  <a:pt x="65549" y="65549"/>
                </a:lnTo>
                <a:lnTo>
                  <a:pt x="70701" y="40034"/>
                </a:lnTo>
                <a:lnTo>
                  <a:pt x="84749" y="19199"/>
                </a:lnTo>
                <a:lnTo>
                  <a:pt x="105584" y="5151"/>
                </a:lnTo>
                <a:lnTo>
                  <a:pt x="131099" y="0"/>
                </a:lnTo>
              </a:path>
            </a:pathLst>
          </a:custGeom>
          <a:ln w="9524">
            <a:solidFill>
              <a:srgbClr val="F65B66"/>
            </a:solidFill>
          </a:ln>
        </p:spPr>
        <p:txBody>
          <a:bodyPr wrap="square" lIns="0" tIns="0" rIns="0" bIns="0" rtlCol="0"/>
          <a:lstStyle/>
          <a:p>
            <a:endParaRPr sz="2400"/>
          </a:p>
        </p:txBody>
      </p:sp>
      <p:sp>
        <p:nvSpPr>
          <p:cNvPr id="10" name="object 10"/>
          <p:cNvSpPr txBox="1"/>
          <p:nvPr/>
        </p:nvSpPr>
        <p:spPr>
          <a:xfrm>
            <a:off x="4065333" y="4914705"/>
            <a:ext cx="1923627" cy="263320"/>
          </a:xfrm>
          <a:prstGeom prst="rect">
            <a:avLst/>
          </a:prstGeom>
        </p:spPr>
        <p:txBody>
          <a:bodyPr vert="horz" wrap="square" lIns="0" tIns="16933" rIns="0" bIns="0" rtlCol="0">
            <a:spAutoFit/>
          </a:bodyPr>
          <a:lstStyle/>
          <a:p>
            <a:pPr marL="16933">
              <a:spcBef>
                <a:spcPts val="133"/>
              </a:spcBef>
            </a:pPr>
            <a:r>
              <a:rPr sz="1600" i="1" dirty="0">
                <a:solidFill>
                  <a:srgbClr val="F47272"/>
                </a:solidFill>
                <a:latin typeface="Verdana"/>
                <a:cs typeface="Verdana"/>
              </a:rPr>
              <a:t>per</a:t>
            </a:r>
            <a:r>
              <a:rPr sz="1600" i="1" spc="-80" dirty="0">
                <a:solidFill>
                  <a:srgbClr val="F47272"/>
                </a:solidFill>
                <a:latin typeface="Verdana"/>
                <a:cs typeface="Verdana"/>
              </a:rPr>
              <a:t> </a:t>
            </a:r>
            <a:r>
              <a:rPr sz="1600" i="1" dirty="0">
                <a:solidFill>
                  <a:srgbClr val="F47272"/>
                </a:solidFill>
                <a:latin typeface="Verdana"/>
                <a:cs typeface="Verdana"/>
              </a:rPr>
              <a:t>attention</a:t>
            </a:r>
            <a:r>
              <a:rPr sz="1600" i="1" spc="-73" dirty="0">
                <a:solidFill>
                  <a:srgbClr val="F47272"/>
                </a:solidFill>
                <a:latin typeface="Verdana"/>
                <a:cs typeface="Verdana"/>
              </a:rPr>
              <a:t> </a:t>
            </a:r>
            <a:r>
              <a:rPr sz="1600" i="1" spc="-13" dirty="0">
                <a:solidFill>
                  <a:srgbClr val="F47272"/>
                </a:solidFill>
                <a:latin typeface="Verdana"/>
                <a:cs typeface="Verdana"/>
              </a:rPr>
              <a:t>layer</a:t>
            </a:r>
            <a:endParaRPr sz="1600">
              <a:latin typeface="Verdana"/>
              <a:cs typeface="Verdana"/>
            </a:endParaRPr>
          </a:p>
        </p:txBody>
      </p:sp>
    </p:spTree>
    <p:extLst>
      <p:ext uri="{BB962C8B-B14F-4D97-AF65-F5344CB8AC3E}">
        <p14:creationId xmlns:p14="http://schemas.microsoft.com/office/powerpoint/2010/main" val="42327037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512967" y="274080"/>
            <a:ext cx="4254500" cy="509541"/>
          </a:xfrm>
          <a:prstGeom prst="rect">
            <a:avLst/>
          </a:prstGeom>
        </p:spPr>
        <p:txBody>
          <a:bodyPr vert="horz" wrap="square" lIns="0" tIns="16933" rIns="0" bIns="0" rtlCol="0" anchor="ctr">
            <a:spAutoFit/>
          </a:bodyPr>
          <a:lstStyle/>
          <a:p>
            <a:pPr marL="16933">
              <a:spcBef>
                <a:spcPts val="133"/>
              </a:spcBef>
            </a:pPr>
            <a:r>
              <a:rPr dirty="0"/>
              <a:t>How</a:t>
            </a:r>
            <a:r>
              <a:rPr spc="-147" dirty="0"/>
              <a:t> </a:t>
            </a:r>
            <a:r>
              <a:rPr spc="-40" dirty="0"/>
              <a:t>KV</a:t>
            </a:r>
            <a:r>
              <a:rPr spc="-140" dirty="0"/>
              <a:t> </a:t>
            </a:r>
            <a:r>
              <a:rPr spc="240" dirty="0"/>
              <a:t>cache</a:t>
            </a:r>
            <a:r>
              <a:rPr spc="-140" dirty="0"/>
              <a:t> </a:t>
            </a:r>
            <a:r>
              <a:rPr spc="-13" dirty="0"/>
              <a:t>builds</a:t>
            </a:r>
          </a:p>
        </p:txBody>
      </p:sp>
      <p:sp>
        <p:nvSpPr>
          <p:cNvPr id="3" name="object 3"/>
          <p:cNvSpPr/>
          <p:nvPr/>
        </p:nvSpPr>
        <p:spPr>
          <a:xfrm>
            <a:off x="6480433" y="1740399"/>
            <a:ext cx="3335867" cy="4202007"/>
          </a:xfrm>
          <a:custGeom>
            <a:avLst/>
            <a:gdLst/>
            <a:ahLst/>
            <a:cxnLst/>
            <a:rect l="l" t="t" r="r" b="b"/>
            <a:pathLst>
              <a:path w="2501900" h="3151504">
                <a:moveTo>
                  <a:pt x="0" y="0"/>
                </a:moveTo>
                <a:lnTo>
                  <a:pt x="2501699" y="0"/>
                </a:lnTo>
                <a:lnTo>
                  <a:pt x="2501699" y="3150899"/>
                </a:lnTo>
                <a:lnTo>
                  <a:pt x="0" y="3150899"/>
                </a:lnTo>
                <a:lnTo>
                  <a:pt x="0" y="0"/>
                </a:lnTo>
                <a:close/>
              </a:path>
            </a:pathLst>
          </a:custGeom>
          <a:ln w="19049">
            <a:solidFill>
              <a:srgbClr val="257693"/>
            </a:solidFill>
            <a:prstDash val="lgDash"/>
          </a:ln>
        </p:spPr>
        <p:txBody>
          <a:bodyPr wrap="square" lIns="0" tIns="0" rIns="0" bIns="0" rtlCol="0"/>
          <a:lstStyle/>
          <a:p>
            <a:endParaRPr sz="2400"/>
          </a:p>
        </p:txBody>
      </p:sp>
      <p:sp>
        <p:nvSpPr>
          <p:cNvPr id="4" name="object 4"/>
          <p:cNvSpPr txBox="1"/>
          <p:nvPr/>
        </p:nvSpPr>
        <p:spPr>
          <a:xfrm>
            <a:off x="6374600" y="673248"/>
            <a:ext cx="2567093" cy="1075445"/>
          </a:xfrm>
          <a:prstGeom prst="rect">
            <a:avLst/>
          </a:prstGeom>
        </p:spPr>
        <p:txBody>
          <a:bodyPr vert="horz" wrap="square" lIns="0" tIns="209127" rIns="0" bIns="0" rtlCol="0">
            <a:spAutoFit/>
          </a:bodyPr>
          <a:lstStyle/>
          <a:p>
            <a:pPr marL="16933">
              <a:spcBef>
                <a:spcPts val="1647"/>
              </a:spcBef>
            </a:pPr>
            <a:r>
              <a:rPr sz="2400" spc="-107" dirty="0">
                <a:solidFill>
                  <a:srgbClr val="434343"/>
                </a:solidFill>
                <a:latin typeface="Arial Black"/>
                <a:cs typeface="Arial Black"/>
              </a:rPr>
              <a:t>Phase</a:t>
            </a:r>
            <a:r>
              <a:rPr sz="2400" spc="-267" dirty="0">
                <a:solidFill>
                  <a:srgbClr val="434343"/>
                </a:solidFill>
                <a:latin typeface="Arial Black"/>
                <a:cs typeface="Arial Black"/>
              </a:rPr>
              <a:t> </a:t>
            </a:r>
            <a:r>
              <a:rPr sz="2400" spc="-180" dirty="0">
                <a:solidFill>
                  <a:srgbClr val="434343"/>
                </a:solidFill>
                <a:latin typeface="Arial Black"/>
                <a:cs typeface="Arial Black"/>
              </a:rPr>
              <a:t>2:</a:t>
            </a:r>
            <a:r>
              <a:rPr sz="2400" spc="-267" dirty="0">
                <a:solidFill>
                  <a:srgbClr val="434343"/>
                </a:solidFill>
                <a:latin typeface="Arial Black"/>
                <a:cs typeface="Arial Black"/>
              </a:rPr>
              <a:t> </a:t>
            </a:r>
            <a:r>
              <a:rPr sz="2400" spc="-80" dirty="0">
                <a:solidFill>
                  <a:srgbClr val="E6A064"/>
                </a:solidFill>
                <a:latin typeface="Arial Black"/>
                <a:cs typeface="Arial Black"/>
              </a:rPr>
              <a:t>Decode</a:t>
            </a:r>
            <a:endParaRPr sz="2400">
              <a:latin typeface="Arial Black"/>
              <a:cs typeface="Arial Black"/>
            </a:endParaRPr>
          </a:p>
          <a:p>
            <a:pPr marL="80431">
              <a:spcBef>
                <a:spcPts val="1347"/>
              </a:spcBef>
            </a:pPr>
            <a:r>
              <a:rPr sz="2133" spc="-220" dirty="0">
                <a:solidFill>
                  <a:srgbClr val="37879E"/>
                </a:solidFill>
                <a:latin typeface="Arial Black"/>
                <a:cs typeface="Arial Black"/>
              </a:rPr>
              <a:t>KV</a:t>
            </a:r>
            <a:r>
              <a:rPr sz="2133" spc="-240" dirty="0">
                <a:solidFill>
                  <a:srgbClr val="37879E"/>
                </a:solidFill>
                <a:latin typeface="Arial Black"/>
                <a:cs typeface="Arial Black"/>
              </a:rPr>
              <a:t> </a:t>
            </a:r>
            <a:r>
              <a:rPr sz="2133" spc="-13" dirty="0">
                <a:solidFill>
                  <a:srgbClr val="37879E"/>
                </a:solidFill>
                <a:latin typeface="Arial Black"/>
                <a:cs typeface="Arial Black"/>
              </a:rPr>
              <a:t>Cache</a:t>
            </a:r>
            <a:endParaRPr sz="2133">
              <a:latin typeface="Arial Black"/>
              <a:cs typeface="Arial Black"/>
            </a:endParaRPr>
          </a:p>
        </p:txBody>
      </p:sp>
      <p:sp>
        <p:nvSpPr>
          <p:cNvPr id="5" name="object 5"/>
          <p:cNvSpPr txBox="1"/>
          <p:nvPr/>
        </p:nvSpPr>
        <p:spPr>
          <a:xfrm>
            <a:off x="393768" y="1947928"/>
            <a:ext cx="2249593" cy="345330"/>
          </a:xfrm>
          <a:prstGeom prst="rect">
            <a:avLst/>
          </a:prstGeom>
        </p:spPr>
        <p:txBody>
          <a:bodyPr vert="horz" wrap="square" lIns="0" tIns="16933" rIns="0" bIns="0" rtlCol="0">
            <a:spAutoFit/>
          </a:bodyPr>
          <a:lstStyle/>
          <a:p>
            <a:pPr marL="16933">
              <a:spcBef>
                <a:spcPts val="133"/>
              </a:spcBef>
            </a:pPr>
            <a:r>
              <a:rPr sz="2133" i="1" spc="-27" dirty="0">
                <a:latin typeface="Verdana"/>
                <a:cs typeface="Verdana"/>
              </a:rPr>
              <a:t>The</a:t>
            </a:r>
            <a:r>
              <a:rPr sz="2133" i="1" spc="-140" dirty="0">
                <a:latin typeface="Verdana"/>
                <a:cs typeface="Verdana"/>
              </a:rPr>
              <a:t> </a:t>
            </a:r>
            <a:r>
              <a:rPr sz="2133" i="1" spc="87" dirty="0">
                <a:latin typeface="Verdana"/>
                <a:cs typeface="Verdana"/>
              </a:rPr>
              <a:t>dog</a:t>
            </a:r>
            <a:r>
              <a:rPr sz="2133" i="1" spc="-133" dirty="0">
                <a:latin typeface="Verdana"/>
                <a:cs typeface="Verdana"/>
              </a:rPr>
              <a:t> </a:t>
            </a:r>
            <a:r>
              <a:rPr sz="2133" i="1" dirty="0">
                <a:latin typeface="Verdana"/>
                <a:cs typeface="Verdana"/>
              </a:rPr>
              <a:t>bit</a:t>
            </a:r>
            <a:r>
              <a:rPr sz="2133" i="1" spc="-140" dirty="0">
                <a:latin typeface="Verdana"/>
                <a:cs typeface="Verdana"/>
              </a:rPr>
              <a:t> </a:t>
            </a:r>
            <a:r>
              <a:rPr sz="2133" i="1" spc="-100" dirty="0">
                <a:latin typeface="Verdana"/>
                <a:cs typeface="Verdana"/>
              </a:rPr>
              <a:t>the…</a:t>
            </a:r>
            <a:endParaRPr sz="2133">
              <a:latin typeface="Verdana"/>
              <a:cs typeface="Verdana"/>
            </a:endParaRPr>
          </a:p>
        </p:txBody>
      </p:sp>
      <p:sp>
        <p:nvSpPr>
          <p:cNvPr id="6" name="object 6"/>
          <p:cNvSpPr txBox="1"/>
          <p:nvPr/>
        </p:nvSpPr>
        <p:spPr>
          <a:xfrm>
            <a:off x="3330801" y="1740400"/>
            <a:ext cx="991447" cy="585567"/>
          </a:xfrm>
          <a:prstGeom prst="rect">
            <a:avLst/>
          </a:prstGeom>
          <a:ln w="9524">
            <a:solidFill>
              <a:srgbClr val="000000"/>
            </a:solidFill>
          </a:ln>
        </p:spPr>
        <p:txBody>
          <a:bodyPr vert="horz" wrap="square" lIns="0" tIns="254847" rIns="0" bIns="0" rtlCol="0">
            <a:spAutoFit/>
          </a:bodyPr>
          <a:lstStyle/>
          <a:p>
            <a:pPr marL="241294">
              <a:spcBef>
                <a:spcPts val="2007"/>
              </a:spcBef>
            </a:pPr>
            <a:r>
              <a:rPr sz="2133" spc="-33" dirty="0">
                <a:latin typeface="Arial Black"/>
                <a:cs typeface="Arial Black"/>
              </a:rPr>
              <a:t>LLM</a:t>
            </a:r>
            <a:endParaRPr sz="2133">
              <a:latin typeface="Arial Black"/>
              <a:cs typeface="Arial Black"/>
            </a:endParaRPr>
          </a:p>
        </p:txBody>
      </p:sp>
      <p:pic>
        <p:nvPicPr>
          <p:cNvPr id="7" name="object 7"/>
          <p:cNvPicPr/>
          <p:nvPr/>
        </p:nvPicPr>
        <p:blipFill>
          <a:blip r:embed="rId2" cstate="print"/>
          <a:stretch>
            <a:fillRect/>
          </a:stretch>
        </p:blipFill>
        <p:spPr>
          <a:xfrm>
            <a:off x="2689649" y="2089321"/>
            <a:ext cx="502803" cy="163956"/>
          </a:xfrm>
          <a:prstGeom prst="rect">
            <a:avLst/>
          </a:prstGeom>
        </p:spPr>
      </p:pic>
      <p:graphicFrame>
        <p:nvGraphicFramePr>
          <p:cNvPr id="8" name="object 8"/>
          <p:cNvGraphicFramePr>
            <a:graphicFrameLocks noGrp="1"/>
          </p:cNvGraphicFramePr>
          <p:nvPr/>
        </p:nvGraphicFramePr>
        <p:xfrm>
          <a:off x="6594083" y="3874916"/>
          <a:ext cx="3095413" cy="1981200"/>
        </p:xfrm>
        <a:graphic>
          <a:graphicData uri="http://schemas.openxmlformats.org/drawingml/2006/table">
            <a:tbl>
              <a:tblPr firstRow="1" bandRow="1">
                <a:tableStyleId>{2D5ABB26-0587-4C30-8999-92F81FD0307C}</a:tableStyleId>
              </a:tblPr>
              <a:tblGrid>
                <a:gridCol w="3095413">
                  <a:extLst>
                    <a:ext uri="{9D8B030D-6E8A-4147-A177-3AD203B41FA5}">
                      <a16:colId xmlns:a16="http://schemas.microsoft.com/office/drawing/2014/main" val="20000"/>
                    </a:ext>
                  </a:extLst>
                </a:gridCol>
              </a:tblGrid>
              <a:tr h="396240">
                <a:tc>
                  <a:txBody>
                    <a:bodyPr/>
                    <a:lstStyle/>
                    <a:p>
                      <a:pPr marL="184150">
                        <a:lnSpc>
                          <a:spcPct val="100000"/>
                        </a:lnSpc>
                        <a:spcBef>
                          <a:spcPts val="290"/>
                        </a:spcBef>
                      </a:pPr>
                      <a:r>
                        <a:rPr sz="1900" b="1" dirty="0">
                          <a:solidFill>
                            <a:srgbClr val="E6A064"/>
                          </a:solidFill>
                          <a:latin typeface="Arial"/>
                          <a:cs typeface="Arial"/>
                        </a:rPr>
                        <a:t>KVs:</a:t>
                      </a:r>
                      <a:r>
                        <a:rPr sz="1900" b="1" spc="-50" dirty="0">
                          <a:solidFill>
                            <a:srgbClr val="E6A064"/>
                          </a:solidFill>
                          <a:latin typeface="Arial"/>
                          <a:cs typeface="Arial"/>
                        </a:rPr>
                        <a:t> </a:t>
                      </a:r>
                      <a:r>
                        <a:rPr sz="1900" spc="-25" dirty="0">
                          <a:latin typeface="Arial MT"/>
                          <a:cs typeface="Arial MT"/>
                        </a:rPr>
                        <a:t>Token</a:t>
                      </a:r>
                      <a:r>
                        <a:rPr sz="1900" spc="-20" dirty="0">
                          <a:latin typeface="Arial MT"/>
                          <a:cs typeface="Arial MT"/>
                        </a:rPr>
                        <a:t> </a:t>
                      </a:r>
                      <a:r>
                        <a:rPr sz="1900" dirty="0">
                          <a:latin typeface="Arial MT"/>
                          <a:cs typeface="Arial MT"/>
                        </a:rPr>
                        <a:t>5</a:t>
                      </a:r>
                      <a:r>
                        <a:rPr sz="1900" spc="-20" dirty="0">
                          <a:latin typeface="Arial MT"/>
                          <a:cs typeface="Arial MT"/>
                        </a:rPr>
                        <a:t> </a:t>
                      </a:r>
                      <a:r>
                        <a:rPr sz="1900" spc="-10" dirty="0">
                          <a:latin typeface="Arial MT"/>
                          <a:cs typeface="Arial MT"/>
                        </a:rPr>
                        <a:t>“</a:t>
                      </a:r>
                      <a:r>
                        <a:rPr sz="1900" i="1" spc="-10" dirty="0">
                          <a:latin typeface="Arial"/>
                          <a:cs typeface="Arial"/>
                        </a:rPr>
                        <a:t>man”</a:t>
                      </a:r>
                      <a:endParaRPr sz="1900">
                        <a:latin typeface="Arial"/>
                        <a:cs typeface="Arial"/>
                      </a:endParaRPr>
                    </a:p>
                  </a:txBody>
                  <a:tcPr marL="0" marR="0" marT="49107" marB="0">
                    <a:lnL w="9525">
                      <a:solidFill>
                        <a:srgbClr val="595959"/>
                      </a:solidFill>
                      <a:prstDash val="solid"/>
                    </a:lnL>
                    <a:lnR w="9525">
                      <a:solidFill>
                        <a:srgbClr val="595959"/>
                      </a:solidFill>
                      <a:prstDash val="solid"/>
                    </a:lnR>
                    <a:lnT w="9525">
                      <a:solidFill>
                        <a:srgbClr val="595959"/>
                      </a:solidFill>
                      <a:prstDash val="solid"/>
                    </a:lnT>
                    <a:lnB w="9525">
                      <a:solidFill>
                        <a:srgbClr val="595959"/>
                      </a:solidFill>
                      <a:prstDash val="solid"/>
                    </a:lnB>
                    <a:solidFill>
                      <a:srgbClr val="F3F3F3"/>
                    </a:solidFill>
                  </a:tcPr>
                </a:tc>
                <a:extLst>
                  <a:ext uri="{0D108BD9-81ED-4DB2-BD59-A6C34878D82A}">
                    <a16:rowId xmlns:a16="http://schemas.microsoft.com/office/drawing/2014/main" val="10000"/>
                  </a:ext>
                </a:extLst>
              </a:tr>
              <a:tr h="396240">
                <a:tc>
                  <a:txBody>
                    <a:bodyPr/>
                    <a:lstStyle/>
                    <a:p>
                      <a:pPr marL="184150">
                        <a:lnSpc>
                          <a:spcPct val="100000"/>
                        </a:lnSpc>
                        <a:spcBef>
                          <a:spcPts val="290"/>
                        </a:spcBef>
                      </a:pPr>
                      <a:r>
                        <a:rPr sz="1900" b="1" dirty="0">
                          <a:solidFill>
                            <a:srgbClr val="257693"/>
                          </a:solidFill>
                          <a:latin typeface="Arial"/>
                          <a:cs typeface="Arial"/>
                        </a:rPr>
                        <a:t>KVs:</a:t>
                      </a:r>
                      <a:r>
                        <a:rPr sz="1900" b="1" spc="-50" dirty="0">
                          <a:solidFill>
                            <a:srgbClr val="257693"/>
                          </a:solidFill>
                          <a:latin typeface="Arial"/>
                          <a:cs typeface="Arial"/>
                        </a:rPr>
                        <a:t> </a:t>
                      </a:r>
                      <a:r>
                        <a:rPr sz="1900" spc="-25" dirty="0">
                          <a:latin typeface="Arial MT"/>
                          <a:cs typeface="Arial MT"/>
                        </a:rPr>
                        <a:t>Token</a:t>
                      </a:r>
                      <a:r>
                        <a:rPr sz="1900" spc="-20" dirty="0">
                          <a:latin typeface="Arial MT"/>
                          <a:cs typeface="Arial MT"/>
                        </a:rPr>
                        <a:t> </a:t>
                      </a:r>
                      <a:r>
                        <a:rPr sz="1900" dirty="0">
                          <a:latin typeface="Arial MT"/>
                          <a:cs typeface="Arial MT"/>
                        </a:rPr>
                        <a:t>4</a:t>
                      </a:r>
                      <a:r>
                        <a:rPr sz="1900" spc="-20" dirty="0">
                          <a:latin typeface="Arial MT"/>
                          <a:cs typeface="Arial MT"/>
                        </a:rPr>
                        <a:t> </a:t>
                      </a:r>
                      <a:r>
                        <a:rPr sz="1900" spc="-10" dirty="0">
                          <a:latin typeface="Arial MT"/>
                          <a:cs typeface="Arial MT"/>
                        </a:rPr>
                        <a:t>“</a:t>
                      </a:r>
                      <a:r>
                        <a:rPr sz="1900" i="1" spc="-10" dirty="0">
                          <a:latin typeface="Arial"/>
                          <a:cs typeface="Arial"/>
                        </a:rPr>
                        <a:t>the”</a:t>
                      </a:r>
                      <a:endParaRPr sz="1900">
                        <a:latin typeface="Arial"/>
                        <a:cs typeface="Arial"/>
                      </a:endParaRPr>
                    </a:p>
                  </a:txBody>
                  <a:tcPr marL="0" marR="0" marT="49107" marB="0">
                    <a:lnL w="9525">
                      <a:solidFill>
                        <a:srgbClr val="595959"/>
                      </a:solidFill>
                      <a:prstDash val="solid"/>
                    </a:lnL>
                    <a:lnR w="9525">
                      <a:solidFill>
                        <a:srgbClr val="595959"/>
                      </a:solidFill>
                      <a:prstDash val="solid"/>
                    </a:lnR>
                    <a:lnT w="9525">
                      <a:solidFill>
                        <a:srgbClr val="595959"/>
                      </a:solidFill>
                      <a:prstDash val="solid"/>
                    </a:lnT>
                    <a:lnB w="9525">
                      <a:solidFill>
                        <a:srgbClr val="595959"/>
                      </a:solidFill>
                      <a:prstDash val="solid"/>
                    </a:lnB>
                    <a:solidFill>
                      <a:srgbClr val="F3F3F3"/>
                    </a:solidFill>
                  </a:tcPr>
                </a:tc>
                <a:extLst>
                  <a:ext uri="{0D108BD9-81ED-4DB2-BD59-A6C34878D82A}">
                    <a16:rowId xmlns:a16="http://schemas.microsoft.com/office/drawing/2014/main" val="10001"/>
                  </a:ext>
                </a:extLst>
              </a:tr>
              <a:tr h="396240">
                <a:tc>
                  <a:txBody>
                    <a:bodyPr/>
                    <a:lstStyle/>
                    <a:p>
                      <a:pPr marL="184150">
                        <a:lnSpc>
                          <a:spcPct val="100000"/>
                        </a:lnSpc>
                        <a:spcBef>
                          <a:spcPts val="290"/>
                        </a:spcBef>
                      </a:pPr>
                      <a:r>
                        <a:rPr sz="1900" b="1" dirty="0">
                          <a:solidFill>
                            <a:srgbClr val="257693"/>
                          </a:solidFill>
                          <a:latin typeface="Arial"/>
                          <a:cs typeface="Arial"/>
                        </a:rPr>
                        <a:t>KVs:</a:t>
                      </a:r>
                      <a:r>
                        <a:rPr sz="1900" b="1" spc="-50" dirty="0">
                          <a:solidFill>
                            <a:srgbClr val="257693"/>
                          </a:solidFill>
                          <a:latin typeface="Arial"/>
                          <a:cs typeface="Arial"/>
                        </a:rPr>
                        <a:t> </a:t>
                      </a:r>
                      <a:r>
                        <a:rPr sz="1900" spc="-25" dirty="0">
                          <a:latin typeface="Arial MT"/>
                          <a:cs typeface="Arial MT"/>
                        </a:rPr>
                        <a:t>Token</a:t>
                      </a:r>
                      <a:r>
                        <a:rPr sz="1900" spc="-20" dirty="0">
                          <a:latin typeface="Arial MT"/>
                          <a:cs typeface="Arial MT"/>
                        </a:rPr>
                        <a:t> </a:t>
                      </a:r>
                      <a:r>
                        <a:rPr sz="1900" dirty="0">
                          <a:latin typeface="Arial MT"/>
                          <a:cs typeface="Arial MT"/>
                        </a:rPr>
                        <a:t>3</a:t>
                      </a:r>
                      <a:r>
                        <a:rPr sz="1900" spc="-20" dirty="0">
                          <a:latin typeface="Arial MT"/>
                          <a:cs typeface="Arial MT"/>
                        </a:rPr>
                        <a:t> </a:t>
                      </a:r>
                      <a:r>
                        <a:rPr sz="1900" spc="-10" dirty="0">
                          <a:latin typeface="Arial MT"/>
                          <a:cs typeface="Arial MT"/>
                        </a:rPr>
                        <a:t>“</a:t>
                      </a:r>
                      <a:r>
                        <a:rPr sz="1900" i="1" spc="-10" dirty="0">
                          <a:latin typeface="Arial"/>
                          <a:cs typeface="Arial"/>
                        </a:rPr>
                        <a:t>bit”</a:t>
                      </a:r>
                      <a:endParaRPr sz="1900">
                        <a:latin typeface="Arial"/>
                        <a:cs typeface="Arial"/>
                      </a:endParaRPr>
                    </a:p>
                  </a:txBody>
                  <a:tcPr marL="0" marR="0" marT="49107" marB="0">
                    <a:lnL w="9525">
                      <a:solidFill>
                        <a:srgbClr val="595959"/>
                      </a:solidFill>
                      <a:prstDash val="solid"/>
                    </a:lnL>
                    <a:lnR w="9525">
                      <a:solidFill>
                        <a:srgbClr val="595959"/>
                      </a:solidFill>
                      <a:prstDash val="solid"/>
                    </a:lnR>
                    <a:lnT w="9525">
                      <a:solidFill>
                        <a:srgbClr val="595959"/>
                      </a:solidFill>
                      <a:prstDash val="solid"/>
                    </a:lnT>
                    <a:lnB w="9525">
                      <a:solidFill>
                        <a:srgbClr val="595959"/>
                      </a:solidFill>
                      <a:prstDash val="solid"/>
                    </a:lnB>
                    <a:solidFill>
                      <a:srgbClr val="F3F3F3"/>
                    </a:solidFill>
                  </a:tcPr>
                </a:tc>
                <a:extLst>
                  <a:ext uri="{0D108BD9-81ED-4DB2-BD59-A6C34878D82A}">
                    <a16:rowId xmlns:a16="http://schemas.microsoft.com/office/drawing/2014/main" val="10002"/>
                  </a:ext>
                </a:extLst>
              </a:tr>
              <a:tr h="396240">
                <a:tc>
                  <a:txBody>
                    <a:bodyPr/>
                    <a:lstStyle/>
                    <a:p>
                      <a:pPr marL="184150">
                        <a:lnSpc>
                          <a:spcPct val="100000"/>
                        </a:lnSpc>
                        <a:spcBef>
                          <a:spcPts val="290"/>
                        </a:spcBef>
                      </a:pPr>
                      <a:r>
                        <a:rPr sz="1900" b="1" dirty="0">
                          <a:solidFill>
                            <a:srgbClr val="257693"/>
                          </a:solidFill>
                          <a:latin typeface="Arial"/>
                          <a:cs typeface="Arial"/>
                        </a:rPr>
                        <a:t>KVs:</a:t>
                      </a:r>
                      <a:r>
                        <a:rPr sz="1900" b="1" spc="-50" dirty="0">
                          <a:solidFill>
                            <a:srgbClr val="257693"/>
                          </a:solidFill>
                          <a:latin typeface="Arial"/>
                          <a:cs typeface="Arial"/>
                        </a:rPr>
                        <a:t> </a:t>
                      </a:r>
                      <a:r>
                        <a:rPr sz="1900" spc="-25" dirty="0">
                          <a:latin typeface="Arial MT"/>
                          <a:cs typeface="Arial MT"/>
                        </a:rPr>
                        <a:t>Token</a:t>
                      </a:r>
                      <a:r>
                        <a:rPr sz="1900" spc="-20" dirty="0">
                          <a:latin typeface="Arial MT"/>
                          <a:cs typeface="Arial MT"/>
                        </a:rPr>
                        <a:t> </a:t>
                      </a:r>
                      <a:r>
                        <a:rPr sz="1900" dirty="0">
                          <a:latin typeface="Arial MT"/>
                          <a:cs typeface="Arial MT"/>
                        </a:rPr>
                        <a:t>2</a:t>
                      </a:r>
                      <a:r>
                        <a:rPr sz="1900" spc="-20" dirty="0">
                          <a:latin typeface="Arial MT"/>
                          <a:cs typeface="Arial MT"/>
                        </a:rPr>
                        <a:t> </a:t>
                      </a:r>
                      <a:r>
                        <a:rPr sz="1900" spc="-10" dirty="0">
                          <a:latin typeface="Arial MT"/>
                          <a:cs typeface="Arial MT"/>
                        </a:rPr>
                        <a:t>“</a:t>
                      </a:r>
                      <a:r>
                        <a:rPr sz="1900" i="1" spc="-10" dirty="0">
                          <a:latin typeface="Arial"/>
                          <a:cs typeface="Arial"/>
                        </a:rPr>
                        <a:t>dog”</a:t>
                      </a:r>
                      <a:endParaRPr sz="1900">
                        <a:latin typeface="Arial"/>
                        <a:cs typeface="Arial"/>
                      </a:endParaRPr>
                    </a:p>
                  </a:txBody>
                  <a:tcPr marL="0" marR="0" marT="49107" marB="0">
                    <a:lnL w="9525">
                      <a:solidFill>
                        <a:srgbClr val="595959"/>
                      </a:solidFill>
                      <a:prstDash val="solid"/>
                    </a:lnL>
                    <a:lnR w="9525">
                      <a:solidFill>
                        <a:srgbClr val="595959"/>
                      </a:solidFill>
                      <a:prstDash val="solid"/>
                    </a:lnR>
                    <a:lnT w="9525">
                      <a:solidFill>
                        <a:srgbClr val="595959"/>
                      </a:solidFill>
                      <a:prstDash val="solid"/>
                    </a:lnT>
                    <a:lnB w="9525">
                      <a:solidFill>
                        <a:srgbClr val="595959"/>
                      </a:solidFill>
                      <a:prstDash val="solid"/>
                    </a:lnB>
                    <a:solidFill>
                      <a:srgbClr val="F3F3F3"/>
                    </a:solidFill>
                  </a:tcPr>
                </a:tc>
                <a:extLst>
                  <a:ext uri="{0D108BD9-81ED-4DB2-BD59-A6C34878D82A}">
                    <a16:rowId xmlns:a16="http://schemas.microsoft.com/office/drawing/2014/main" val="10003"/>
                  </a:ext>
                </a:extLst>
              </a:tr>
              <a:tr h="396240">
                <a:tc>
                  <a:txBody>
                    <a:bodyPr/>
                    <a:lstStyle/>
                    <a:p>
                      <a:pPr marL="184150">
                        <a:lnSpc>
                          <a:spcPct val="100000"/>
                        </a:lnSpc>
                        <a:spcBef>
                          <a:spcPts val="290"/>
                        </a:spcBef>
                      </a:pPr>
                      <a:r>
                        <a:rPr sz="1900" b="1" dirty="0">
                          <a:solidFill>
                            <a:srgbClr val="257693"/>
                          </a:solidFill>
                          <a:latin typeface="Arial"/>
                          <a:cs typeface="Arial"/>
                        </a:rPr>
                        <a:t>KVs:</a:t>
                      </a:r>
                      <a:r>
                        <a:rPr sz="1900" b="1" spc="-50" dirty="0">
                          <a:solidFill>
                            <a:srgbClr val="257693"/>
                          </a:solidFill>
                          <a:latin typeface="Arial"/>
                          <a:cs typeface="Arial"/>
                        </a:rPr>
                        <a:t> </a:t>
                      </a:r>
                      <a:r>
                        <a:rPr sz="1900" spc="-25" dirty="0">
                          <a:latin typeface="Arial MT"/>
                          <a:cs typeface="Arial MT"/>
                        </a:rPr>
                        <a:t>Token</a:t>
                      </a:r>
                      <a:r>
                        <a:rPr sz="1900" spc="-20" dirty="0">
                          <a:latin typeface="Arial MT"/>
                          <a:cs typeface="Arial MT"/>
                        </a:rPr>
                        <a:t> </a:t>
                      </a:r>
                      <a:r>
                        <a:rPr sz="1900" dirty="0">
                          <a:latin typeface="Arial MT"/>
                          <a:cs typeface="Arial MT"/>
                        </a:rPr>
                        <a:t>1</a:t>
                      </a:r>
                      <a:r>
                        <a:rPr sz="1900" spc="-20" dirty="0">
                          <a:latin typeface="Arial MT"/>
                          <a:cs typeface="Arial MT"/>
                        </a:rPr>
                        <a:t> </a:t>
                      </a:r>
                      <a:r>
                        <a:rPr sz="1900" spc="-10" dirty="0">
                          <a:latin typeface="Arial MT"/>
                          <a:cs typeface="Arial MT"/>
                        </a:rPr>
                        <a:t>“</a:t>
                      </a:r>
                      <a:r>
                        <a:rPr sz="1900" i="1" spc="-10" dirty="0">
                          <a:latin typeface="Arial"/>
                          <a:cs typeface="Arial"/>
                        </a:rPr>
                        <a:t>The”</a:t>
                      </a:r>
                      <a:endParaRPr sz="1900" dirty="0">
                        <a:latin typeface="Arial"/>
                        <a:cs typeface="Arial"/>
                      </a:endParaRPr>
                    </a:p>
                  </a:txBody>
                  <a:tcPr marL="0" marR="0" marT="49107" marB="0">
                    <a:lnL w="9525">
                      <a:solidFill>
                        <a:srgbClr val="595959"/>
                      </a:solidFill>
                      <a:prstDash val="solid"/>
                    </a:lnL>
                    <a:lnR w="9525">
                      <a:solidFill>
                        <a:srgbClr val="595959"/>
                      </a:solidFill>
                      <a:prstDash val="solid"/>
                    </a:lnR>
                    <a:lnT w="9525">
                      <a:solidFill>
                        <a:srgbClr val="595959"/>
                      </a:solidFill>
                      <a:prstDash val="solid"/>
                    </a:lnT>
                    <a:lnB w="9525">
                      <a:solidFill>
                        <a:srgbClr val="595959"/>
                      </a:solidFill>
                      <a:prstDash val="solid"/>
                    </a:lnB>
                    <a:solidFill>
                      <a:srgbClr val="F3F3F3"/>
                    </a:solidFill>
                  </a:tcPr>
                </a:tc>
                <a:extLst>
                  <a:ext uri="{0D108BD9-81ED-4DB2-BD59-A6C34878D82A}">
                    <a16:rowId xmlns:a16="http://schemas.microsoft.com/office/drawing/2014/main" val="10004"/>
                  </a:ext>
                </a:extLst>
              </a:tr>
            </a:tbl>
          </a:graphicData>
        </a:graphic>
      </p:graphicFrame>
      <p:pic>
        <p:nvPicPr>
          <p:cNvPr id="9" name="object 9"/>
          <p:cNvPicPr/>
          <p:nvPr/>
        </p:nvPicPr>
        <p:blipFill>
          <a:blip r:embed="rId3" cstate="print"/>
          <a:stretch>
            <a:fillRect/>
          </a:stretch>
        </p:blipFill>
        <p:spPr>
          <a:xfrm>
            <a:off x="4302549" y="2086954"/>
            <a:ext cx="502803" cy="163956"/>
          </a:xfrm>
          <a:prstGeom prst="rect">
            <a:avLst/>
          </a:prstGeom>
        </p:spPr>
      </p:pic>
      <p:sp>
        <p:nvSpPr>
          <p:cNvPr id="10" name="object 10"/>
          <p:cNvSpPr txBox="1"/>
          <p:nvPr/>
        </p:nvSpPr>
        <p:spPr>
          <a:xfrm>
            <a:off x="4950699" y="1944496"/>
            <a:ext cx="669712" cy="345330"/>
          </a:xfrm>
          <a:prstGeom prst="rect">
            <a:avLst/>
          </a:prstGeom>
        </p:spPr>
        <p:txBody>
          <a:bodyPr vert="horz" wrap="square" lIns="0" tIns="16933" rIns="0" bIns="0" rtlCol="0">
            <a:spAutoFit/>
          </a:bodyPr>
          <a:lstStyle/>
          <a:p>
            <a:pPr marL="16933">
              <a:spcBef>
                <a:spcPts val="133"/>
              </a:spcBef>
            </a:pPr>
            <a:r>
              <a:rPr sz="2133" i="1" spc="60" dirty="0">
                <a:latin typeface="Verdana"/>
                <a:cs typeface="Verdana"/>
              </a:rPr>
              <a:t>man</a:t>
            </a:r>
            <a:endParaRPr sz="2133">
              <a:latin typeface="Verdana"/>
              <a:cs typeface="Verdana"/>
            </a:endParaRPr>
          </a:p>
        </p:txBody>
      </p:sp>
    </p:spTree>
    <p:extLst>
      <p:ext uri="{BB962C8B-B14F-4D97-AF65-F5344CB8AC3E}">
        <p14:creationId xmlns:p14="http://schemas.microsoft.com/office/powerpoint/2010/main" val="5060872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512967" y="274080"/>
            <a:ext cx="4254500" cy="509541"/>
          </a:xfrm>
          <a:prstGeom prst="rect">
            <a:avLst/>
          </a:prstGeom>
        </p:spPr>
        <p:txBody>
          <a:bodyPr vert="horz" wrap="square" lIns="0" tIns="16933" rIns="0" bIns="0" rtlCol="0" anchor="ctr">
            <a:spAutoFit/>
          </a:bodyPr>
          <a:lstStyle/>
          <a:p>
            <a:pPr marL="16933">
              <a:spcBef>
                <a:spcPts val="133"/>
              </a:spcBef>
            </a:pPr>
            <a:r>
              <a:rPr dirty="0"/>
              <a:t>How</a:t>
            </a:r>
            <a:r>
              <a:rPr spc="-147" dirty="0"/>
              <a:t> </a:t>
            </a:r>
            <a:r>
              <a:rPr spc="-40" dirty="0"/>
              <a:t>KV</a:t>
            </a:r>
            <a:r>
              <a:rPr spc="-140" dirty="0"/>
              <a:t> </a:t>
            </a:r>
            <a:r>
              <a:rPr spc="240" dirty="0"/>
              <a:t>cache</a:t>
            </a:r>
            <a:r>
              <a:rPr spc="-140" dirty="0"/>
              <a:t> </a:t>
            </a:r>
            <a:r>
              <a:rPr spc="-13" dirty="0"/>
              <a:t>builds</a:t>
            </a:r>
          </a:p>
        </p:txBody>
      </p:sp>
      <p:sp>
        <p:nvSpPr>
          <p:cNvPr id="3" name="object 3"/>
          <p:cNvSpPr/>
          <p:nvPr/>
        </p:nvSpPr>
        <p:spPr>
          <a:xfrm>
            <a:off x="6480433" y="1740399"/>
            <a:ext cx="3335867" cy="4202007"/>
          </a:xfrm>
          <a:custGeom>
            <a:avLst/>
            <a:gdLst/>
            <a:ahLst/>
            <a:cxnLst/>
            <a:rect l="l" t="t" r="r" b="b"/>
            <a:pathLst>
              <a:path w="2501900" h="3151504">
                <a:moveTo>
                  <a:pt x="0" y="0"/>
                </a:moveTo>
                <a:lnTo>
                  <a:pt x="2501699" y="0"/>
                </a:lnTo>
                <a:lnTo>
                  <a:pt x="2501699" y="3150899"/>
                </a:lnTo>
                <a:lnTo>
                  <a:pt x="0" y="3150899"/>
                </a:lnTo>
                <a:lnTo>
                  <a:pt x="0" y="0"/>
                </a:lnTo>
                <a:close/>
              </a:path>
            </a:pathLst>
          </a:custGeom>
          <a:ln w="19049">
            <a:solidFill>
              <a:srgbClr val="257693"/>
            </a:solidFill>
            <a:prstDash val="lgDash"/>
          </a:ln>
        </p:spPr>
        <p:txBody>
          <a:bodyPr wrap="square" lIns="0" tIns="0" rIns="0" bIns="0" rtlCol="0"/>
          <a:lstStyle/>
          <a:p>
            <a:endParaRPr sz="2400"/>
          </a:p>
        </p:txBody>
      </p:sp>
      <p:sp>
        <p:nvSpPr>
          <p:cNvPr id="4" name="object 4"/>
          <p:cNvSpPr txBox="1"/>
          <p:nvPr/>
        </p:nvSpPr>
        <p:spPr>
          <a:xfrm>
            <a:off x="6374600" y="673248"/>
            <a:ext cx="2567093" cy="1075445"/>
          </a:xfrm>
          <a:prstGeom prst="rect">
            <a:avLst/>
          </a:prstGeom>
        </p:spPr>
        <p:txBody>
          <a:bodyPr vert="horz" wrap="square" lIns="0" tIns="209127" rIns="0" bIns="0" rtlCol="0">
            <a:spAutoFit/>
          </a:bodyPr>
          <a:lstStyle/>
          <a:p>
            <a:pPr marL="16933">
              <a:spcBef>
                <a:spcPts val="1647"/>
              </a:spcBef>
            </a:pPr>
            <a:r>
              <a:rPr sz="2400" spc="-107" dirty="0">
                <a:solidFill>
                  <a:srgbClr val="434343"/>
                </a:solidFill>
                <a:latin typeface="Arial Black"/>
                <a:cs typeface="Arial Black"/>
              </a:rPr>
              <a:t>Phase</a:t>
            </a:r>
            <a:r>
              <a:rPr sz="2400" spc="-267" dirty="0">
                <a:solidFill>
                  <a:srgbClr val="434343"/>
                </a:solidFill>
                <a:latin typeface="Arial Black"/>
                <a:cs typeface="Arial Black"/>
              </a:rPr>
              <a:t> </a:t>
            </a:r>
            <a:r>
              <a:rPr sz="2400" spc="-180" dirty="0">
                <a:solidFill>
                  <a:srgbClr val="434343"/>
                </a:solidFill>
                <a:latin typeface="Arial Black"/>
                <a:cs typeface="Arial Black"/>
              </a:rPr>
              <a:t>2:</a:t>
            </a:r>
            <a:r>
              <a:rPr sz="2400" spc="-267" dirty="0">
                <a:solidFill>
                  <a:srgbClr val="434343"/>
                </a:solidFill>
                <a:latin typeface="Arial Black"/>
                <a:cs typeface="Arial Black"/>
              </a:rPr>
              <a:t> </a:t>
            </a:r>
            <a:r>
              <a:rPr sz="2400" spc="-80" dirty="0">
                <a:solidFill>
                  <a:srgbClr val="E6A064"/>
                </a:solidFill>
                <a:latin typeface="Arial Black"/>
                <a:cs typeface="Arial Black"/>
              </a:rPr>
              <a:t>Decode</a:t>
            </a:r>
            <a:endParaRPr sz="2400">
              <a:latin typeface="Arial Black"/>
              <a:cs typeface="Arial Black"/>
            </a:endParaRPr>
          </a:p>
          <a:p>
            <a:pPr marL="80431">
              <a:spcBef>
                <a:spcPts val="1347"/>
              </a:spcBef>
            </a:pPr>
            <a:r>
              <a:rPr sz="2133" spc="-220" dirty="0">
                <a:solidFill>
                  <a:srgbClr val="37879E"/>
                </a:solidFill>
                <a:latin typeface="Arial Black"/>
                <a:cs typeface="Arial Black"/>
              </a:rPr>
              <a:t>KV</a:t>
            </a:r>
            <a:r>
              <a:rPr sz="2133" spc="-240" dirty="0">
                <a:solidFill>
                  <a:srgbClr val="37879E"/>
                </a:solidFill>
                <a:latin typeface="Arial Black"/>
                <a:cs typeface="Arial Black"/>
              </a:rPr>
              <a:t> </a:t>
            </a:r>
            <a:r>
              <a:rPr sz="2133" spc="-13" dirty="0">
                <a:solidFill>
                  <a:srgbClr val="37879E"/>
                </a:solidFill>
                <a:latin typeface="Arial Black"/>
                <a:cs typeface="Arial Black"/>
              </a:rPr>
              <a:t>Cache</a:t>
            </a:r>
            <a:endParaRPr sz="2133">
              <a:latin typeface="Arial Black"/>
              <a:cs typeface="Arial Black"/>
            </a:endParaRPr>
          </a:p>
        </p:txBody>
      </p:sp>
      <p:sp>
        <p:nvSpPr>
          <p:cNvPr id="5" name="object 5"/>
          <p:cNvSpPr txBox="1"/>
          <p:nvPr/>
        </p:nvSpPr>
        <p:spPr>
          <a:xfrm>
            <a:off x="393767" y="1947928"/>
            <a:ext cx="2092960" cy="673560"/>
          </a:xfrm>
          <a:prstGeom prst="rect">
            <a:avLst/>
          </a:prstGeom>
        </p:spPr>
        <p:txBody>
          <a:bodyPr vert="horz" wrap="square" lIns="0" tIns="16933" rIns="0" bIns="0" rtlCol="0">
            <a:spAutoFit/>
          </a:bodyPr>
          <a:lstStyle/>
          <a:p>
            <a:pPr marL="16933" marR="6773">
              <a:spcBef>
                <a:spcPts val="133"/>
              </a:spcBef>
            </a:pPr>
            <a:r>
              <a:rPr sz="2133" i="1" spc="-27" dirty="0">
                <a:latin typeface="Verdana"/>
                <a:cs typeface="Verdana"/>
              </a:rPr>
              <a:t>The</a:t>
            </a:r>
            <a:r>
              <a:rPr sz="2133" i="1" spc="-140" dirty="0">
                <a:latin typeface="Verdana"/>
                <a:cs typeface="Verdana"/>
              </a:rPr>
              <a:t> </a:t>
            </a:r>
            <a:r>
              <a:rPr sz="2133" i="1" spc="87" dirty="0">
                <a:latin typeface="Verdana"/>
                <a:cs typeface="Verdana"/>
              </a:rPr>
              <a:t>dog</a:t>
            </a:r>
            <a:r>
              <a:rPr sz="2133" i="1" spc="-133" dirty="0">
                <a:latin typeface="Verdana"/>
                <a:cs typeface="Verdana"/>
              </a:rPr>
              <a:t> </a:t>
            </a:r>
            <a:r>
              <a:rPr sz="2133" i="1" dirty="0">
                <a:latin typeface="Verdana"/>
                <a:cs typeface="Verdana"/>
              </a:rPr>
              <a:t>bit</a:t>
            </a:r>
            <a:r>
              <a:rPr sz="2133" i="1" spc="-140" dirty="0">
                <a:latin typeface="Verdana"/>
                <a:cs typeface="Verdana"/>
              </a:rPr>
              <a:t> </a:t>
            </a:r>
            <a:r>
              <a:rPr sz="2133" i="1" spc="-33" dirty="0">
                <a:latin typeface="Verdana"/>
                <a:cs typeface="Verdana"/>
              </a:rPr>
              <a:t>the </a:t>
            </a:r>
            <a:r>
              <a:rPr sz="2133" i="1" spc="60" dirty="0">
                <a:latin typeface="Verdana"/>
                <a:cs typeface="Verdana"/>
              </a:rPr>
              <a:t>man</a:t>
            </a:r>
            <a:endParaRPr sz="2133">
              <a:latin typeface="Verdana"/>
              <a:cs typeface="Verdana"/>
            </a:endParaRPr>
          </a:p>
        </p:txBody>
      </p:sp>
      <p:sp>
        <p:nvSpPr>
          <p:cNvPr id="6" name="object 6"/>
          <p:cNvSpPr txBox="1"/>
          <p:nvPr/>
        </p:nvSpPr>
        <p:spPr>
          <a:xfrm>
            <a:off x="3330801" y="1740400"/>
            <a:ext cx="991447" cy="585567"/>
          </a:xfrm>
          <a:prstGeom prst="rect">
            <a:avLst/>
          </a:prstGeom>
          <a:ln w="9524">
            <a:solidFill>
              <a:srgbClr val="000000"/>
            </a:solidFill>
          </a:ln>
        </p:spPr>
        <p:txBody>
          <a:bodyPr vert="horz" wrap="square" lIns="0" tIns="254847" rIns="0" bIns="0" rtlCol="0">
            <a:spAutoFit/>
          </a:bodyPr>
          <a:lstStyle/>
          <a:p>
            <a:pPr marL="241294">
              <a:spcBef>
                <a:spcPts val="2007"/>
              </a:spcBef>
            </a:pPr>
            <a:r>
              <a:rPr sz="2133" spc="-33" dirty="0">
                <a:latin typeface="Arial Black"/>
                <a:cs typeface="Arial Black"/>
              </a:rPr>
              <a:t>LLM</a:t>
            </a:r>
            <a:endParaRPr sz="2133">
              <a:latin typeface="Arial Black"/>
              <a:cs typeface="Arial Black"/>
            </a:endParaRPr>
          </a:p>
        </p:txBody>
      </p:sp>
      <p:pic>
        <p:nvPicPr>
          <p:cNvPr id="7" name="object 7"/>
          <p:cNvPicPr/>
          <p:nvPr/>
        </p:nvPicPr>
        <p:blipFill>
          <a:blip r:embed="rId2" cstate="print"/>
          <a:stretch>
            <a:fillRect/>
          </a:stretch>
        </p:blipFill>
        <p:spPr>
          <a:xfrm>
            <a:off x="2689649" y="2089321"/>
            <a:ext cx="502803" cy="163956"/>
          </a:xfrm>
          <a:prstGeom prst="rect">
            <a:avLst/>
          </a:prstGeom>
        </p:spPr>
      </p:pic>
      <p:graphicFrame>
        <p:nvGraphicFramePr>
          <p:cNvPr id="8" name="object 8"/>
          <p:cNvGraphicFramePr>
            <a:graphicFrameLocks noGrp="1"/>
          </p:cNvGraphicFramePr>
          <p:nvPr/>
        </p:nvGraphicFramePr>
        <p:xfrm>
          <a:off x="6594083" y="3478116"/>
          <a:ext cx="3095413" cy="2377440"/>
        </p:xfrm>
        <a:graphic>
          <a:graphicData uri="http://schemas.openxmlformats.org/drawingml/2006/table">
            <a:tbl>
              <a:tblPr firstRow="1" bandRow="1">
                <a:tableStyleId>{2D5ABB26-0587-4C30-8999-92F81FD0307C}</a:tableStyleId>
              </a:tblPr>
              <a:tblGrid>
                <a:gridCol w="3095413">
                  <a:extLst>
                    <a:ext uri="{9D8B030D-6E8A-4147-A177-3AD203B41FA5}">
                      <a16:colId xmlns:a16="http://schemas.microsoft.com/office/drawing/2014/main" val="20000"/>
                    </a:ext>
                  </a:extLst>
                </a:gridCol>
              </a:tblGrid>
              <a:tr h="396240">
                <a:tc>
                  <a:txBody>
                    <a:bodyPr/>
                    <a:lstStyle/>
                    <a:p>
                      <a:pPr marL="184150">
                        <a:lnSpc>
                          <a:spcPct val="100000"/>
                        </a:lnSpc>
                        <a:spcBef>
                          <a:spcPts val="290"/>
                        </a:spcBef>
                      </a:pPr>
                      <a:r>
                        <a:rPr sz="1900" b="1" dirty="0">
                          <a:solidFill>
                            <a:srgbClr val="E6A064"/>
                          </a:solidFill>
                          <a:latin typeface="Arial"/>
                          <a:cs typeface="Arial"/>
                        </a:rPr>
                        <a:t>KVs:</a:t>
                      </a:r>
                      <a:r>
                        <a:rPr sz="1900" b="1" spc="-50" dirty="0">
                          <a:solidFill>
                            <a:srgbClr val="E6A064"/>
                          </a:solidFill>
                          <a:latin typeface="Arial"/>
                          <a:cs typeface="Arial"/>
                        </a:rPr>
                        <a:t> </a:t>
                      </a:r>
                      <a:r>
                        <a:rPr sz="1900" spc="-25" dirty="0">
                          <a:latin typeface="Arial MT"/>
                          <a:cs typeface="Arial MT"/>
                        </a:rPr>
                        <a:t>Token</a:t>
                      </a:r>
                      <a:r>
                        <a:rPr sz="1900" spc="-20" dirty="0">
                          <a:latin typeface="Arial MT"/>
                          <a:cs typeface="Arial MT"/>
                        </a:rPr>
                        <a:t> </a:t>
                      </a:r>
                      <a:r>
                        <a:rPr sz="1900" dirty="0">
                          <a:latin typeface="Arial MT"/>
                          <a:cs typeface="Arial MT"/>
                        </a:rPr>
                        <a:t>6</a:t>
                      </a:r>
                      <a:r>
                        <a:rPr sz="1900" spc="-20" dirty="0">
                          <a:latin typeface="Arial MT"/>
                          <a:cs typeface="Arial MT"/>
                        </a:rPr>
                        <a:t> </a:t>
                      </a:r>
                      <a:r>
                        <a:rPr sz="1900" spc="-10" dirty="0">
                          <a:latin typeface="Arial MT"/>
                          <a:cs typeface="Arial MT"/>
                        </a:rPr>
                        <a:t>“</a:t>
                      </a:r>
                      <a:r>
                        <a:rPr sz="1900" i="1" spc="-10" dirty="0">
                          <a:latin typeface="Arial"/>
                          <a:cs typeface="Arial"/>
                        </a:rPr>
                        <a:t>twice”</a:t>
                      </a:r>
                      <a:endParaRPr sz="1900">
                        <a:latin typeface="Arial"/>
                        <a:cs typeface="Arial"/>
                      </a:endParaRPr>
                    </a:p>
                  </a:txBody>
                  <a:tcPr marL="0" marR="0" marT="49107" marB="0">
                    <a:lnL w="9525">
                      <a:solidFill>
                        <a:srgbClr val="595959"/>
                      </a:solidFill>
                      <a:prstDash val="solid"/>
                    </a:lnL>
                    <a:lnR w="9525">
                      <a:solidFill>
                        <a:srgbClr val="595959"/>
                      </a:solidFill>
                      <a:prstDash val="solid"/>
                    </a:lnR>
                    <a:lnT w="9525">
                      <a:solidFill>
                        <a:srgbClr val="595959"/>
                      </a:solidFill>
                      <a:prstDash val="solid"/>
                    </a:lnT>
                    <a:lnB w="9525">
                      <a:solidFill>
                        <a:srgbClr val="595959"/>
                      </a:solidFill>
                      <a:prstDash val="solid"/>
                    </a:lnB>
                    <a:solidFill>
                      <a:srgbClr val="F3F3F3"/>
                    </a:solidFill>
                  </a:tcPr>
                </a:tc>
                <a:extLst>
                  <a:ext uri="{0D108BD9-81ED-4DB2-BD59-A6C34878D82A}">
                    <a16:rowId xmlns:a16="http://schemas.microsoft.com/office/drawing/2014/main" val="10000"/>
                  </a:ext>
                </a:extLst>
              </a:tr>
              <a:tr h="396240">
                <a:tc>
                  <a:txBody>
                    <a:bodyPr/>
                    <a:lstStyle/>
                    <a:p>
                      <a:pPr marL="184150">
                        <a:lnSpc>
                          <a:spcPct val="100000"/>
                        </a:lnSpc>
                        <a:spcBef>
                          <a:spcPts val="290"/>
                        </a:spcBef>
                      </a:pPr>
                      <a:r>
                        <a:rPr sz="1900" b="1" dirty="0">
                          <a:solidFill>
                            <a:srgbClr val="E6A064"/>
                          </a:solidFill>
                          <a:latin typeface="Arial"/>
                          <a:cs typeface="Arial"/>
                        </a:rPr>
                        <a:t>KVs:</a:t>
                      </a:r>
                      <a:r>
                        <a:rPr sz="1900" b="1" spc="-50" dirty="0">
                          <a:solidFill>
                            <a:srgbClr val="E6A064"/>
                          </a:solidFill>
                          <a:latin typeface="Arial"/>
                          <a:cs typeface="Arial"/>
                        </a:rPr>
                        <a:t> </a:t>
                      </a:r>
                      <a:r>
                        <a:rPr sz="1900" spc="-25" dirty="0">
                          <a:latin typeface="Arial MT"/>
                          <a:cs typeface="Arial MT"/>
                        </a:rPr>
                        <a:t>Token</a:t>
                      </a:r>
                      <a:r>
                        <a:rPr sz="1900" spc="-20" dirty="0">
                          <a:latin typeface="Arial MT"/>
                          <a:cs typeface="Arial MT"/>
                        </a:rPr>
                        <a:t> </a:t>
                      </a:r>
                      <a:r>
                        <a:rPr sz="1900" dirty="0">
                          <a:latin typeface="Arial MT"/>
                          <a:cs typeface="Arial MT"/>
                        </a:rPr>
                        <a:t>5</a:t>
                      </a:r>
                      <a:r>
                        <a:rPr sz="1900" spc="-20" dirty="0">
                          <a:latin typeface="Arial MT"/>
                          <a:cs typeface="Arial MT"/>
                        </a:rPr>
                        <a:t> </a:t>
                      </a:r>
                      <a:r>
                        <a:rPr sz="1900" spc="-10" dirty="0">
                          <a:latin typeface="Arial MT"/>
                          <a:cs typeface="Arial MT"/>
                        </a:rPr>
                        <a:t>“</a:t>
                      </a:r>
                      <a:r>
                        <a:rPr sz="1900" i="1" spc="-10" dirty="0">
                          <a:latin typeface="Arial"/>
                          <a:cs typeface="Arial"/>
                        </a:rPr>
                        <a:t>man”</a:t>
                      </a:r>
                      <a:endParaRPr sz="1900">
                        <a:latin typeface="Arial"/>
                        <a:cs typeface="Arial"/>
                      </a:endParaRPr>
                    </a:p>
                  </a:txBody>
                  <a:tcPr marL="0" marR="0" marT="49107" marB="0">
                    <a:lnL w="9525">
                      <a:solidFill>
                        <a:srgbClr val="595959"/>
                      </a:solidFill>
                      <a:prstDash val="solid"/>
                    </a:lnL>
                    <a:lnR w="9525">
                      <a:solidFill>
                        <a:srgbClr val="595959"/>
                      </a:solidFill>
                      <a:prstDash val="solid"/>
                    </a:lnR>
                    <a:lnT w="9525">
                      <a:solidFill>
                        <a:srgbClr val="595959"/>
                      </a:solidFill>
                      <a:prstDash val="solid"/>
                    </a:lnT>
                    <a:lnB w="9525">
                      <a:solidFill>
                        <a:srgbClr val="595959"/>
                      </a:solidFill>
                      <a:prstDash val="solid"/>
                    </a:lnB>
                    <a:solidFill>
                      <a:srgbClr val="F3F3F3"/>
                    </a:solidFill>
                  </a:tcPr>
                </a:tc>
                <a:extLst>
                  <a:ext uri="{0D108BD9-81ED-4DB2-BD59-A6C34878D82A}">
                    <a16:rowId xmlns:a16="http://schemas.microsoft.com/office/drawing/2014/main" val="10001"/>
                  </a:ext>
                </a:extLst>
              </a:tr>
              <a:tr h="396240">
                <a:tc>
                  <a:txBody>
                    <a:bodyPr/>
                    <a:lstStyle/>
                    <a:p>
                      <a:pPr marL="184150">
                        <a:lnSpc>
                          <a:spcPct val="100000"/>
                        </a:lnSpc>
                        <a:spcBef>
                          <a:spcPts val="290"/>
                        </a:spcBef>
                      </a:pPr>
                      <a:r>
                        <a:rPr sz="1900" b="1" dirty="0">
                          <a:solidFill>
                            <a:srgbClr val="257693"/>
                          </a:solidFill>
                          <a:latin typeface="Arial"/>
                          <a:cs typeface="Arial"/>
                        </a:rPr>
                        <a:t>KVs:</a:t>
                      </a:r>
                      <a:r>
                        <a:rPr sz="1900" b="1" spc="-50" dirty="0">
                          <a:solidFill>
                            <a:srgbClr val="257693"/>
                          </a:solidFill>
                          <a:latin typeface="Arial"/>
                          <a:cs typeface="Arial"/>
                        </a:rPr>
                        <a:t> </a:t>
                      </a:r>
                      <a:r>
                        <a:rPr sz="1900" spc="-25" dirty="0">
                          <a:latin typeface="Arial MT"/>
                          <a:cs typeface="Arial MT"/>
                        </a:rPr>
                        <a:t>Token</a:t>
                      </a:r>
                      <a:r>
                        <a:rPr sz="1900" spc="-20" dirty="0">
                          <a:latin typeface="Arial MT"/>
                          <a:cs typeface="Arial MT"/>
                        </a:rPr>
                        <a:t> </a:t>
                      </a:r>
                      <a:r>
                        <a:rPr sz="1900" dirty="0">
                          <a:latin typeface="Arial MT"/>
                          <a:cs typeface="Arial MT"/>
                        </a:rPr>
                        <a:t>4</a:t>
                      </a:r>
                      <a:r>
                        <a:rPr sz="1900" spc="-20" dirty="0">
                          <a:latin typeface="Arial MT"/>
                          <a:cs typeface="Arial MT"/>
                        </a:rPr>
                        <a:t> </a:t>
                      </a:r>
                      <a:r>
                        <a:rPr sz="1900" spc="-10" dirty="0">
                          <a:latin typeface="Arial MT"/>
                          <a:cs typeface="Arial MT"/>
                        </a:rPr>
                        <a:t>“</a:t>
                      </a:r>
                      <a:r>
                        <a:rPr sz="1900" i="1" spc="-10" dirty="0">
                          <a:latin typeface="Arial"/>
                          <a:cs typeface="Arial"/>
                        </a:rPr>
                        <a:t>the”</a:t>
                      </a:r>
                      <a:endParaRPr sz="1900">
                        <a:latin typeface="Arial"/>
                        <a:cs typeface="Arial"/>
                      </a:endParaRPr>
                    </a:p>
                  </a:txBody>
                  <a:tcPr marL="0" marR="0" marT="49107" marB="0">
                    <a:lnL w="9525">
                      <a:solidFill>
                        <a:srgbClr val="595959"/>
                      </a:solidFill>
                      <a:prstDash val="solid"/>
                    </a:lnL>
                    <a:lnR w="9525">
                      <a:solidFill>
                        <a:srgbClr val="595959"/>
                      </a:solidFill>
                      <a:prstDash val="solid"/>
                    </a:lnR>
                    <a:lnT w="9525">
                      <a:solidFill>
                        <a:srgbClr val="595959"/>
                      </a:solidFill>
                      <a:prstDash val="solid"/>
                    </a:lnT>
                    <a:lnB w="9525">
                      <a:solidFill>
                        <a:srgbClr val="595959"/>
                      </a:solidFill>
                      <a:prstDash val="solid"/>
                    </a:lnB>
                    <a:solidFill>
                      <a:srgbClr val="F3F3F3"/>
                    </a:solidFill>
                  </a:tcPr>
                </a:tc>
                <a:extLst>
                  <a:ext uri="{0D108BD9-81ED-4DB2-BD59-A6C34878D82A}">
                    <a16:rowId xmlns:a16="http://schemas.microsoft.com/office/drawing/2014/main" val="10002"/>
                  </a:ext>
                </a:extLst>
              </a:tr>
              <a:tr h="396240">
                <a:tc>
                  <a:txBody>
                    <a:bodyPr/>
                    <a:lstStyle/>
                    <a:p>
                      <a:pPr marL="184150">
                        <a:lnSpc>
                          <a:spcPct val="100000"/>
                        </a:lnSpc>
                        <a:spcBef>
                          <a:spcPts val="290"/>
                        </a:spcBef>
                      </a:pPr>
                      <a:r>
                        <a:rPr sz="1900" b="1" dirty="0">
                          <a:solidFill>
                            <a:srgbClr val="257693"/>
                          </a:solidFill>
                          <a:latin typeface="Arial"/>
                          <a:cs typeface="Arial"/>
                        </a:rPr>
                        <a:t>KVs:</a:t>
                      </a:r>
                      <a:r>
                        <a:rPr sz="1900" b="1" spc="-50" dirty="0">
                          <a:solidFill>
                            <a:srgbClr val="257693"/>
                          </a:solidFill>
                          <a:latin typeface="Arial"/>
                          <a:cs typeface="Arial"/>
                        </a:rPr>
                        <a:t> </a:t>
                      </a:r>
                      <a:r>
                        <a:rPr sz="1900" spc="-25" dirty="0">
                          <a:latin typeface="Arial MT"/>
                          <a:cs typeface="Arial MT"/>
                        </a:rPr>
                        <a:t>Token</a:t>
                      </a:r>
                      <a:r>
                        <a:rPr sz="1900" spc="-20" dirty="0">
                          <a:latin typeface="Arial MT"/>
                          <a:cs typeface="Arial MT"/>
                        </a:rPr>
                        <a:t> </a:t>
                      </a:r>
                      <a:r>
                        <a:rPr sz="1900" dirty="0">
                          <a:latin typeface="Arial MT"/>
                          <a:cs typeface="Arial MT"/>
                        </a:rPr>
                        <a:t>3</a:t>
                      </a:r>
                      <a:r>
                        <a:rPr sz="1900" spc="-20" dirty="0">
                          <a:latin typeface="Arial MT"/>
                          <a:cs typeface="Arial MT"/>
                        </a:rPr>
                        <a:t> </a:t>
                      </a:r>
                      <a:r>
                        <a:rPr sz="1900" spc="-10" dirty="0">
                          <a:latin typeface="Arial MT"/>
                          <a:cs typeface="Arial MT"/>
                        </a:rPr>
                        <a:t>“</a:t>
                      </a:r>
                      <a:r>
                        <a:rPr sz="1900" i="1" spc="-10" dirty="0">
                          <a:latin typeface="Arial"/>
                          <a:cs typeface="Arial"/>
                        </a:rPr>
                        <a:t>bit”</a:t>
                      </a:r>
                      <a:endParaRPr sz="1900">
                        <a:latin typeface="Arial"/>
                        <a:cs typeface="Arial"/>
                      </a:endParaRPr>
                    </a:p>
                  </a:txBody>
                  <a:tcPr marL="0" marR="0" marT="49107" marB="0">
                    <a:lnL w="9525">
                      <a:solidFill>
                        <a:srgbClr val="595959"/>
                      </a:solidFill>
                      <a:prstDash val="solid"/>
                    </a:lnL>
                    <a:lnR w="9525">
                      <a:solidFill>
                        <a:srgbClr val="595959"/>
                      </a:solidFill>
                      <a:prstDash val="solid"/>
                    </a:lnR>
                    <a:lnT w="9525">
                      <a:solidFill>
                        <a:srgbClr val="595959"/>
                      </a:solidFill>
                      <a:prstDash val="solid"/>
                    </a:lnT>
                    <a:lnB w="9525">
                      <a:solidFill>
                        <a:srgbClr val="595959"/>
                      </a:solidFill>
                      <a:prstDash val="solid"/>
                    </a:lnB>
                    <a:solidFill>
                      <a:srgbClr val="F3F3F3"/>
                    </a:solidFill>
                  </a:tcPr>
                </a:tc>
                <a:extLst>
                  <a:ext uri="{0D108BD9-81ED-4DB2-BD59-A6C34878D82A}">
                    <a16:rowId xmlns:a16="http://schemas.microsoft.com/office/drawing/2014/main" val="10003"/>
                  </a:ext>
                </a:extLst>
              </a:tr>
              <a:tr h="396240">
                <a:tc>
                  <a:txBody>
                    <a:bodyPr/>
                    <a:lstStyle/>
                    <a:p>
                      <a:pPr marL="184150">
                        <a:lnSpc>
                          <a:spcPct val="100000"/>
                        </a:lnSpc>
                        <a:spcBef>
                          <a:spcPts val="290"/>
                        </a:spcBef>
                      </a:pPr>
                      <a:r>
                        <a:rPr sz="1900" b="1" dirty="0">
                          <a:solidFill>
                            <a:srgbClr val="257693"/>
                          </a:solidFill>
                          <a:latin typeface="Arial"/>
                          <a:cs typeface="Arial"/>
                        </a:rPr>
                        <a:t>KVs:</a:t>
                      </a:r>
                      <a:r>
                        <a:rPr sz="1900" b="1" spc="-50" dirty="0">
                          <a:solidFill>
                            <a:srgbClr val="257693"/>
                          </a:solidFill>
                          <a:latin typeface="Arial"/>
                          <a:cs typeface="Arial"/>
                        </a:rPr>
                        <a:t> </a:t>
                      </a:r>
                      <a:r>
                        <a:rPr sz="1900" spc="-25" dirty="0">
                          <a:latin typeface="Arial MT"/>
                          <a:cs typeface="Arial MT"/>
                        </a:rPr>
                        <a:t>Token</a:t>
                      </a:r>
                      <a:r>
                        <a:rPr sz="1900" spc="-20" dirty="0">
                          <a:latin typeface="Arial MT"/>
                          <a:cs typeface="Arial MT"/>
                        </a:rPr>
                        <a:t> </a:t>
                      </a:r>
                      <a:r>
                        <a:rPr sz="1900" dirty="0">
                          <a:latin typeface="Arial MT"/>
                          <a:cs typeface="Arial MT"/>
                        </a:rPr>
                        <a:t>2</a:t>
                      </a:r>
                      <a:r>
                        <a:rPr sz="1900" spc="-20" dirty="0">
                          <a:latin typeface="Arial MT"/>
                          <a:cs typeface="Arial MT"/>
                        </a:rPr>
                        <a:t> </a:t>
                      </a:r>
                      <a:r>
                        <a:rPr sz="1900" spc="-10" dirty="0">
                          <a:latin typeface="Arial MT"/>
                          <a:cs typeface="Arial MT"/>
                        </a:rPr>
                        <a:t>“</a:t>
                      </a:r>
                      <a:r>
                        <a:rPr sz="1900" i="1" spc="-10" dirty="0">
                          <a:latin typeface="Arial"/>
                          <a:cs typeface="Arial"/>
                        </a:rPr>
                        <a:t>dog”</a:t>
                      </a:r>
                      <a:endParaRPr sz="1900">
                        <a:latin typeface="Arial"/>
                        <a:cs typeface="Arial"/>
                      </a:endParaRPr>
                    </a:p>
                  </a:txBody>
                  <a:tcPr marL="0" marR="0" marT="49107" marB="0">
                    <a:lnL w="9525">
                      <a:solidFill>
                        <a:srgbClr val="595959"/>
                      </a:solidFill>
                      <a:prstDash val="solid"/>
                    </a:lnL>
                    <a:lnR w="9525">
                      <a:solidFill>
                        <a:srgbClr val="595959"/>
                      </a:solidFill>
                      <a:prstDash val="solid"/>
                    </a:lnR>
                    <a:lnT w="9525">
                      <a:solidFill>
                        <a:srgbClr val="595959"/>
                      </a:solidFill>
                      <a:prstDash val="solid"/>
                    </a:lnT>
                    <a:lnB w="9525">
                      <a:solidFill>
                        <a:srgbClr val="595959"/>
                      </a:solidFill>
                      <a:prstDash val="solid"/>
                    </a:lnB>
                    <a:solidFill>
                      <a:srgbClr val="F3F3F3"/>
                    </a:solidFill>
                  </a:tcPr>
                </a:tc>
                <a:extLst>
                  <a:ext uri="{0D108BD9-81ED-4DB2-BD59-A6C34878D82A}">
                    <a16:rowId xmlns:a16="http://schemas.microsoft.com/office/drawing/2014/main" val="10004"/>
                  </a:ext>
                </a:extLst>
              </a:tr>
              <a:tr h="396240">
                <a:tc>
                  <a:txBody>
                    <a:bodyPr/>
                    <a:lstStyle/>
                    <a:p>
                      <a:pPr marL="184150">
                        <a:lnSpc>
                          <a:spcPct val="100000"/>
                        </a:lnSpc>
                        <a:spcBef>
                          <a:spcPts val="290"/>
                        </a:spcBef>
                      </a:pPr>
                      <a:r>
                        <a:rPr sz="1900" b="1" dirty="0">
                          <a:solidFill>
                            <a:srgbClr val="257693"/>
                          </a:solidFill>
                          <a:latin typeface="Arial"/>
                          <a:cs typeface="Arial"/>
                        </a:rPr>
                        <a:t>KVs:</a:t>
                      </a:r>
                      <a:r>
                        <a:rPr sz="1900" b="1" spc="-50" dirty="0">
                          <a:solidFill>
                            <a:srgbClr val="257693"/>
                          </a:solidFill>
                          <a:latin typeface="Arial"/>
                          <a:cs typeface="Arial"/>
                        </a:rPr>
                        <a:t> </a:t>
                      </a:r>
                      <a:r>
                        <a:rPr sz="1900" spc="-25" dirty="0">
                          <a:latin typeface="Arial MT"/>
                          <a:cs typeface="Arial MT"/>
                        </a:rPr>
                        <a:t>Token</a:t>
                      </a:r>
                      <a:r>
                        <a:rPr sz="1900" spc="-20" dirty="0">
                          <a:latin typeface="Arial MT"/>
                          <a:cs typeface="Arial MT"/>
                        </a:rPr>
                        <a:t> </a:t>
                      </a:r>
                      <a:r>
                        <a:rPr sz="1900" dirty="0">
                          <a:latin typeface="Arial MT"/>
                          <a:cs typeface="Arial MT"/>
                        </a:rPr>
                        <a:t>1</a:t>
                      </a:r>
                      <a:r>
                        <a:rPr sz="1900" spc="-20" dirty="0">
                          <a:latin typeface="Arial MT"/>
                          <a:cs typeface="Arial MT"/>
                        </a:rPr>
                        <a:t> </a:t>
                      </a:r>
                      <a:r>
                        <a:rPr sz="1900" spc="-10" dirty="0">
                          <a:latin typeface="Arial MT"/>
                          <a:cs typeface="Arial MT"/>
                        </a:rPr>
                        <a:t>“</a:t>
                      </a:r>
                      <a:r>
                        <a:rPr sz="1900" i="1" spc="-10" dirty="0">
                          <a:latin typeface="Arial"/>
                          <a:cs typeface="Arial"/>
                        </a:rPr>
                        <a:t>The”</a:t>
                      </a:r>
                      <a:endParaRPr sz="1900" dirty="0">
                        <a:latin typeface="Arial"/>
                        <a:cs typeface="Arial"/>
                      </a:endParaRPr>
                    </a:p>
                  </a:txBody>
                  <a:tcPr marL="0" marR="0" marT="49107" marB="0">
                    <a:lnL w="9525">
                      <a:solidFill>
                        <a:srgbClr val="595959"/>
                      </a:solidFill>
                      <a:prstDash val="solid"/>
                    </a:lnL>
                    <a:lnR w="9525">
                      <a:solidFill>
                        <a:srgbClr val="595959"/>
                      </a:solidFill>
                      <a:prstDash val="solid"/>
                    </a:lnR>
                    <a:lnT w="9525">
                      <a:solidFill>
                        <a:srgbClr val="595959"/>
                      </a:solidFill>
                      <a:prstDash val="solid"/>
                    </a:lnT>
                    <a:lnB w="9525">
                      <a:solidFill>
                        <a:srgbClr val="595959"/>
                      </a:solidFill>
                      <a:prstDash val="solid"/>
                    </a:lnB>
                    <a:solidFill>
                      <a:srgbClr val="F3F3F3"/>
                    </a:solidFill>
                  </a:tcPr>
                </a:tc>
                <a:extLst>
                  <a:ext uri="{0D108BD9-81ED-4DB2-BD59-A6C34878D82A}">
                    <a16:rowId xmlns:a16="http://schemas.microsoft.com/office/drawing/2014/main" val="10005"/>
                  </a:ext>
                </a:extLst>
              </a:tr>
            </a:tbl>
          </a:graphicData>
        </a:graphic>
      </p:graphicFrame>
      <p:pic>
        <p:nvPicPr>
          <p:cNvPr id="9" name="object 9"/>
          <p:cNvPicPr/>
          <p:nvPr/>
        </p:nvPicPr>
        <p:blipFill>
          <a:blip r:embed="rId3" cstate="print"/>
          <a:stretch>
            <a:fillRect/>
          </a:stretch>
        </p:blipFill>
        <p:spPr>
          <a:xfrm>
            <a:off x="4302549" y="2086954"/>
            <a:ext cx="502803" cy="163956"/>
          </a:xfrm>
          <a:prstGeom prst="rect">
            <a:avLst/>
          </a:prstGeom>
        </p:spPr>
      </p:pic>
      <p:sp>
        <p:nvSpPr>
          <p:cNvPr id="10" name="object 10"/>
          <p:cNvSpPr txBox="1"/>
          <p:nvPr/>
        </p:nvSpPr>
        <p:spPr>
          <a:xfrm>
            <a:off x="4950701" y="1944496"/>
            <a:ext cx="754380" cy="345330"/>
          </a:xfrm>
          <a:prstGeom prst="rect">
            <a:avLst/>
          </a:prstGeom>
        </p:spPr>
        <p:txBody>
          <a:bodyPr vert="horz" wrap="square" lIns="0" tIns="16933" rIns="0" bIns="0" rtlCol="0">
            <a:spAutoFit/>
          </a:bodyPr>
          <a:lstStyle/>
          <a:p>
            <a:pPr marL="16933">
              <a:spcBef>
                <a:spcPts val="133"/>
              </a:spcBef>
            </a:pPr>
            <a:r>
              <a:rPr sz="2133" i="1" spc="-13" dirty="0">
                <a:latin typeface="Verdana"/>
                <a:cs typeface="Verdana"/>
              </a:rPr>
              <a:t>twice</a:t>
            </a:r>
            <a:endParaRPr sz="2133">
              <a:latin typeface="Verdana"/>
              <a:cs typeface="Verdana"/>
            </a:endParaRPr>
          </a:p>
        </p:txBody>
      </p:sp>
    </p:spTree>
    <p:extLst>
      <p:ext uri="{BB962C8B-B14F-4D97-AF65-F5344CB8AC3E}">
        <p14:creationId xmlns:p14="http://schemas.microsoft.com/office/powerpoint/2010/main" val="15887830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512967" y="274080"/>
            <a:ext cx="4254500" cy="509541"/>
          </a:xfrm>
          <a:prstGeom prst="rect">
            <a:avLst/>
          </a:prstGeom>
        </p:spPr>
        <p:txBody>
          <a:bodyPr vert="horz" wrap="square" lIns="0" tIns="16933" rIns="0" bIns="0" rtlCol="0" anchor="ctr">
            <a:spAutoFit/>
          </a:bodyPr>
          <a:lstStyle/>
          <a:p>
            <a:pPr marL="16933">
              <a:spcBef>
                <a:spcPts val="133"/>
              </a:spcBef>
            </a:pPr>
            <a:r>
              <a:rPr dirty="0"/>
              <a:t>How</a:t>
            </a:r>
            <a:r>
              <a:rPr spc="-147" dirty="0"/>
              <a:t> </a:t>
            </a:r>
            <a:r>
              <a:rPr spc="-40" dirty="0"/>
              <a:t>KV</a:t>
            </a:r>
            <a:r>
              <a:rPr spc="-140" dirty="0"/>
              <a:t> </a:t>
            </a:r>
            <a:r>
              <a:rPr spc="240" dirty="0"/>
              <a:t>cache</a:t>
            </a:r>
            <a:r>
              <a:rPr spc="-140" dirty="0"/>
              <a:t> </a:t>
            </a:r>
            <a:r>
              <a:rPr spc="-13" dirty="0"/>
              <a:t>builds</a:t>
            </a:r>
          </a:p>
        </p:txBody>
      </p:sp>
      <p:sp>
        <p:nvSpPr>
          <p:cNvPr id="3" name="object 3"/>
          <p:cNvSpPr/>
          <p:nvPr/>
        </p:nvSpPr>
        <p:spPr>
          <a:xfrm>
            <a:off x="6480433" y="1740399"/>
            <a:ext cx="3335867" cy="4202007"/>
          </a:xfrm>
          <a:custGeom>
            <a:avLst/>
            <a:gdLst/>
            <a:ahLst/>
            <a:cxnLst/>
            <a:rect l="l" t="t" r="r" b="b"/>
            <a:pathLst>
              <a:path w="2501900" h="3151504">
                <a:moveTo>
                  <a:pt x="0" y="0"/>
                </a:moveTo>
                <a:lnTo>
                  <a:pt x="2501699" y="0"/>
                </a:lnTo>
                <a:lnTo>
                  <a:pt x="2501699" y="3150899"/>
                </a:lnTo>
                <a:lnTo>
                  <a:pt x="0" y="3150899"/>
                </a:lnTo>
                <a:lnTo>
                  <a:pt x="0" y="0"/>
                </a:lnTo>
                <a:close/>
              </a:path>
            </a:pathLst>
          </a:custGeom>
          <a:ln w="19049">
            <a:solidFill>
              <a:srgbClr val="257693"/>
            </a:solidFill>
            <a:prstDash val="lgDash"/>
          </a:ln>
        </p:spPr>
        <p:txBody>
          <a:bodyPr wrap="square" lIns="0" tIns="0" rIns="0" bIns="0" rtlCol="0"/>
          <a:lstStyle/>
          <a:p>
            <a:endParaRPr sz="2400"/>
          </a:p>
        </p:txBody>
      </p:sp>
      <p:sp>
        <p:nvSpPr>
          <p:cNvPr id="4" name="object 4"/>
          <p:cNvSpPr txBox="1"/>
          <p:nvPr/>
        </p:nvSpPr>
        <p:spPr>
          <a:xfrm>
            <a:off x="6374600" y="673248"/>
            <a:ext cx="2567093" cy="1075445"/>
          </a:xfrm>
          <a:prstGeom prst="rect">
            <a:avLst/>
          </a:prstGeom>
        </p:spPr>
        <p:txBody>
          <a:bodyPr vert="horz" wrap="square" lIns="0" tIns="209127" rIns="0" bIns="0" rtlCol="0">
            <a:spAutoFit/>
          </a:bodyPr>
          <a:lstStyle/>
          <a:p>
            <a:pPr marL="16933">
              <a:spcBef>
                <a:spcPts val="1647"/>
              </a:spcBef>
            </a:pPr>
            <a:r>
              <a:rPr sz="2400" spc="-107" dirty="0">
                <a:solidFill>
                  <a:srgbClr val="434343"/>
                </a:solidFill>
                <a:latin typeface="Arial Black"/>
                <a:cs typeface="Arial Black"/>
              </a:rPr>
              <a:t>Phase</a:t>
            </a:r>
            <a:r>
              <a:rPr sz="2400" spc="-267" dirty="0">
                <a:solidFill>
                  <a:srgbClr val="434343"/>
                </a:solidFill>
                <a:latin typeface="Arial Black"/>
                <a:cs typeface="Arial Black"/>
              </a:rPr>
              <a:t> </a:t>
            </a:r>
            <a:r>
              <a:rPr sz="2400" spc="-180" dirty="0">
                <a:solidFill>
                  <a:srgbClr val="434343"/>
                </a:solidFill>
                <a:latin typeface="Arial Black"/>
                <a:cs typeface="Arial Black"/>
              </a:rPr>
              <a:t>2:</a:t>
            </a:r>
            <a:r>
              <a:rPr sz="2400" spc="-267" dirty="0">
                <a:solidFill>
                  <a:srgbClr val="434343"/>
                </a:solidFill>
                <a:latin typeface="Arial Black"/>
                <a:cs typeface="Arial Black"/>
              </a:rPr>
              <a:t> </a:t>
            </a:r>
            <a:r>
              <a:rPr sz="2400" spc="-80" dirty="0">
                <a:solidFill>
                  <a:srgbClr val="E6A064"/>
                </a:solidFill>
                <a:latin typeface="Arial Black"/>
                <a:cs typeface="Arial Black"/>
              </a:rPr>
              <a:t>Decode</a:t>
            </a:r>
            <a:endParaRPr sz="2400">
              <a:latin typeface="Arial Black"/>
              <a:cs typeface="Arial Black"/>
            </a:endParaRPr>
          </a:p>
          <a:p>
            <a:pPr marL="80431">
              <a:spcBef>
                <a:spcPts val="1347"/>
              </a:spcBef>
            </a:pPr>
            <a:r>
              <a:rPr sz="2133" spc="-220" dirty="0">
                <a:solidFill>
                  <a:srgbClr val="37879E"/>
                </a:solidFill>
                <a:latin typeface="Arial Black"/>
                <a:cs typeface="Arial Black"/>
              </a:rPr>
              <a:t>KV</a:t>
            </a:r>
            <a:r>
              <a:rPr sz="2133" spc="-240" dirty="0">
                <a:solidFill>
                  <a:srgbClr val="37879E"/>
                </a:solidFill>
                <a:latin typeface="Arial Black"/>
                <a:cs typeface="Arial Black"/>
              </a:rPr>
              <a:t> </a:t>
            </a:r>
            <a:r>
              <a:rPr sz="2133" spc="-13" dirty="0">
                <a:solidFill>
                  <a:srgbClr val="37879E"/>
                </a:solidFill>
                <a:latin typeface="Arial Black"/>
                <a:cs typeface="Arial Black"/>
              </a:rPr>
              <a:t>Cache</a:t>
            </a:r>
            <a:endParaRPr sz="2133">
              <a:latin typeface="Arial Black"/>
              <a:cs typeface="Arial Black"/>
            </a:endParaRPr>
          </a:p>
        </p:txBody>
      </p:sp>
      <p:sp>
        <p:nvSpPr>
          <p:cNvPr id="5" name="object 5"/>
          <p:cNvSpPr txBox="1"/>
          <p:nvPr/>
        </p:nvSpPr>
        <p:spPr>
          <a:xfrm>
            <a:off x="393767" y="1947929"/>
            <a:ext cx="2092960" cy="673560"/>
          </a:xfrm>
          <a:prstGeom prst="rect">
            <a:avLst/>
          </a:prstGeom>
        </p:spPr>
        <p:txBody>
          <a:bodyPr vert="horz" wrap="square" lIns="0" tIns="16933" rIns="0" bIns="0" rtlCol="0">
            <a:spAutoFit/>
          </a:bodyPr>
          <a:lstStyle/>
          <a:p>
            <a:pPr marL="16933" marR="6773">
              <a:spcBef>
                <a:spcPts val="133"/>
              </a:spcBef>
            </a:pPr>
            <a:r>
              <a:rPr sz="2133" i="1" spc="-27" dirty="0">
                <a:latin typeface="Verdana"/>
                <a:cs typeface="Verdana"/>
              </a:rPr>
              <a:t>The</a:t>
            </a:r>
            <a:r>
              <a:rPr sz="2133" i="1" spc="-140" dirty="0">
                <a:latin typeface="Verdana"/>
                <a:cs typeface="Verdana"/>
              </a:rPr>
              <a:t> </a:t>
            </a:r>
            <a:r>
              <a:rPr sz="2133" i="1" spc="87" dirty="0">
                <a:latin typeface="Verdana"/>
                <a:cs typeface="Verdana"/>
              </a:rPr>
              <a:t>dog</a:t>
            </a:r>
            <a:r>
              <a:rPr sz="2133" i="1" spc="-133" dirty="0">
                <a:latin typeface="Verdana"/>
                <a:cs typeface="Verdana"/>
              </a:rPr>
              <a:t> </a:t>
            </a:r>
            <a:r>
              <a:rPr sz="2133" i="1" dirty="0">
                <a:latin typeface="Verdana"/>
                <a:cs typeface="Verdana"/>
              </a:rPr>
              <a:t>bit</a:t>
            </a:r>
            <a:r>
              <a:rPr sz="2133" i="1" spc="-140" dirty="0">
                <a:latin typeface="Verdana"/>
                <a:cs typeface="Verdana"/>
              </a:rPr>
              <a:t> </a:t>
            </a:r>
            <a:r>
              <a:rPr sz="2133" i="1" spc="-33" dirty="0">
                <a:latin typeface="Verdana"/>
                <a:cs typeface="Verdana"/>
              </a:rPr>
              <a:t>the </a:t>
            </a:r>
            <a:r>
              <a:rPr sz="2133" i="1" spc="93" dirty="0">
                <a:latin typeface="Verdana"/>
                <a:cs typeface="Verdana"/>
              </a:rPr>
              <a:t>man</a:t>
            </a:r>
            <a:r>
              <a:rPr sz="2133" i="1" spc="-120" dirty="0">
                <a:latin typeface="Verdana"/>
                <a:cs typeface="Verdana"/>
              </a:rPr>
              <a:t> </a:t>
            </a:r>
            <a:r>
              <a:rPr sz="2133" i="1" spc="-13" dirty="0">
                <a:latin typeface="Verdana"/>
                <a:cs typeface="Verdana"/>
              </a:rPr>
              <a:t>twice</a:t>
            </a:r>
            <a:endParaRPr sz="2133">
              <a:latin typeface="Verdana"/>
              <a:cs typeface="Verdana"/>
            </a:endParaRPr>
          </a:p>
        </p:txBody>
      </p:sp>
      <p:sp>
        <p:nvSpPr>
          <p:cNvPr id="6" name="object 6"/>
          <p:cNvSpPr txBox="1"/>
          <p:nvPr/>
        </p:nvSpPr>
        <p:spPr>
          <a:xfrm>
            <a:off x="3330801" y="1740400"/>
            <a:ext cx="991447" cy="585567"/>
          </a:xfrm>
          <a:prstGeom prst="rect">
            <a:avLst/>
          </a:prstGeom>
          <a:ln w="9524">
            <a:solidFill>
              <a:srgbClr val="000000"/>
            </a:solidFill>
          </a:ln>
        </p:spPr>
        <p:txBody>
          <a:bodyPr vert="horz" wrap="square" lIns="0" tIns="254847" rIns="0" bIns="0" rtlCol="0">
            <a:spAutoFit/>
          </a:bodyPr>
          <a:lstStyle/>
          <a:p>
            <a:pPr marL="241294">
              <a:spcBef>
                <a:spcPts val="2007"/>
              </a:spcBef>
            </a:pPr>
            <a:r>
              <a:rPr sz="2133" spc="-33" dirty="0">
                <a:latin typeface="Arial Black"/>
                <a:cs typeface="Arial Black"/>
              </a:rPr>
              <a:t>LLM</a:t>
            </a:r>
            <a:endParaRPr sz="2133">
              <a:latin typeface="Arial Black"/>
              <a:cs typeface="Arial Black"/>
            </a:endParaRPr>
          </a:p>
        </p:txBody>
      </p:sp>
      <p:pic>
        <p:nvPicPr>
          <p:cNvPr id="7" name="object 7"/>
          <p:cNvPicPr/>
          <p:nvPr/>
        </p:nvPicPr>
        <p:blipFill>
          <a:blip r:embed="rId2" cstate="print"/>
          <a:stretch>
            <a:fillRect/>
          </a:stretch>
        </p:blipFill>
        <p:spPr>
          <a:xfrm>
            <a:off x="2689649" y="2089321"/>
            <a:ext cx="502803" cy="163956"/>
          </a:xfrm>
          <a:prstGeom prst="rect">
            <a:avLst/>
          </a:prstGeom>
        </p:spPr>
      </p:pic>
      <p:graphicFrame>
        <p:nvGraphicFramePr>
          <p:cNvPr id="8" name="object 8"/>
          <p:cNvGraphicFramePr>
            <a:graphicFrameLocks noGrp="1"/>
          </p:cNvGraphicFramePr>
          <p:nvPr/>
        </p:nvGraphicFramePr>
        <p:xfrm>
          <a:off x="6594083" y="3081316"/>
          <a:ext cx="3095413" cy="2773680"/>
        </p:xfrm>
        <a:graphic>
          <a:graphicData uri="http://schemas.openxmlformats.org/drawingml/2006/table">
            <a:tbl>
              <a:tblPr firstRow="1" bandRow="1">
                <a:tableStyleId>{2D5ABB26-0587-4C30-8999-92F81FD0307C}</a:tableStyleId>
              </a:tblPr>
              <a:tblGrid>
                <a:gridCol w="3095413">
                  <a:extLst>
                    <a:ext uri="{9D8B030D-6E8A-4147-A177-3AD203B41FA5}">
                      <a16:colId xmlns:a16="http://schemas.microsoft.com/office/drawing/2014/main" val="20000"/>
                    </a:ext>
                  </a:extLst>
                </a:gridCol>
              </a:tblGrid>
              <a:tr h="396240">
                <a:tc>
                  <a:txBody>
                    <a:bodyPr/>
                    <a:lstStyle/>
                    <a:p>
                      <a:pPr marL="184150">
                        <a:lnSpc>
                          <a:spcPct val="100000"/>
                        </a:lnSpc>
                        <a:spcBef>
                          <a:spcPts val="290"/>
                        </a:spcBef>
                      </a:pPr>
                      <a:r>
                        <a:rPr sz="1900" b="1" dirty="0">
                          <a:solidFill>
                            <a:srgbClr val="E6A064"/>
                          </a:solidFill>
                          <a:latin typeface="Arial"/>
                          <a:cs typeface="Arial"/>
                        </a:rPr>
                        <a:t>KVs:</a:t>
                      </a:r>
                      <a:r>
                        <a:rPr sz="1900" b="1" spc="-50" dirty="0">
                          <a:solidFill>
                            <a:srgbClr val="E6A064"/>
                          </a:solidFill>
                          <a:latin typeface="Arial"/>
                          <a:cs typeface="Arial"/>
                        </a:rPr>
                        <a:t> </a:t>
                      </a:r>
                      <a:r>
                        <a:rPr sz="1900" spc="-25" dirty="0">
                          <a:latin typeface="Arial MT"/>
                          <a:cs typeface="Arial MT"/>
                        </a:rPr>
                        <a:t>Token</a:t>
                      </a:r>
                      <a:r>
                        <a:rPr sz="1900" spc="-20" dirty="0">
                          <a:latin typeface="Arial MT"/>
                          <a:cs typeface="Arial MT"/>
                        </a:rPr>
                        <a:t> </a:t>
                      </a:r>
                      <a:r>
                        <a:rPr sz="1900" dirty="0">
                          <a:latin typeface="Arial MT"/>
                          <a:cs typeface="Arial MT"/>
                        </a:rPr>
                        <a:t>7</a:t>
                      </a:r>
                      <a:r>
                        <a:rPr sz="1900" spc="-20" dirty="0">
                          <a:latin typeface="Arial MT"/>
                          <a:cs typeface="Arial MT"/>
                        </a:rPr>
                        <a:t> </a:t>
                      </a:r>
                      <a:r>
                        <a:rPr sz="1900" spc="-10" dirty="0">
                          <a:latin typeface="Arial MT"/>
                          <a:cs typeface="Arial MT"/>
                        </a:rPr>
                        <a:t>“</a:t>
                      </a:r>
                      <a:r>
                        <a:rPr sz="1900" i="1" spc="-10" dirty="0">
                          <a:latin typeface="Arial"/>
                          <a:cs typeface="Arial"/>
                        </a:rPr>
                        <a:t>today”</a:t>
                      </a:r>
                      <a:endParaRPr sz="1900">
                        <a:latin typeface="Arial"/>
                        <a:cs typeface="Arial"/>
                      </a:endParaRPr>
                    </a:p>
                  </a:txBody>
                  <a:tcPr marL="0" marR="0" marT="49107" marB="0">
                    <a:lnL w="9525">
                      <a:solidFill>
                        <a:srgbClr val="595959"/>
                      </a:solidFill>
                      <a:prstDash val="solid"/>
                    </a:lnL>
                    <a:lnR w="9525">
                      <a:solidFill>
                        <a:srgbClr val="595959"/>
                      </a:solidFill>
                      <a:prstDash val="solid"/>
                    </a:lnR>
                    <a:lnT w="9525">
                      <a:solidFill>
                        <a:srgbClr val="595959"/>
                      </a:solidFill>
                      <a:prstDash val="solid"/>
                    </a:lnT>
                    <a:lnB w="9525">
                      <a:solidFill>
                        <a:srgbClr val="595959"/>
                      </a:solidFill>
                      <a:prstDash val="solid"/>
                    </a:lnB>
                    <a:solidFill>
                      <a:srgbClr val="F3F3F3"/>
                    </a:solidFill>
                  </a:tcPr>
                </a:tc>
                <a:extLst>
                  <a:ext uri="{0D108BD9-81ED-4DB2-BD59-A6C34878D82A}">
                    <a16:rowId xmlns:a16="http://schemas.microsoft.com/office/drawing/2014/main" val="10000"/>
                  </a:ext>
                </a:extLst>
              </a:tr>
              <a:tr h="396240">
                <a:tc>
                  <a:txBody>
                    <a:bodyPr/>
                    <a:lstStyle/>
                    <a:p>
                      <a:pPr marL="184150">
                        <a:lnSpc>
                          <a:spcPct val="100000"/>
                        </a:lnSpc>
                        <a:spcBef>
                          <a:spcPts val="290"/>
                        </a:spcBef>
                      </a:pPr>
                      <a:r>
                        <a:rPr sz="1900" b="1" dirty="0">
                          <a:solidFill>
                            <a:srgbClr val="E6A064"/>
                          </a:solidFill>
                          <a:latin typeface="Arial"/>
                          <a:cs typeface="Arial"/>
                        </a:rPr>
                        <a:t>KVs:</a:t>
                      </a:r>
                      <a:r>
                        <a:rPr sz="1900" b="1" spc="-50" dirty="0">
                          <a:solidFill>
                            <a:srgbClr val="E6A064"/>
                          </a:solidFill>
                          <a:latin typeface="Arial"/>
                          <a:cs typeface="Arial"/>
                        </a:rPr>
                        <a:t> </a:t>
                      </a:r>
                      <a:r>
                        <a:rPr sz="1900" spc="-25" dirty="0">
                          <a:latin typeface="Arial MT"/>
                          <a:cs typeface="Arial MT"/>
                        </a:rPr>
                        <a:t>Token</a:t>
                      </a:r>
                      <a:r>
                        <a:rPr sz="1900" spc="-20" dirty="0">
                          <a:latin typeface="Arial MT"/>
                          <a:cs typeface="Arial MT"/>
                        </a:rPr>
                        <a:t> </a:t>
                      </a:r>
                      <a:r>
                        <a:rPr sz="1900" dirty="0">
                          <a:latin typeface="Arial MT"/>
                          <a:cs typeface="Arial MT"/>
                        </a:rPr>
                        <a:t>6</a:t>
                      </a:r>
                      <a:r>
                        <a:rPr sz="1900" spc="-20" dirty="0">
                          <a:latin typeface="Arial MT"/>
                          <a:cs typeface="Arial MT"/>
                        </a:rPr>
                        <a:t> </a:t>
                      </a:r>
                      <a:r>
                        <a:rPr sz="1900" spc="-10" dirty="0">
                          <a:latin typeface="Arial MT"/>
                          <a:cs typeface="Arial MT"/>
                        </a:rPr>
                        <a:t>“</a:t>
                      </a:r>
                      <a:r>
                        <a:rPr sz="1900" i="1" spc="-10" dirty="0">
                          <a:latin typeface="Arial"/>
                          <a:cs typeface="Arial"/>
                        </a:rPr>
                        <a:t>twice”</a:t>
                      </a:r>
                      <a:endParaRPr sz="1900">
                        <a:latin typeface="Arial"/>
                        <a:cs typeface="Arial"/>
                      </a:endParaRPr>
                    </a:p>
                  </a:txBody>
                  <a:tcPr marL="0" marR="0" marT="49107" marB="0">
                    <a:lnL w="9525">
                      <a:solidFill>
                        <a:srgbClr val="595959"/>
                      </a:solidFill>
                      <a:prstDash val="solid"/>
                    </a:lnL>
                    <a:lnR w="9525">
                      <a:solidFill>
                        <a:srgbClr val="595959"/>
                      </a:solidFill>
                      <a:prstDash val="solid"/>
                    </a:lnR>
                    <a:lnT w="9525">
                      <a:solidFill>
                        <a:srgbClr val="595959"/>
                      </a:solidFill>
                      <a:prstDash val="solid"/>
                    </a:lnT>
                    <a:lnB w="9525">
                      <a:solidFill>
                        <a:srgbClr val="595959"/>
                      </a:solidFill>
                      <a:prstDash val="solid"/>
                    </a:lnB>
                    <a:solidFill>
                      <a:srgbClr val="F3F3F3"/>
                    </a:solidFill>
                  </a:tcPr>
                </a:tc>
                <a:extLst>
                  <a:ext uri="{0D108BD9-81ED-4DB2-BD59-A6C34878D82A}">
                    <a16:rowId xmlns:a16="http://schemas.microsoft.com/office/drawing/2014/main" val="10001"/>
                  </a:ext>
                </a:extLst>
              </a:tr>
              <a:tr h="396240">
                <a:tc>
                  <a:txBody>
                    <a:bodyPr/>
                    <a:lstStyle/>
                    <a:p>
                      <a:pPr marL="184150">
                        <a:lnSpc>
                          <a:spcPct val="100000"/>
                        </a:lnSpc>
                        <a:spcBef>
                          <a:spcPts val="290"/>
                        </a:spcBef>
                      </a:pPr>
                      <a:r>
                        <a:rPr sz="1900" b="1" dirty="0">
                          <a:solidFill>
                            <a:srgbClr val="E6A064"/>
                          </a:solidFill>
                          <a:latin typeface="Arial"/>
                          <a:cs typeface="Arial"/>
                        </a:rPr>
                        <a:t>KVs:</a:t>
                      </a:r>
                      <a:r>
                        <a:rPr sz="1900" b="1" spc="-50" dirty="0">
                          <a:solidFill>
                            <a:srgbClr val="E6A064"/>
                          </a:solidFill>
                          <a:latin typeface="Arial"/>
                          <a:cs typeface="Arial"/>
                        </a:rPr>
                        <a:t> </a:t>
                      </a:r>
                      <a:r>
                        <a:rPr sz="1900" spc="-25" dirty="0">
                          <a:latin typeface="Arial MT"/>
                          <a:cs typeface="Arial MT"/>
                        </a:rPr>
                        <a:t>Token</a:t>
                      </a:r>
                      <a:r>
                        <a:rPr sz="1900" spc="-20" dirty="0">
                          <a:latin typeface="Arial MT"/>
                          <a:cs typeface="Arial MT"/>
                        </a:rPr>
                        <a:t> </a:t>
                      </a:r>
                      <a:r>
                        <a:rPr sz="1900" dirty="0">
                          <a:latin typeface="Arial MT"/>
                          <a:cs typeface="Arial MT"/>
                        </a:rPr>
                        <a:t>5</a:t>
                      </a:r>
                      <a:r>
                        <a:rPr sz="1900" spc="-20" dirty="0">
                          <a:latin typeface="Arial MT"/>
                          <a:cs typeface="Arial MT"/>
                        </a:rPr>
                        <a:t> </a:t>
                      </a:r>
                      <a:r>
                        <a:rPr sz="1900" spc="-10" dirty="0">
                          <a:latin typeface="Arial MT"/>
                          <a:cs typeface="Arial MT"/>
                        </a:rPr>
                        <a:t>“</a:t>
                      </a:r>
                      <a:r>
                        <a:rPr sz="1900" i="1" spc="-10" dirty="0">
                          <a:latin typeface="Arial"/>
                          <a:cs typeface="Arial"/>
                        </a:rPr>
                        <a:t>man”</a:t>
                      </a:r>
                      <a:endParaRPr sz="1900">
                        <a:latin typeface="Arial"/>
                        <a:cs typeface="Arial"/>
                      </a:endParaRPr>
                    </a:p>
                  </a:txBody>
                  <a:tcPr marL="0" marR="0" marT="49107" marB="0">
                    <a:lnL w="9525">
                      <a:solidFill>
                        <a:srgbClr val="595959"/>
                      </a:solidFill>
                      <a:prstDash val="solid"/>
                    </a:lnL>
                    <a:lnR w="9525">
                      <a:solidFill>
                        <a:srgbClr val="595959"/>
                      </a:solidFill>
                      <a:prstDash val="solid"/>
                    </a:lnR>
                    <a:lnT w="9525">
                      <a:solidFill>
                        <a:srgbClr val="595959"/>
                      </a:solidFill>
                      <a:prstDash val="solid"/>
                    </a:lnT>
                    <a:lnB w="9525">
                      <a:solidFill>
                        <a:srgbClr val="595959"/>
                      </a:solidFill>
                      <a:prstDash val="solid"/>
                    </a:lnB>
                    <a:solidFill>
                      <a:srgbClr val="F3F3F3"/>
                    </a:solidFill>
                  </a:tcPr>
                </a:tc>
                <a:extLst>
                  <a:ext uri="{0D108BD9-81ED-4DB2-BD59-A6C34878D82A}">
                    <a16:rowId xmlns:a16="http://schemas.microsoft.com/office/drawing/2014/main" val="10002"/>
                  </a:ext>
                </a:extLst>
              </a:tr>
              <a:tr h="396240">
                <a:tc>
                  <a:txBody>
                    <a:bodyPr/>
                    <a:lstStyle/>
                    <a:p>
                      <a:pPr marL="184150">
                        <a:lnSpc>
                          <a:spcPct val="100000"/>
                        </a:lnSpc>
                        <a:spcBef>
                          <a:spcPts val="290"/>
                        </a:spcBef>
                      </a:pPr>
                      <a:r>
                        <a:rPr sz="1900" b="1" dirty="0">
                          <a:solidFill>
                            <a:srgbClr val="257693"/>
                          </a:solidFill>
                          <a:latin typeface="Arial"/>
                          <a:cs typeface="Arial"/>
                        </a:rPr>
                        <a:t>KVs:</a:t>
                      </a:r>
                      <a:r>
                        <a:rPr sz="1900" b="1" spc="-50" dirty="0">
                          <a:solidFill>
                            <a:srgbClr val="257693"/>
                          </a:solidFill>
                          <a:latin typeface="Arial"/>
                          <a:cs typeface="Arial"/>
                        </a:rPr>
                        <a:t> </a:t>
                      </a:r>
                      <a:r>
                        <a:rPr sz="1900" spc="-25" dirty="0">
                          <a:latin typeface="Arial MT"/>
                          <a:cs typeface="Arial MT"/>
                        </a:rPr>
                        <a:t>Token</a:t>
                      </a:r>
                      <a:r>
                        <a:rPr sz="1900" spc="-20" dirty="0">
                          <a:latin typeface="Arial MT"/>
                          <a:cs typeface="Arial MT"/>
                        </a:rPr>
                        <a:t> </a:t>
                      </a:r>
                      <a:r>
                        <a:rPr sz="1900" dirty="0">
                          <a:latin typeface="Arial MT"/>
                          <a:cs typeface="Arial MT"/>
                        </a:rPr>
                        <a:t>4</a:t>
                      </a:r>
                      <a:r>
                        <a:rPr sz="1900" spc="-20" dirty="0">
                          <a:latin typeface="Arial MT"/>
                          <a:cs typeface="Arial MT"/>
                        </a:rPr>
                        <a:t> </a:t>
                      </a:r>
                      <a:r>
                        <a:rPr sz="1900" spc="-10" dirty="0">
                          <a:latin typeface="Arial MT"/>
                          <a:cs typeface="Arial MT"/>
                        </a:rPr>
                        <a:t>“</a:t>
                      </a:r>
                      <a:r>
                        <a:rPr sz="1900" i="1" spc="-10" dirty="0">
                          <a:latin typeface="Arial"/>
                          <a:cs typeface="Arial"/>
                        </a:rPr>
                        <a:t>the”</a:t>
                      </a:r>
                      <a:endParaRPr sz="1900">
                        <a:latin typeface="Arial"/>
                        <a:cs typeface="Arial"/>
                      </a:endParaRPr>
                    </a:p>
                  </a:txBody>
                  <a:tcPr marL="0" marR="0" marT="49107" marB="0">
                    <a:lnL w="9525">
                      <a:solidFill>
                        <a:srgbClr val="595959"/>
                      </a:solidFill>
                      <a:prstDash val="solid"/>
                    </a:lnL>
                    <a:lnR w="9525">
                      <a:solidFill>
                        <a:srgbClr val="595959"/>
                      </a:solidFill>
                      <a:prstDash val="solid"/>
                    </a:lnR>
                    <a:lnT w="9525">
                      <a:solidFill>
                        <a:srgbClr val="595959"/>
                      </a:solidFill>
                      <a:prstDash val="solid"/>
                    </a:lnT>
                    <a:lnB w="9525">
                      <a:solidFill>
                        <a:srgbClr val="595959"/>
                      </a:solidFill>
                      <a:prstDash val="solid"/>
                    </a:lnB>
                    <a:solidFill>
                      <a:srgbClr val="F3F3F3"/>
                    </a:solidFill>
                  </a:tcPr>
                </a:tc>
                <a:extLst>
                  <a:ext uri="{0D108BD9-81ED-4DB2-BD59-A6C34878D82A}">
                    <a16:rowId xmlns:a16="http://schemas.microsoft.com/office/drawing/2014/main" val="10003"/>
                  </a:ext>
                </a:extLst>
              </a:tr>
              <a:tr h="396240">
                <a:tc>
                  <a:txBody>
                    <a:bodyPr/>
                    <a:lstStyle/>
                    <a:p>
                      <a:pPr marL="184150">
                        <a:lnSpc>
                          <a:spcPct val="100000"/>
                        </a:lnSpc>
                        <a:spcBef>
                          <a:spcPts val="290"/>
                        </a:spcBef>
                      </a:pPr>
                      <a:r>
                        <a:rPr sz="1900" b="1" dirty="0">
                          <a:solidFill>
                            <a:srgbClr val="257693"/>
                          </a:solidFill>
                          <a:latin typeface="Arial"/>
                          <a:cs typeface="Arial"/>
                        </a:rPr>
                        <a:t>KVs:</a:t>
                      </a:r>
                      <a:r>
                        <a:rPr sz="1900" b="1" spc="-50" dirty="0">
                          <a:solidFill>
                            <a:srgbClr val="257693"/>
                          </a:solidFill>
                          <a:latin typeface="Arial"/>
                          <a:cs typeface="Arial"/>
                        </a:rPr>
                        <a:t> </a:t>
                      </a:r>
                      <a:r>
                        <a:rPr sz="1900" spc="-25" dirty="0">
                          <a:latin typeface="Arial MT"/>
                          <a:cs typeface="Arial MT"/>
                        </a:rPr>
                        <a:t>Token</a:t>
                      </a:r>
                      <a:r>
                        <a:rPr sz="1900" spc="-20" dirty="0">
                          <a:latin typeface="Arial MT"/>
                          <a:cs typeface="Arial MT"/>
                        </a:rPr>
                        <a:t> </a:t>
                      </a:r>
                      <a:r>
                        <a:rPr sz="1900" dirty="0">
                          <a:latin typeface="Arial MT"/>
                          <a:cs typeface="Arial MT"/>
                        </a:rPr>
                        <a:t>3</a:t>
                      </a:r>
                      <a:r>
                        <a:rPr sz="1900" spc="-20" dirty="0">
                          <a:latin typeface="Arial MT"/>
                          <a:cs typeface="Arial MT"/>
                        </a:rPr>
                        <a:t> </a:t>
                      </a:r>
                      <a:r>
                        <a:rPr sz="1900" spc="-10" dirty="0">
                          <a:latin typeface="Arial MT"/>
                          <a:cs typeface="Arial MT"/>
                        </a:rPr>
                        <a:t>“</a:t>
                      </a:r>
                      <a:r>
                        <a:rPr sz="1900" i="1" spc="-10" dirty="0">
                          <a:latin typeface="Arial"/>
                          <a:cs typeface="Arial"/>
                        </a:rPr>
                        <a:t>bit”</a:t>
                      </a:r>
                      <a:endParaRPr sz="1900">
                        <a:latin typeface="Arial"/>
                        <a:cs typeface="Arial"/>
                      </a:endParaRPr>
                    </a:p>
                  </a:txBody>
                  <a:tcPr marL="0" marR="0" marT="49107" marB="0">
                    <a:lnL w="9525">
                      <a:solidFill>
                        <a:srgbClr val="595959"/>
                      </a:solidFill>
                      <a:prstDash val="solid"/>
                    </a:lnL>
                    <a:lnR w="9525">
                      <a:solidFill>
                        <a:srgbClr val="595959"/>
                      </a:solidFill>
                      <a:prstDash val="solid"/>
                    </a:lnR>
                    <a:lnT w="9525">
                      <a:solidFill>
                        <a:srgbClr val="595959"/>
                      </a:solidFill>
                      <a:prstDash val="solid"/>
                    </a:lnT>
                    <a:lnB w="9525">
                      <a:solidFill>
                        <a:srgbClr val="595959"/>
                      </a:solidFill>
                      <a:prstDash val="solid"/>
                    </a:lnB>
                    <a:solidFill>
                      <a:srgbClr val="F3F3F3"/>
                    </a:solidFill>
                  </a:tcPr>
                </a:tc>
                <a:extLst>
                  <a:ext uri="{0D108BD9-81ED-4DB2-BD59-A6C34878D82A}">
                    <a16:rowId xmlns:a16="http://schemas.microsoft.com/office/drawing/2014/main" val="10004"/>
                  </a:ext>
                </a:extLst>
              </a:tr>
              <a:tr h="396240">
                <a:tc>
                  <a:txBody>
                    <a:bodyPr/>
                    <a:lstStyle/>
                    <a:p>
                      <a:pPr marL="184150">
                        <a:lnSpc>
                          <a:spcPct val="100000"/>
                        </a:lnSpc>
                        <a:spcBef>
                          <a:spcPts val="290"/>
                        </a:spcBef>
                      </a:pPr>
                      <a:r>
                        <a:rPr sz="1900" b="1" dirty="0">
                          <a:solidFill>
                            <a:srgbClr val="257693"/>
                          </a:solidFill>
                          <a:latin typeface="Arial"/>
                          <a:cs typeface="Arial"/>
                        </a:rPr>
                        <a:t>KVs:</a:t>
                      </a:r>
                      <a:r>
                        <a:rPr sz="1900" b="1" spc="-50" dirty="0">
                          <a:solidFill>
                            <a:srgbClr val="257693"/>
                          </a:solidFill>
                          <a:latin typeface="Arial"/>
                          <a:cs typeface="Arial"/>
                        </a:rPr>
                        <a:t> </a:t>
                      </a:r>
                      <a:r>
                        <a:rPr sz="1900" spc="-25" dirty="0">
                          <a:latin typeface="Arial MT"/>
                          <a:cs typeface="Arial MT"/>
                        </a:rPr>
                        <a:t>Token</a:t>
                      </a:r>
                      <a:r>
                        <a:rPr sz="1900" spc="-20" dirty="0">
                          <a:latin typeface="Arial MT"/>
                          <a:cs typeface="Arial MT"/>
                        </a:rPr>
                        <a:t> </a:t>
                      </a:r>
                      <a:r>
                        <a:rPr sz="1900" dirty="0">
                          <a:latin typeface="Arial MT"/>
                          <a:cs typeface="Arial MT"/>
                        </a:rPr>
                        <a:t>2</a:t>
                      </a:r>
                      <a:r>
                        <a:rPr sz="1900" spc="-20" dirty="0">
                          <a:latin typeface="Arial MT"/>
                          <a:cs typeface="Arial MT"/>
                        </a:rPr>
                        <a:t> </a:t>
                      </a:r>
                      <a:r>
                        <a:rPr sz="1900" spc="-10" dirty="0">
                          <a:latin typeface="Arial MT"/>
                          <a:cs typeface="Arial MT"/>
                        </a:rPr>
                        <a:t>“</a:t>
                      </a:r>
                      <a:r>
                        <a:rPr sz="1900" i="1" spc="-10" dirty="0">
                          <a:latin typeface="Arial"/>
                          <a:cs typeface="Arial"/>
                        </a:rPr>
                        <a:t>dog”</a:t>
                      </a:r>
                      <a:endParaRPr sz="1900">
                        <a:latin typeface="Arial"/>
                        <a:cs typeface="Arial"/>
                      </a:endParaRPr>
                    </a:p>
                  </a:txBody>
                  <a:tcPr marL="0" marR="0" marT="49107" marB="0">
                    <a:lnL w="9525">
                      <a:solidFill>
                        <a:srgbClr val="595959"/>
                      </a:solidFill>
                      <a:prstDash val="solid"/>
                    </a:lnL>
                    <a:lnR w="9525">
                      <a:solidFill>
                        <a:srgbClr val="595959"/>
                      </a:solidFill>
                      <a:prstDash val="solid"/>
                    </a:lnR>
                    <a:lnT w="9525">
                      <a:solidFill>
                        <a:srgbClr val="595959"/>
                      </a:solidFill>
                      <a:prstDash val="solid"/>
                    </a:lnT>
                    <a:lnB w="9525">
                      <a:solidFill>
                        <a:srgbClr val="595959"/>
                      </a:solidFill>
                      <a:prstDash val="solid"/>
                    </a:lnB>
                    <a:solidFill>
                      <a:srgbClr val="F3F3F3"/>
                    </a:solidFill>
                  </a:tcPr>
                </a:tc>
                <a:extLst>
                  <a:ext uri="{0D108BD9-81ED-4DB2-BD59-A6C34878D82A}">
                    <a16:rowId xmlns:a16="http://schemas.microsoft.com/office/drawing/2014/main" val="10005"/>
                  </a:ext>
                </a:extLst>
              </a:tr>
              <a:tr h="396240">
                <a:tc>
                  <a:txBody>
                    <a:bodyPr/>
                    <a:lstStyle/>
                    <a:p>
                      <a:pPr marL="184150">
                        <a:lnSpc>
                          <a:spcPct val="100000"/>
                        </a:lnSpc>
                        <a:spcBef>
                          <a:spcPts val="290"/>
                        </a:spcBef>
                      </a:pPr>
                      <a:r>
                        <a:rPr sz="1900" b="1" dirty="0">
                          <a:solidFill>
                            <a:srgbClr val="257693"/>
                          </a:solidFill>
                          <a:latin typeface="Arial"/>
                          <a:cs typeface="Arial"/>
                        </a:rPr>
                        <a:t>KVs:</a:t>
                      </a:r>
                      <a:r>
                        <a:rPr sz="1900" b="1" spc="-50" dirty="0">
                          <a:solidFill>
                            <a:srgbClr val="257693"/>
                          </a:solidFill>
                          <a:latin typeface="Arial"/>
                          <a:cs typeface="Arial"/>
                        </a:rPr>
                        <a:t> </a:t>
                      </a:r>
                      <a:r>
                        <a:rPr sz="1900" spc="-25" dirty="0">
                          <a:latin typeface="Arial MT"/>
                          <a:cs typeface="Arial MT"/>
                        </a:rPr>
                        <a:t>Token</a:t>
                      </a:r>
                      <a:r>
                        <a:rPr sz="1900" spc="-20" dirty="0">
                          <a:latin typeface="Arial MT"/>
                          <a:cs typeface="Arial MT"/>
                        </a:rPr>
                        <a:t> </a:t>
                      </a:r>
                      <a:r>
                        <a:rPr sz="1900" dirty="0">
                          <a:latin typeface="Arial MT"/>
                          <a:cs typeface="Arial MT"/>
                        </a:rPr>
                        <a:t>1</a:t>
                      </a:r>
                      <a:r>
                        <a:rPr sz="1900" spc="-20" dirty="0">
                          <a:latin typeface="Arial MT"/>
                          <a:cs typeface="Arial MT"/>
                        </a:rPr>
                        <a:t> </a:t>
                      </a:r>
                      <a:r>
                        <a:rPr sz="1900" spc="-10" dirty="0">
                          <a:latin typeface="Arial MT"/>
                          <a:cs typeface="Arial MT"/>
                        </a:rPr>
                        <a:t>“</a:t>
                      </a:r>
                      <a:r>
                        <a:rPr sz="1900" i="1" spc="-10" dirty="0">
                          <a:latin typeface="Arial"/>
                          <a:cs typeface="Arial"/>
                        </a:rPr>
                        <a:t>The”</a:t>
                      </a:r>
                      <a:endParaRPr sz="1900" dirty="0">
                        <a:latin typeface="Arial"/>
                        <a:cs typeface="Arial"/>
                      </a:endParaRPr>
                    </a:p>
                  </a:txBody>
                  <a:tcPr marL="0" marR="0" marT="49107" marB="0">
                    <a:lnL w="9525">
                      <a:solidFill>
                        <a:srgbClr val="595959"/>
                      </a:solidFill>
                      <a:prstDash val="solid"/>
                    </a:lnL>
                    <a:lnR w="9525">
                      <a:solidFill>
                        <a:srgbClr val="595959"/>
                      </a:solidFill>
                      <a:prstDash val="solid"/>
                    </a:lnR>
                    <a:lnT w="9525">
                      <a:solidFill>
                        <a:srgbClr val="595959"/>
                      </a:solidFill>
                      <a:prstDash val="solid"/>
                    </a:lnT>
                    <a:lnB w="9525">
                      <a:solidFill>
                        <a:srgbClr val="595959"/>
                      </a:solidFill>
                      <a:prstDash val="solid"/>
                    </a:lnB>
                    <a:solidFill>
                      <a:srgbClr val="F3F3F3"/>
                    </a:solidFill>
                  </a:tcPr>
                </a:tc>
                <a:extLst>
                  <a:ext uri="{0D108BD9-81ED-4DB2-BD59-A6C34878D82A}">
                    <a16:rowId xmlns:a16="http://schemas.microsoft.com/office/drawing/2014/main" val="10006"/>
                  </a:ext>
                </a:extLst>
              </a:tr>
            </a:tbl>
          </a:graphicData>
        </a:graphic>
      </p:graphicFrame>
      <p:pic>
        <p:nvPicPr>
          <p:cNvPr id="9" name="object 9"/>
          <p:cNvPicPr/>
          <p:nvPr/>
        </p:nvPicPr>
        <p:blipFill>
          <a:blip r:embed="rId3" cstate="print"/>
          <a:stretch>
            <a:fillRect/>
          </a:stretch>
        </p:blipFill>
        <p:spPr>
          <a:xfrm>
            <a:off x="4302549" y="2086954"/>
            <a:ext cx="502803" cy="163956"/>
          </a:xfrm>
          <a:prstGeom prst="rect">
            <a:avLst/>
          </a:prstGeom>
        </p:spPr>
      </p:pic>
      <p:sp>
        <p:nvSpPr>
          <p:cNvPr id="10" name="object 10"/>
          <p:cNvSpPr txBox="1"/>
          <p:nvPr/>
        </p:nvSpPr>
        <p:spPr>
          <a:xfrm>
            <a:off x="4950699" y="1944496"/>
            <a:ext cx="825500" cy="345330"/>
          </a:xfrm>
          <a:prstGeom prst="rect">
            <a:avLst/>
          </a:prstGeom>
        </p:spPr>
        <p:txBody>
          <a:bodyPr vert="horz" wrap="square" lIns="0" tIns="16933" rIns="0" bIns="0" rtlCol="0">
            <a:spAutoFit/>
          </a:bodyPr>
          <a:lstStyle/>
          <a:p>
            <a:pPr marL="16933">
              <a:spcBef>
                <a:spcPts val="133"/>
              </a:spcBef>
            </a:pPr>
            <a:r>
              <a:rPr sz="2133" i="1" spc="-13" dirty="0">
                <a:latin typeface="Verdana"/>
                <a:cs typeface="Verdana"/>
              </a:rPr>
              <a:t>today</a:t>
            </a:r>
            <a:endParaRPr sz="2133">
              <a:latin typeface="Verdana"/>
              <a:cs typeface="Verdana"/>
            </a:endParaRPr>
          </a:p>
        </p:txBody>
      </p:sp>
    </p:spTree>
    <p:extLst>
      <p:ext uri="{BB962C8B-B14F-4D97-AF65-F5344CB8AC3E}">
        <p14:creationId xmlns:p14="http://schemas.microsoft.com/office/powerpoint/2010/main" val="15674420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E311D-7F5D-B18C-67F4-C1630E50435A}"/>
              </a:ext>
            </a:extLst>
          </p:cNvPr>
          <p:cNvSpPr>
            <a:spLocks noGrp="1"/>
          </p:cNvSpPr>
          <p:nvPr>
            <p:ph type="title"/>
          </p:nvPr>
        </p:nvSpPr>
        <p:spPr>
          <a:xfrm>
            <a:off x="231987" y="32163"/>
            <a:ext cx="10515600" cy="966157"/>
          </a:xfrm>
        </p:spPr>
        <p:txBody>
          <a:bodyPr/>
          <a:lstStyle/>
          <a:p>
            <a:r>
              <a:rPr lang="en-IN" spc="-40" dirty="0"/>
              <a:t>KV</a:t>
            </a:r>
            <a:r>
              <a:rPr lang="en-IN" spc="-207" dirty="0"/>
              <a:t> </a:t>
            </a:r>
            <a:r>
              <a:rPr lang="en-IN" spc="227" dirty="0"/>
              <a:t>Cache</a:t>
            </a:r>
            <a:endParaRPr lang="en-IN" dirty="0"/>
          </a:p>
        </p:txBody>
      </p:sp>
      <p:pic>
        <p:nvPicPr>
          <p:cNvPr id="5" name="Picture 4">
            <a:extLst>
              <a:ext uri="{FF2B5EF4-FFF2-40B4-BE49-F238E27FC236}">
                <a16:creationId xmlns:a16="http://schemas.microsoft.com/office/drawing/2014/main" id="{01A70B78-8903-002B-2B92-71EDDFA6C096}"/>
              </a:ext>
            </a:extLst>
          </p:cNvPr>
          <p:cNvPicPr>
            <a:picLocks noChangeAspect="1"/>
          </p:cNvPicPr>
          <p:nvPr/>
        </p:nvPicPr>
        <p:blipFill>
          <a:blip r:embed="rId2"/>
          <a:stretch>
            <a:fillRect/>
          </a:stretch>
        </p:blipFill>
        <p:spPr>
          <a:xfrm>
            <a:off x="6358220" y="478971"/>
            <a:ext cx="5833780" cy="1966402"/>
          </a:xfrm>
          <a:prstGeom prst="rect">
            <a:avLst/>
          </a:prstGeom>
        </p:spPr>
      </p:pic>
      <p:sp>
        <p:nvSpPr>
          <p:cNvPr id="7" name="TextBox 6">
            <a:extLst>
              <a:ext uri="{FF2B5EF4-FFF2-40B4-BE49-F238E27FC236}">
                <a16:creationId xmlns:a16="http://schemas.microsoft.com/office/drawing/2014/main" id="{7D9BC67D-10D2-98E9-9ED9-BD8E92C32DC6}"/>
              </a:ext>
            </a:extLst>
          </p:cNvPr>
          <p:cNvSpPr txBox="1"/>
          <p:nvPr/>
        </p:nvSpPr>
        <p:spPr>
          <a:xfrm>
            <a:off x="231987" y="2842967"/>
            <a:ext cx="11481477" cy="3477875"/>
          </a:xfrm>
          <a:prstGeom prst="rect">
            <a:avLst/>
          </a:prstGeom>
          <a:noFill/>
        </p:spPr>
        <p:txBody>
          <a:bodyPr wrap="square">
            <a:spAutoFit/>
          </a:bodyPr>
          <a:lstStyle/>
          <a:p>
            <a:pPr marL="342900" indent="-342900">
              <a:buFont typeface="Arial" panose="020B0604020202020204" pitchFamily="34" charset="0"/>
              <a:buChar char="•"/>
            </a:pPr>
            <a:r>
              <a:rPr lang="en-US" sz="2000" dirty="0">
                <a:latin typeface="Cambria" panose="02040503050406030204" pitchFamily="18" charset="0"/>
                <a:ea typeface="Cambria" panose="02040503050406030204" pitchFamily="18" charset="0"/>
              </a:rPr>
              <a:t>Keys and values of the initial prompt and every subsequently generated token are saved in KV cache inside GPU memory to avoid redundant calculations in future steps</a:t>
            </a:r>
          </a:p>
          <a:p>
            <a:pPr marL="342900" indent="-342900">
              <a:buFont typeface="Arial" panose="020B0604020202020204" pitchFamily="34" charset="0"/>
              <a:buChar char="•"/>
            </a:pPr>
            <a:r>
              <a:rPr lang="en-US" sz="2000" dirty="0">
                <a:latin typeface="Cambria" panose="02040503050406030204" pitchFamily="18" charset="0"/>
                <a:ea typeface="Cambria" panose="02040503050406030204" pitchFamily="18" charset="0"/>
              </a:rPr>
              <a:t> First output token, we start with an initially empty KV cache and need to calculate as many sets of </a:t>
            </a:r>
            <a:r>
              <a:rPr lang="en-US" sz="2000" i="1" dirty="0">
                <a:latin typeface="Cambria" panose="02040503050406030204" pitchFamily="18" charset="0"/>
                <a:ea typeface="Cambria" panose="02040503050406030204" pitchFamily="18" charset="0"/>
              </a:rPr>
              <a:t>key</a:t>
            </a:r>
            <a:r>
              <a:rPr lang="en-US" sz="2000" dirty="0">
                <a:latin typeface="Cambria" panose="02040503050406030204" pitchFamily="18" charset="0"/>
                <a:ea typeface="Cambria" panose="02040503050406030204" pitchFamily="18" charset="0"/>
              </a:rPr>
              <a:t> and </a:t>
            </a:r>
            <a:r>
              <a:rPr lang="en-US" sz="2000" i="1" dirty="0">
                <a:latin typeface="Cambria" panose="02040503050406030204" pitchFamily="18" charset="0"/>
                <a:ea typeface="Cambria" panose="02040503050406030204" pitchFamily="18" charset="0"/>
              </a:rPr>
              <a:t>value</a:t>
            </a:r>
            <a:r>
              <a:rPr lang="en-US" sz="2000" dirty="0">
                <a:latin typeface="Cambria" panose="02040503050406030204" pitchFamily="18" charset="0"/>
                <a:ea typeface="Cambria" panose="02040503050406030204" pitchFamily="18" charset="0"/>
              </a:rPr>
              <a:t> vectors as there are tokens in the input prompt</a:t>
            </a:r>
          </a:p>
          <a:p>
            <a:pPr marL="342900" indent="-342900">
              <a:buFont typeface="Arial" panose="020B0604020202020204" pitchFamily="34" charset="0"/>
              <a:buChar char="•"/>
            </a:pPr>
            <a:r>
              <a:rPr lang="en-US" sz="2000" dirty="0">
                <a:latin typeface="Cambria" panose="02040503050406030204" pitchFamily="18" charset="0"/>
                <a:ea typeface="Cambria" panose="02040503050406030204" pitchFamily="18" charset="0"/>
              </a:rPr>
              <a:t>For every additional output token, only one more set of </a:t>
            </a:r>
            <a:r>
              <a:rPr lang="en-US" sz="2000" i="1" dirty="0">
                <a:latin typeface="Cambria" panose="02040503050406030204" pitchFamily="18" charset="0"/>
                <a:ea typeface="Cambria" panose="02040503050406030204" pitchFamily="18" charset="0"/>
              </a:rPr>
              <a:t>key</a:t>
            </a:r>
            <a:r>
              <a:rPr lang="en-US" sz="2000" dirty="0">
                <a:latin typeface="Cambria" panose="02040503050406030204" pitchFamily="18" charset="0"/>
                <a:ea typeface="Cambria" panose="02040503050406030204" pitchFamily="18" charset="0"/>
              </a:rPr>
              <a:t> and </a:t>
            </a:r>
            <a:r>
              <a:rPr lang="en-US" sz="2000" i="1" dirty="0">
                <a:latin typeface="Cambria" panose="02040503050406030204" pitchFamily="18" charset="0"/>
                <a:ea typeface="Cambria" panose="02040503050406030204" pitchFamily="18" charset="0"/>
              </a:rPr>
              <a:t>value</a:t>
            </a:r>
            <a:r>
              <a:rPr lang="en-US" sz="2000" dirty="0">
                <a:latin typeface="Cambria" panose="02040503050406030204" pitchFamily="18" charset="0"/>
                <a:ea typeface="Cambria" panose="02040503050406030204" pitchFamily="18" charset="0"/>
              </a:rPr>
              <a:t> vectors needs to be calculated and added to the KV cache</a:t>
            </a:r>
          </a:p>
          <a:p>
            <a:pPr marL="285750" indent="-285750">
              <a:buFont typeface="Arial" panose="020B0604020202020204" pitchFamily="34" charset="0"/>
              <a:buChar char="•"/>
            </a:pPr>
            <a:r>
              <a:rPr lang="en-US" sz="2000" b="1" dirty="0">
                <a:latin typeface="Cambria" panose="02040503050406030204" pitchFamily="18" charset="0"/>
                <a:ea typeface="Cambria" panose="02040503050406030204" pitchFamily="18" charset="0"/>
              </a:rPr>
              <a:t>Computational efficiency increases</a:t>
            </a:r>
            <a:r>
              <a:rPr lang="en-US" sz="2000" dirty="0">
                <a:latin typeface="Cambria" panose="02040503050406030204" pitchFamily="18" charset="0"/>
                <a:ea typeface="Cambria" panose="02040503050406030204" pitchFamily="18" charset="0"/>
              </a:rPr>
              <a:t>: With a cache, each key and value is computed once and then reused, reducing the total per-step complexity to linear</a:t>
            </a:r>
          </a:p>
          <a:p>
            <a:pPr marL="285750" indent="-285750">
              <a:buFont typeface="Arial" panose="020B0604020202020204" pitchFamily="34" charset="0"/>
              <a:buChar char="•"/>
            </a:pPr>
            <a:r>
              <a:rPr lang="en-US" sz="2000" dirty="0">
                <a:latin typeface="Cambria" panose="02040503050406030204" pitchFamily="18" charset="0"/>
                <a:ea typeface="Cambria" panose="02040503050406030204" pitchFamily="18" charset="0"/>
              </a:rPr>
              <a:t> </a:t>
            </a:r>
            <a:r>
              <a:rPr lang="en-US" sz="2000" b="1" dirty="0">
                <a:latin typeface="Cambria" panose="02040503050406030204" pitchFamily="18" charset="0"/>
                <a:ea typeface="Cambria" panose="02040503050406030204" pitchFamily="18" charset="0"/>
              </a:rPr>
              <a:t>Memory usage increases linearly</a:t>
            </a:r>
            <a:r>
              <a:rPr lang="en-US" sz="2000" dirty="0">
                <a:latin typeface="Cambria" panose="02040503050406030204" pitchFamily="18" charset="0"/>
                <a:ea typeface="Cambria" panose="02040503050406030204" pitchFamily="18" charset="0"/>
              </a:rPr>
              <a:t>: Each new token appends to the KV cache. For long sequences and larger LLMs, the cumulative KV cache grows larger, which can consume a significant GPU memory</a:t>
            </a:r>
          </a:p>
          <a:p>
            <a:pPr marL="342900" indent="-342900">
              <a:buFont typeface="Arial" panose="020B0604020202020204" pitchFamily="34" charset="0"/>
              <a:buChar char="•"/>
            </a:pPr>
            <a:endParaRPr lang="en-US"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2445115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D76ADB1-07FE-EBC6-DDE2-80B6C73ADC1D}"/>
              </a:ext>
            </a:extLst>
          </p:cNvPr>
          <p:cNvSpPr>
            <a:spLocks noGrp="1"/>
          </p:cNvSpPr>
          <p:nvPr>
            <p:ph type="title"/>
          </p:nvPr>
        </p:nvSpPr>
        <p:spPr>
          <a:xfrm>
            <a:off x="435430" y="3276600"/>
            <a:ext cx="10881209" cy="1219200"/>
          </a:xfrm>
        </p:spPr>
        <p:txBody>
          <a:bodyPr/>
          <a:lstStyle/>
          <a:p>
            <a:r>
              <a:rPr lang="en-IN" dirty="0"/>
              <a:t>Inference Bottleneck</a:t>
            </a:r>
          </a:p>
        </p:txBody>
      </p:sp>
    </p:spTree>
    <p:extLst>
      <p:ext uri="{BB962C8B-B14F-4D97-AF65-F5344CB8AC3E}">
        <p14:creationId xmlns:p14="http://schemas.microsoft.com/office/powerpoint/2010/main" val="20805943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BCFDE-4300-FF44-31A4-0223B690C888}"/>
              </a:ext>
            </a:extLst>
          </p:cNvPr>
          <p:cNvSpPr>
            <a:spLocks noGrp="1"/>
          </p:cNvSpPr>
          <p:nvPr>
            <p:ph type="title"/>
          </p:nvPr>
        </p:nvSpPr>
        <p:spPr/>
        <p:txBody>
          <a:bodyPr/>
          <a:lstStyle/>
          <a:p>
            <a:r>
              <a:rPr lang="en-IN" dirty="0"/>
              <a:t>GPU</a:t>
            </a:r>
            <a:r>
              <a:rPr lang="en-IN" spc="27" dirty="0"/>
              <a:t> </a:t>
            </a:r>
            <a:r>
              <a:rPr lang="en-IN" spc="60" dirty="0"/>
              <a:t>architecture</a:t>
            </a:r>
            <a:endParaRPr lang="en-IN" dirty="0"/>
          </a:p>
        </p:txBody>
      </p:sp>
      <p:pic>
        <p:nvPicPr>
          <p:cNvPr id="5" name="Picture 4">
            <a:extLst>
              <a:ext uri="{FF2B5EF4-FFF2-40B4-BE49-F238E27FC236}">
                <a16:creationId xmlns:a16="http://schemas.microsoft.com/office/drawing/2014/main" id="{3F950B91-B989-04DA-CAF3-8169DC8E6B59}"/>
              </a:ext>
            </a:extLst>
          </p:cNvPr>
          <p:cNvPicPr>
            <a:picLocks noChangeAspect="1"/>
          </p:cNvPicPr>
          <p:nvPr/>
        </p:nvPicPr>
        <p:blipFill>
          <a:blip r:embed="rId2"/>
          <a:stretch>
            <a:fillRect/>
          </a:stretch>
        </p:blipFill>
        <p:spPr>
          <a:xfrm>
            <a:off x="3473924" y="0"/>
            <a:ext cx="8344575" cy="6421369"/>
          </a:xfrm>
          <a:prstGeom prst="rect">
            <a:avLst/>
          </a:prstGeom>
        </p:spPr>
      </p:pic>
    </p:spTree>
    <p:extLst>
      <p:ext uri="{BB962C8B-B14F-4D97-AF65-F5344CB8AC3E}">
        <p14:creationId xmlns:p14="http://schemas.microsoft.com/office/powerpoint/2010/main" val="8932656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A966F0B-0E56-B458-555B-7DA0B9D8DA49}"/>
              </a:ext>
            </a:extLst>
          </p:cNvPr>
          <p:cNvPicPr>
            <a:picLocks noGrp="1" noChangeAspect="1"/>
          </p:cNvPicPr>
          <p:nvPr>
            <p:ph idx="10"/>
          </p:nvPr>
        </p:nvPicPr>
        <p:blipFill>
          <a:blip r:embed="rId3"/>
          <a:stretch>
            <a:fillRect/>
          </a:stretch>
        </p:blipFill>
        <p:spPr>
          <a:xfrm>
            <a:off x="84083" y="1435444"/>
            <a:ext cx="8460828" cy="3161059"/>
          </a:xfrm>
          <a:prstGeom prst="rect">
            <a:avLst/>
          </a:prstGeom>
        </p:spPr>
      </p:pic>
      <p:sp>
        <p:nvSpPr>
          <p:cNvPr id="3" name="Title 2">
            <a:extLst>
              <a:ext uri="{FF2B5EF4-FFF2-40B4-BE49-F238E27FC236}">
                <a16:creationId xmlns:a16="http://schemas.microsoft.com/office/drawing/2014/main" id="{FB051DDE-CB95-46CB-349F-3830D95DB5EB}"/>
              </a:ext>
            </a:extLst>
          </p:cNvPr>
          <p:cNvSpPr>
            <a:spLocks noGrp="1"/>
          </p:cNvSpPr>
          <p:nvPr>
            <p:ph type="title"/>
          </p:nvPr>
        </p:nvSpPr>
        <p:spPr/>
        <p:txBody>
          <a:bodyPr/>
          <a:lstStyle/>
          <a:p>
            <a:r>
              <a:rPr lang="en-US" dirty="0"/>
              <a:t>Memory requirements </a:t>
            </a:r>
            <a:endParaRPr lang="en-IN" dirty="0"/>
          </a:p>
        </p:txBody>
      </p:sp>
      <p:sp>
        <p:nvSpPr>
          <p:cNvPr id="7" name="TextBox 6">
            <a:extLst>
              <a:ext uri="{FF2B5EF4-FFF2-40B4-BE49-F238E27FC236}">
                <a16:creationId xmlns:a16="http://schemas.microsoft.com/office/drawing/2014/main" id="{50842815-FDFA-EB1D-1164-F0817E95DE16}"/>
              </a:ext>
            </a:extLst>
          </p:cNvPr>
          <p:cNvSpPr txBox="1"/>
          <p:nvPr/>
        </p:nvSpPr>
        <p:spPr>
          <a:xfrm>
            <a:off x="304801" y="4847584"/>
            <a:ext cx="11887199" cy="1323439"/>
          </a:xfrm>
          <a:prstGeom prst="rect">
            <a:avLst/>
          </a:prstGeom>
          <a:noFill/>
        </p:spPr>
        <p:txBody>
          <a:bodyPr wrap="square">
            <a:spAutoFit/>
          </a:bodyPr>
          <a:lstStyle/>
          <a:p>
            <a:pPr marL="342900" indent="-342900">
              <a:buFont typeface="Arial" panose="020B0604020202020204" pitchFamily="34" charset="0"/>
              <a:buChar char="•"/>
            </a:pPr>
            <a:r>
              <a:rPr lang="en-US" sz="2000" dirty="0"/>
              <a:t>Training needs FP32 for optimizer states (Adam stores first and second moment in full precision) even when the forward pass runs in FP16 (mixed precision training) </a:t>
            </a:r>
          </a:p>
          <a:p>
            <a:pPr marL="342900" indent="-342900">
              <a:buFont typeface="Arial" panose="020B0604020202020204" pitchFamily="34" charset="0"/>
              <a:buChar char="•"/>
            </a:pPr>
            <a:r>
              <a:rPr lang="en-US" sz="2000" dirty="0"/>
              <a:t>Training memory is </a:t>
            </a:r>
            <a:r>
              <a:rPr lang="en-US" sz="2000" b="1" dirty="0"/>
              <a:t> higher</a:t>
            </a:r>
            <a:r>
              <a:rPr lang="en-US" sz="2000" dirty="0"/>
              <a:t> than inference for the same model</a:t>
            </a:r>
          </a:p>
          <a:p>
            <a:pPr marL="342900" indent="-342900">
              <a:buFont typeface="Arial" panose="020B0604020202020204" pitchFamily="34" charset="0"/>
              <a:buChar char="•"/>
            </a:pPr>
            <a:r>
              <a:rPr lang="en-US" sz="2000" dirty="0"/>
              <a:t>Inference drops all of that and can go even lower with quantization</a:t>
            </a:r>
            <a:endParaRPr lang="en-IN" sz="2000" dirty="0"/>
          </a:p>
        </p:txBody>
      </p:sp>
    </p:spTree>
    <p:extLst>
      <p:ext uri="{BB962C8B-B14F-4D97-AF65-F5344CB8AC3E}">
        <p14:creationId xmlns:p14="http://schemas.microsoft.com/office/powerpoint/2010/main" val="9878339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4" name="Content Placeholder 3">
                <a:extLst>
                  <a:ext uri="{FF2B5EF4-FFF2-40B4-BE49-F238E27FC236}">
                    <a16:creationId xmlns:a16="http://schemas.microsoft.com/office/drawing/2014/main" id="{E5C9DA38-DD05-9D9A-214A-28B09D26EF1B}"/>
                  </a:ext>
                </a:extLst>
              </p:cNvPr>
              <p:cNvGraphicFramePr>
                <a:graphicFrameLocks noGrp="1"/>
              </p:cNvGraphicFramePr>
              <p:nvPr>
                <p:ph idx="10"/>
              </p:nvPr>
            </p:nvGraphicFramePr>
            <p:xfrm>
              <a:off x="358035" y="2117955"/>
              <a:ext cx="5621668" cy="2118805"/>
            </p:xfrm>
            <a:graphic>
              <a:graphicData uri="http://schemas.openxmlformats.org/drawingml/2006/table">
                <a:tbl>
                  <a:tblPr>
                    <a:tableStyleId>{3C2FFA5D-87B4-456A-9821-1D502468CF0F}</a:tableStyleId>
                  </a:tblPr>
                  <a:tblGrid>
                    <a:gridCol w="1901004">
                      <a:extLst>
                        <a:ext uri="{9D8B030D-6E8A-4147-A177-3AD203B41FA5}">
                          <a16:colId xmlns:a16="http://schemas.microsoft.com/office/drawing/2014/main" val="1373300756"/>
                        </a:ext>
                      </a:extLst>
                    </a:gridCol>
                    <a:gridCol w="1524000">
                      <a:extLst>
                        <a:ext uri="{9D8B030D-6E8A-4147-A177-3AD203B41FA5}">
                          <a16:colId xmlns:a16="http://schemas.microsoft.com/office/drawing/2014/main" val="4293357429"/>
                        </a:ext>
                      </a:extLst>
                    </a:gridCol>
                    <a:gridCol w="1376855">
                      <a:extLst>
                        <a:ext uri="{9D8B030D-6E8A-4147-A177-3AD203B41FA5}">
                          <a16:colId xmlns:a16="http://schemas.microsoft.com/office/drawing/2014/main" val="122479703"/>
                        </a:ext>
                      </a:extLst>
                    </a:gridCol>
                    <a:gridCol w="819809">
                      <a:extLst>
                        <a:ext uri="{9D8B030D-6E8A-4147-A177-3AD203B41FA5}">
                          <a16:colId xmlns:a16="http://schemas.microsoft.com/office/drawing/2014/main" val="1114664964"/>
                        </a:ext>
                      </a:extLst>
                    </a:gridCol>
                  </a:tblGrid>
                  <a:tr h="0">
                    <a:tc>
                      <a:txBody>
                        <a:bodyPr/>
                        <a:lstStyle/>
                        <a:p>
                          <a:pPr>
                            <a:buNone/>
                          </a:pPr>
                          <a:endParaRPr lang="en-IN" dirty="0"/>
                        </a:p>
                      </a:txBody>
                      <a:tcPr anchor="ctr"/>
                    </a:tc>
                    <a:tc>
                      <a:txBody>
                        <a:bodyPr/>
                        <a:lstStyle/>
                        <a:p>
                          <a:pPr>
                            <a:buNone/>
                          </a:pPr>
                          <a:r>
                            <a:rPr lang="en-IN" dirty="0"/>
                            <a:t>Llama 2 7B</a:t>
                          </a:r>
                        </a:p>
                      </a:txBody>
                      <a:tcPr anchor="ctr"/>
                    </a:tc>
                    <a:tc>
                      <a:txBody>
                        <a:bodyPr/>
                        <a:lstStyle/>
                        <a:p>
                          <a:pPr>
                            <a:buNone/>
                          </a:pPr>
                          <a:r>
                            <a:rPr lang="en-IN" dirty="0"/>
                            <a:t>Qwen3-8B</a:t>
                          </a:r>
                        </a:p>
                      </a:txBody>
                      <a:tcPr anchor="ctr"/>
                    </a:tc>
                    <a:tc>
                      <a:txBody>
                        <a:bodyPr/>
                        <a:lstStyle/>
                        <a:p>
                          <a:pPr>
                            <a:buNone/>
                          </a:pPr>
                          <a:r>
                            <a:rPr lang="en-US" dirty="0"/>
                            <a:t>GPT 3</a:t>
                          </a:r>
                          <a:endParaRPr lang="en-IN" dirty="0"/>
                        </a:p>
                      </a:txBody>
                      <a:tcPr anchor="ctr"/>
                    </a:tc>
                    <a:extLst>
                      <a:ext uri="{0D108BD9-81ED-4DB2-BD59-A6C34878D82A}">
                        <a16:rowId xmlns:a16="http://schemas.microsoft.com/office/drawing/2014/main" val="2674309236"/>
                      </a:ext>
                    </a:extLst>
                  </a:tr>
                  <a:tr h="0">
                    <a:tc>
                      <a:txBody>
                        <a:bodyPr/>
                        <a:lstStyle/>
                        <a:p>
                          <a:pPr>
                            <a:buNone/>
                          </a:pPr>
                          <a:r>
                            <a:rPr lang="en-IN"/>
                            <a:t>Sequence length</a:t>
                          </a:r>
                        </a:p>
                      </a:txBody>
                      <a:tcPr anchor="ctr"/>
                    </a:tc>
                    <a:tc>
                      <a:txBody>
                        <a:bodyPr/>
                        <a:lstStyle/>
                        <a:p>
                          <a:pPr>
                            <a:buNone/>
                          </a:pPr>
                          <a:r>
                            <a:rPr lang="en-IN" dirty="0"/>
                            <a:t>4,096</a:t>
                          </a:r>
                        </a:p>
                      </a:txBody>
                      <a:tcPr anchor="ctr"/>
                    </a:tc>
                    <a:tc>
                      <a:txBody>
                        <a:bodyPr/>
                        <a:lstStyle/>
                        <a:p>
                          <a:pPr>
                            <a:buNone/>
                          </a:pPr>
                          <a:r>
                            <a:rPr lang="en-IN" dirty="0"/>
                            <a:t>32,768</a:t>
                          </a:r>
                        </a:p>
                      </a:txBody>
                      <a:tcPr anchor="ctr"/>
                    </a:tc>
                    <a:tc>
                      <a:txBody>
                        <a:bodyPr/>
                        <a:lstStyle/>
                        <a:p>
                          <a:pPr>
                            <a:buNone/>
                          </a:pPr>
                          <a14:m>
                            <m:oMath xmlns:m="http://schemas.openxmlformats.org/officeDocument/2006/math">
                              <m:r>
                                <a:rPr lang="ar-AE" smtClean="0">
                                  <a:latin typeface="Cambria Math" panose="02040503050406030204" pitchFamily="18" charset="0"/>
                                </a:rPr>
                                <m:t>2</m:t>
                              </m:r>
                              <m:r>
                                <a:rPr lang="ar-AE" smtClean="0">
                                  <a:latin typeface="Cambria Math" panose="02040503050406030204" pitchFamily="18" charset="0"/>
                                </a:rPr>
                                <m:t>,</m:t>
                              </m:r>
                              <m:r>
                                <a:rPr lang="ar-AE" smtClean="0">
                                  <a:latin typeface="Cambria Math" panose="02040503050406030204" pitchFamily="18" charset="0"/>
                                </a:rPr>
                                <m:t>048</m:t>
                              </m:r>
                            </m:oMath>
                          </a14:m>
                          <a:r>
                            <a:rPr lang="ar-AE" dirty="0">
                              <a:solidFill>
                                <a:srgbClr val="27251E"/>
                              </a:solidFill>
                              <a:latin typeface="Cambria" panose="02040503050406030204" pitchFamily="18" charset="0"/>
                              <a:ea typeface="Cambria" panose="02040503050406030204" pitchFamily="18" charset="0"/>
                            </a:rPr>
                            <a:t> </a:t>
                          </a:r>
                          <a:endParaRPr lang="en-IN" dirty="0"/>
                        </a:p>
                      </a:txBody>
                      <a:tcPr anchor="ctr"/>
                    </a:tc>
                    <a:extLst>
                      <a:ext uri="{0D108BD9-81ED-4DB2-BD59-A6C34878D82A}">
                        <a16:rowId xmlns:a16="http://schemas.microsoft.com/office/drawing/2014/main" val="297336125"/>
                      </a:ext>
                    </a:extLst>
                  </a:tr>
                  <a:tr h="0">
                    <a:tc>
                      <a:txBody>
                        <a:bodyPr/>
                        <a:lstStyle/>
                        <a:p>
                          <a:pPr>
                            <a:buNone/>
                          </a:pPr>
                          <a:r>
                            <a:rPr lang="en-IN"/>
                            <a:t>Layers (</a:t>
                          </a:r>
                          <a14:m>
                            <m:oMath xmlns:m="http://schemas.openxmlformats.org/officeDocument/2006/math">
                              <m:r>
                                <a:rPr lang="en-IN">
                                  <a:latin typeface="Cambria Math" panose="02040503050406030204" pitchFamily="18" charset="0"/>
                                </a:rPr>
                                <m:t>𝐿</m:t>
                              </m:r>
                            </m:oMath>
                          </a14:m>
                          <a:r>
                            <a:rPr lang="en-IN"/>
                            <a:t>)</a:t>
                          </a:r>
                        </a:p>
                      </a:txBody>
                      <a:tcPr anchor="ctr"/>
                    </a:tc>
                    <a:tc>
                      <a:txBody>
                        <a:bodyPr/>
                        <a:lstStyle/>
                        <a:p>
                          <a:pPr>
                            <a:buNone/>
                          </a:pPr>
                          <a:r>
                            <a:rPr lang="en-IN"/>
                            <a:t>32</a:t>
                          </a:r>
                        </a:p>
                      </a:txBody>
                      <a:tcPr anchor="ctr"/>
                    </a:tc>
                    <a:tc>
                      <a:txBody>
                        <a:bodyPr/>
                        <a:lstStyle/>
                        <a:p>
                          <a:pPr>
                            <a:buNone/>
                          </a:pPr>
                          <a:r>
                            <a:rPr lang="en-IN" dirty="0"/>
                            <a:t>36</a:t>
                          </a:r>
                        </a:p>
                      </a:txBody>
                      <a:tcPr anchor="ctr"/>
                    </a:tc>
                    <a:tc>
                      <a:txBody>
                        <a:bodyPr/>
                        <a:lstStyle/>
                        <a:p>
                          <a:pPr>
                            <a:buNone/>
                          </a:pPr>
                          <a:r>
                            <a:rPr lang="en-US" dirty="0"/>
                            <a:t>96</a:t>
                          </a:r>
                          <a:endParaRPr lang="en-IN" dirty="0"/>
                        </a:p>
                      </a:txBody>
                      <a:tcPr anchor="ctr"/>
                    </a:tc>
                    <a:extLst>
                      <a:ext uri="{0D108BD9-81ED-4DB2-BD59-A6C34878D82A}">
                        <a16:rowId xmlns:a16="http://schemas.microsoft.com/office/drawing/2014/main" val="1770651160"/>
                      </a:ext>
                    </a:extLst>
                  </a:tr>
                  <a:tr h="0">
                    <a:tc>
                      <a:txBody>
                        <a:bodyPr/>
                        <a:lstStyle/>
                        <a:p>
                          <a:pPr>
                            <a:buNone/>
                          </a:pPr>
                          <a:r>
                            <a:rPr lang="en-IN" dirty="0"/>
                            <a:t>KV heads (</a:t>
                          </a:r>
                          <a14:m>
                            <m:oMath xmlns:m="http://schemas.openxmlformats.org/officeDocument/2006/math">
                              <m:sSub>
                                <m:sSubPr>
                                  <m:ctrlPr>
                                    <a:rPr lang="ar-AE" i="1">
                                      <a:latin typeface="Cambria Math" panose="02040503050406030204" pitchFamily="18" charset="0"/>
                                    </a:rPr>
                                  </m:ctrlPr>
                                </m:sSubPr>
                                <m:e>
                                  <m:r>
                                    <a:rPr lang="ar-AE">
                                      <a:latin typeface="Cambria Math" panose="02040503050406030204" pitchFamily="18" charset="0"/>
                                    </a:rPr>
                                    <m:t>𝑛</m:t>
                                  </m:r>
                                </m:e>
                                <m:sub>
                                  <m:r>
                                    <a:rPr lang="ar-AE">
                                      <a:latin typeface="Cambria Math" panose="02040503050406030204" pitchFamily="18" charset="0"/>
                                    </a:rPr>
                                    <m:t>𝑘𝑣</m:t>
                                  </m:r>
                                </m:sub>
                              </m:sSub>
                              <m:r>
                                <a:rPr lang="en-US" b="0" i="0" smtClean="0">
                                  <a:latin typeface="Cambria Math" panose="02040503050406030204" pitchFamily="18" charset="0"/>
                                </a:rPr>
                                <m:t>)</m:t>
                              </m:r>
                            </m:oMath>
                          </a14:m>
                          <a:endParaRPr lang="ar-AE" dirty="0"/>
                        </a:p>
                      </a:txBody>
                      <a:tcPr anchor="ctr"/>
                    </a:tc>
                    <a:tc>
                      <a:txBody>
                        <a:bodyPr/>
                        <a:lstStyle/>
                        <a:p>
                          <a:pPr>
                            <a:buNone/>
                          </a:pPr>
                          <a:r>
                            <a:rPr lang="en-IN"/>
                            <a:t>32</a:t>
                          </a:r>
                        </a:p>
                      </a:txBody>
                      <a:tcPr anchor="ctr"/>
                    </a:tc>
                    <a:tc>
                      <a:txBody>
                        <a:bodyPr/>
                        <a:lstStyle/>
                        <a:p>
                          <a:pPr>
                            <a:buNone/>
                          </a:pPr>
                          <a:r>
                            <a:rPr lang="en-IN" dirty="0"/>
                            <a:t>8</a:t>
                          </a:r>
                        </a:p>
                      </a:txBody>
                      <a:tcPr anchor="ctr"/>
                    </a:tc>
                    <a:tc>
                      <a:txBody>
                        <a:bodyPr/>
                        <a:lstStyle/>
                        <a:p>
                          <a:pPr>
                            <a:buNone/>
                          </a:pPr>
                          <a:r>
                            <a:rPr lang="en-US" dirty="0"/>
                            <a:t>96</a:t>
                          </a:r>
                          <a:endParaRPr lang="en-IN" dirty="0"/>
                        </a:p>
                      </a:txBody>
                      <a:tcPr anchor="ctr"/>
                    </a:tc>
                    <a:extLst>
                      <a:ext uri="{0D108BD9-81ED-4DB2-BD59-A6C34878D82A}">
                        <a16:rowId xmlns:a16="http://schemas.microsoft.com/office/drawing/2014/main" val="372314060"/>
                      </a:ext>
                    </a:extLst>
                  </a:tr>
                  <a:tr h="0">
                    <a:tc>
                      <a:txBody>
                        <a:bodyPr/>
                        <a:lstStyle/>
                        <a:p>
                          <a:pPr>
                            <a:buNone/>
                          </a:pPr>
                          <a:r>
                            <a:rPr lang="en-IN" dirty="0"/>
                            <a:t>Head dim (</a:t>
                          </a:r>
                          <a14:m>
                            <m:oMath xmlns:m="http://schemas.openxmlformats.org/officeDocument/2006/math">
                              <m:sSub>
                                <m:sSubPr>
                                  <m:ctrlPr>
                                    <a:rPr lang="ar-AE" i="1">
                                      <a:latin typeface="Cambria Math" panose="02040503050406030204" pitchFamily="18" charset="0"/>
                                    </a:rPr>
                                  </m:ctrlPr>
                                </m:sSubPr>
                                <m:e>
                                  <m:r>
                                    <a:rPr lang="ar-AE">
                                      <a:latin typeface="Cambria Math" panose="02040503050406030204" pitchFamily="18" charset="0"/>
                                    </a:rPr>
                                    <m:t>𝑑</m:t>
                                  </m:r>
                                </m:e>
                                <m:sub>
                                  <m:r>
                                    <m:rPr>
                                      <m:nor/>
                                    </m:rPr>
                                    <a:rPr lang="en-IN" b="0"/>
                                    <m:t>head</m:t>
                                  </m:r>
                                </m:sub>
                              </m:sSub>
                              <m:r>
                                <a:rPr lang="en-US" b="0" i="0" smtClean="0">
                                  <a:latin typeface="Cambria Math" panose="02040503050406030204" pitchFamily="18" charset="0"/>
                                </a:rPr>
                                <m:t>)</m:t>
                              </m:r>
                            </m:oMath>
                          </a14:m>
                          <a:endParaRPr lang="ar-AE" dirty="0"/>
                        </a:p>
                      </a:txBody>
                      <a:tcPr anchor="ctr"/>
                    </a:tc>
                    <a:tc>
                      <a:txBody>
                        <a:bodyPr/>
                        <a:lstStyle/>
                        <a:p>
                          <a:pPr>
                            <a:buNone/>
                          </a:pPr>
                          <a:r>
                            <a:rPr lang="en-IN"/>
                            <a:t>128</a:t>
                          </a:r>
                        </a:p>
                      </a:txBody>
                      <a:tcPr anchor="ctr"/>
                    </a:tc>
                    <a:tc>
                      <a:txBody>
                        <a:bodyPr/>
                        <a:lstStyle/>
                        <a:p>
                          <a:pPr>
                            <a:buNone/>
                          </a:pPr>
                          <a:r>
                            <a:rPr lang="en-IN" dirty="0"/>
                            <a:t>128</a:t>
                          </a:r>
                        </a:p>
                      </a:txBody>
                      <a:tcPr anchor="ctr"/>
                    </a:tc>
                    <a:tc>
                      <a:txBody>
                        <a:bodyPr/>
                        <a:lstStyle/>
                        <a:p>
                          <a:pPr>
                            <a:buNone/>
                          </a:pPr>
                          <a:r>
                            <a:rPr lang="en-US" dirty="0"/>
                            <a:t>128</a:t>
                          </a:r>
                          <a:endParaRPr lang="en-IN" dirty="0"/>
                        </a:p>
                      </a:txBody>
                      <a:tcPr anchor="ctr"/>
                    </a:tc>
                    <a:extLst>
                      <a:ext uri="{0D108BD9-81ED-4DB2-BD59-A6C34878D82A}">
                        <a16:rowId xmlns:a16="http://schemas.microsoft.com/office/drawing/2014/main" val="137091044"/>
                      </a:ext>
                    </a:extLst>
                  </a:tr>
                </a:tbl>
              </a:graphicData>
            </a:graphic>
          </p:graphicFrame>
        </mc:Choice>
        <mc:Fallback xmlns="">
          <p:graphicFrame>
            <p:nvGraphicFramePr>
              <p:cNvPr id="4" name="Content Placeholder 3">
                <a:extLst>
                  <a:ext uri="{FF2B5EF4-FFF2-40B4-BE49-F238E27FC236}">
                    <a16:creationId xmlns:a16="http://schemas.microsoft.com/office/drawing/2014/main" id="{E5C9DA38-DD05-9D9A-214A-28B09D26EF1B}"/>
                  </a:ext>
                </a:extLst>
              </p:cNvPr>
              <p:cNvGraphicFramePr>
                <a:graphicFrameLocks noGrp="1"/>
              </p:cNvGraphicFramePr>
              <p:nvPr>
                <p:ph idx="10"/>
                <p:extLst>
                  <p:ext uri="{D42A27DB-BD31-4B8C-83A1-F6EECF244321}">
                    <p14:modId xmlns:p14="http://schemas.microsoft.com/office/powerpoint/2010/main" val="3290752986"/>
                  </p:ext>
                </p:extLst>
              </p:nvPr>
            </p:nvGraphicFramePr>
            <p:xfrm>
              <a:off x="358035" y="2117955"/>
              <a:ext cx="5621668" cy="2118805"/>
            </p:xfrm>
            <a:graphic>
              <a:graphicData uri="http://schemas.openxmlformats.org/drawingml/2006/table">
                <a:tbl>
                  <a:tblPr>
                    <a:tableStyleId>{3C2FFA5D-87B4-456A-9821-1D502468CF0F}</a:tableStyleId>
                  </a:tblPr>
                  <a:tblGrid>
                    <a:gridCol w="1901004">
                      <a:extLst>
                        <a:ext uri="{9D8B030D-6E8A-4147-A177-3AD203B41FA5}">
                          <a16:colId xmlns:a16="http://schemas.microsoft.com/office/drawing/2014/main" val="1373300756"/>
                        </a:ext>
                      </a:extLst>
                    </a:gridCol>
                    <a:gridCol w="1524000">
                      <a:extLst>
                        <a:ext uri="{9D8B030D-6E8A-4147-A177-3AD203B41FA5}">
                          <a16:colId xmlns:a16="http://schemas.microsoft.com/office/drawing/2014/main" val="4293357429"/>
                        </a:ext>
                      </a:extLst>
                    </a:gridCol>
                    <a:gridCol w="1376855">
                      <a:extLst>
                        <a:ext uri="{9D8B030D-6E8A-4147-A177-3AD203B41FA5}">
                          <a16:colId xmlns:a16="http://schemas.microsoft.com/office/drawing/2014/main" val="122479703"/>
                        </a:ext>
                      </a:extLst>
                    </a:gridCol>
                    <a:gridCol w="819809">
                      <a:extLst>
                        <a:ext uri="{9D8B030D-6E8A-4147-A177-3AD203B41FA5}">
                          <a16:colId xmlns:a16="http://schemas.microsoft.com/office/drawing/2014/main" val="1114664964"/>
                        </a:ext>
                      </a:extLst>
                    </a:gridCol>
                  </a:tblGrid>
                  <a:tr h="365760">
                    <a:tc>
                      <a:txBody>
                        <a:bodyPr/>
                        <a:lstStyle/>
                        <a:p>
                          <a:pPr>
                            <a:buNone/>
                          </a:pPr>
                          <a:endParaRPr lang="en-IN" dirty="0"/>
                        </a:p>
                      </a:txBody>
                      <a:tcPr anchor="ctr"/>
                    </a:tc>
                    <a:tc>
                      <a:txBody>
                        <a:bodyPr/>
                        <a:lstStyle/>
                        <a:p>
                          <a:pPr>
                            <a:buNone/>
                          </a:pPr>
                          <a:r>
                            <a:rPr lang="en-IN" dirty="0"/>
                            <a:t>Llama 2 7B</a:t>
                          </a:r>
                        </a:p>
                      </a:txBody>
                      <a:tcPr anchor="ctr"/>
                    </a:tc>
                    <a:tc>
                      <a:txBody>
                        <a:bodyPr/>
                        <a:lstStyle/>
                        <a:p>
                          <a:pPr>
                            <a:buNone/>
                          </a:pPr>
                          <a:r>
                            <a:rPr lang="en-IN" dirty="0"/>
                            <a:t>Qwen3-8B</a:t>
                          </a:r>
                        </a:p>
                      </a:txBody>
                      <a:tcPr anchor="ctr"/>
                    </a:tc>
                    <a:tc>
                      <a:txBody>
                        <a:bodyPr/>
                        <a:lstStyle/>
                        <a:p>
                          <a:pPr>
                            <a:buNone/>
                          </a:pPr>
                          <a:r>
                            <a:rPr lang="en-US" dirty="0"/>
                            <a:t>GPT 3</a:t>
                          </a:r>
                          <a:endParaRPr lang="en-IN" dirty="0"/>
                        </a:p>
                      </a:txBody>
                      <a:tcPr anchor="ctr"/>
                    </a:tc>
                    <a:extLst>
                      <a:ext uri="{0D108BD9-81ED-4DB2-BD59-A6C34878D82A}">
                        <a16:rowId xmlns:a16="http://schemas.microsoft.com/office/drawing/2014/main" val="2674309236"/>
                      </a:ext>
                    </a:extLst>
                  </a:tr>
                  <a:tr h="365760">
                    <a:tc>
                      <a:txBody>
                        <a:bodyPr/>
                        <a:lstStyle/>
                        <a:p>
                          <a:pPr>
                            <a:buNone/>
                          </a:pPr>
                          <a:r>
                            <a:rPr lang="en-IN"/>
                            <a:t>Sequence length</a:t>
                          </a:r>
                        </a:p>
                      </a:txBody>
                      <a:tcPr anchor="ctr"/>
                    </a:tc>
                    <a:tc>
                      <a:txBody>
                        <a:bodyPr/>
                        <a:lstStyle/>
                        <a:p>
                          <a:pPr>
                            <a:buNone/>
                          </a:pPr>
                          <a:r>
                            <a:rPr lang="en-IN" dirty="0"/>
                            <a:t>4,096</a:t>
                          </a:r>
                        </a:p>
                      </a:txBody>
                      <a:tcPr anchor="ctr"/>
                    </a:tc>
                    <a:tc>
                      <a:txBody>
                        <a:bodyPr/>
                        <a:lstStyle/>
                        <a:p>
                          <a:pPr>
                            <a:buNone/>
                          </a:pPr>
                          <a:r>
                            <a:rPr lang="en-IN" dirty="0"/>
                            <a:t>32,768</a:t>
                          </a:r>
                        </a:p>
                      </a:txBody>
                      <a:tcPr anchor="ctr"/>
                    </a:tc>
                    <a:tc>
                      <a:txBody>
                        <a:bodyPr/>
                        <a:lstStyle/>
                        <a:p>
                          <a:endParaRPr lang="en-US"/>
                        </a:p>
                      </a:txBody>
                      <a:tcPr anchor="ctr">
                        <a:blipFill>
                          <a:blip r:embed="rId3"/>
                          <a:stretch>
                            <a:fillRect l="-588889" t="-108333" r="-6667" b="-403333"/>
                          </a:stretch>
                        </a:blipFill>
                      </a:tcPr>
                    </a:tc>
                    <a:extLst>
                      <a:ext uri="{0D108BD9-81ED-4DB2-BD59-A6C34878D82A}">
                        <a16:rowId xmlns:a16="http://schemas.microsoft.com/office/drawing/2014/main" val="297336125"/>
                      </a:ext>
                    </a:extLst>
                  </a:tr>
                  <a:tr h="365760">
                    <a:tc>
                      <a:txBody>
                        <a:bodyPr/>
                        <a:lstStyle/>
                        <a:p>
                          <a:endParaRPr lang="en-US"/>
                        </a:p>
                      </a:txBody>
                      <a:tcPr anchor="ctr">
                        <a:blipFill>
                          <a:blip r:embed="rId3"/>
                          <a:stretch>
                            <a:fillRect l="-2244" t="-204918" r="-198718" b="-296721"/>
                          </a:stretch>
                        </a:blipFill>
                      </a:tcPr>
                    </a:tc>
                    <a:tc>
                      <a:txBody>
                        <a:bodyPr/>
                        <a:lstStyle/>
                        <a:p>
                          <a:pPr>
                            <a:buNone/>
                          </a:pPr>
                          <a:r>
                            <a:rPr lang="en-IN"/>
                            <a:t>32</a:t>
                          </a:r>
                        </a:p>
                      </a:txBody>
                      <a:tcPr anchor="ctr"/>
                    </a:tc>
                    <a:tc>
                      <a:txBody>
                        <a:bodyPr/>
                        <a:lstStyle/>
                        <a:p>
                          <a:pPr>
                            <a:buNone/>
                          </a:pPr>
                          <a:r>
                            <a:rPr lang="en-IN" dirty="0"/>
                            <a:t>36</a:t>
                          </a:r>
                        </a:p>
                      </a:txBody>
                      <a:tcPr anchor="ctr"/>
                    </a:tc>
                    <a:tc>
                      <a:txBody>
                        <a:bodyPr/>
                        <a:lstStyle/>
                        <a:p>
                          <a:pPr>
                            <a:buNone/>
                          </a:pPr>
                          <a:r>
                            <a:rPr lang="en-US" dirty="0"/>
                            <a:t>96</a:t>
                          </a:r>
                          <a:endParaRPr lang="en-IN" dirty="0"/>
                        </a:p>
                      </a:txBody>
                      <a:tcPr anchor="ctr"/>
                    </a:tc>
                    <a:extLst>
                      <a:ext uri="{0D108BD9-81ED-4DB2-BD59-A6C34878D82A}">
                        <a16:rowId xmlns:a16="http://schemas.microsoft.com/office/drawing/2014/main" val="1770651160"/>
                      </a:ext>
                    </a:extLst>
                  </a:tr>
                  <a:tr h="365760">
                    <a:tc>
                      <a:txBody>
                        <a:bodyPr/>
                        <a:lstStyle/>
                        <a:p>
                          <a:endParaRPr lang="en-US"/>
                        </a:p>
                      </a:txBody>
                      <a:tcPr anchor="ctr">
                        <a:blipFill>
                          <a:blip r:embed="rId3"/>
                          <a:stretch>
                            <a:fillRect l="-2244" t="-310000" r="-198718" b="-201667"/>
                          </a:stretch>
                        </a:blipFill>
                      </a:tcPr>
                    </a:tc>
                    <a:tc>
                      <a:txBody>
                        <a:bodyPr/>
                        <a:lstStyle/>
                        <a:p>
                          <a:pPr>
                            <a:buNone/>
                          </a:pPr>
                          <a:r>
                            <a:rPr lang="en-IN"/>
                            <a:t>32</a:t>
                          </a:r>
                        </a:p>
                      </a:txBody>
                      <a:tcPr anchor="ctr"/>
                    </a:tc>
                    <a:tc>
                      <a:txBody>
                        <a:bodyPr/>
                        <a:lstStyle/>
                        <a:p>
                          <a:pPr>
                            <a:buNone/>
                          </a:pPr>
                          <a:r>
                            <a:rPr lang="en-IN" dirty="0"/>
                            <a:t>8</a:t>
                          </a:r>
                        </a:p>
                      </a:txBody>
                      <a:tcPr anchor="ctr"/>
                    </a:tc>
                    <a:tc>
                      <a:txBody>
                        <a:bodyPr/>
                        <a:lstStyle/>
                        <a:p>
                          <a:pPr>
                            <a:buNone/>
                          </a:pPr>
                          <a:r>
                            <a:rPr lang="en-US" dirty="0"/>
                            <a:t>96</a:t>
                          </a:r>
                          <a:endParaRPr lang="en-IN" dirty="0"/>
                        </a:p>
                      </a:txBody>
                      <a:tcPr anchor="ctr"/>
                    </a:tc>
                    <a:extLst>
                      <a:ext uri="{0D108BD9-81ED-4DB2-BD59-A6C34878D82A}">
                        <a16:rowId xmlns:a16="http://schemas.microsoft.com/office/drawing/2014/main" val="372314060"/>
                      </a:ext>
                    </a:extLst>
                  </a:tr>
                  <a:tr h="655765">
                    <a:tc>
                      <a:txBody>
                        <a:bodyPr/>
                        <a:lstStyle/>
                        <a:p>
                          <a:endParaRPr lang="en-US"/>
                        </a:p>
                      </a:txBody>
                      <a:tcPr anchor="ctr">
                        <a:blipFill>
                          <a:blip r:embed="rId3"/>
                          <a:stretch>
                            <a:fillRect l="-2244" t="-227778" r="-198718" b="-12037"/>
                          </a:stretch>
                        </a:blipFill>
                      </a:tcPr>
                    </a:tc>
                    <a:tc>
                      <a:txBody>
                        <a:bodyPr/>
                        <a:lstStyle/>
                        <a:p>
                          <a:pPr>
                            <a:buNone/>
                          </a:pPr>
                          <a:r>
                            <a:rPr lang="en-IN"/>
                            <a:t>128</a:t>
                          </a:r>
                        </a:p>
                      </a:txBody>
                      <a:tcPr anchor="ctr"/>
                    </a:tc>
                    <a:tc>
                      <a:txBody>
                        <a:bodyPr/>
                        <a:lstStyle/>
                        <a:p>
                          <a:pPr>
                            <a:buNone/>
                          </a:pPr>
                          <a:r>
                            <a:rPr lang="en-IN" dirty="0"/>
                            <a:t>128</a:t>
                          </a:r>
                        </a:p>
                      </a:txBody>
                      <a:tcPr anchor="ctr"/>
                    </a:tc>
                    <a:tc>
                      <a:txBody>
                        <a:bodyPr/>
                        <a:lstStyle/>
                        <a:p>
                          <a:pPr>
                            <a:buNone/>
                          </a:pPr>
                          <a:r>
                            <a:rPr lang="en-US" dirty="0"/>
                            <a:t>128</a:t>
                          </a:r>
                          <a:endParaRPr lang="en-IN" dirty="0"/>
                        </a:p>
                      </a:txBody>
                      <a:tcPr anchor="ctr"/>
                    </a:tc>
                    <a:extLst>
                      <a:ext uri="{0D108BD9-81ED-4DB2-BD59-A6C34878D82A}">
                        <a16:rowId xmlns:a16="http://schemas.microsoft.com/office/drawing/2014/main" val="137091044"/>
                      </a:ext>
                    </a:extLst>
                  </a:tr>
                </a:tbl>
              </a:graphicData>
            </a:graphic>
          </p:graphicFrame>
        </mc:Fallback>
      </mc:AlternateContent>
      <p:sp>
        <p:nvSpPr>
          <p:cNvPr id="3" name="Title 2">
            <a:extLst>
              <a:ext uri="{FF2B5EF4-FFF2-40B4-BE49-F238E27FC236}">
                <a16:creationId xmlns:a16="http://schemas.microsoft.com/office/drawing/2014/main" id="{861D29ED-D265-0801-C8A2-1B1D6F133DD3}"/>
              </a:ext>
            </a:extLst>
          </p:cNvPr>
          <p:cNvSpPr>
            <a:spLocks noGrp="1"/>
          </p:cNvSpPr>
          <p:nvPr>
            <p:ph type="title"/>
          </p:nvPr>
        </p:nvSpPr>
        <p:spPr/>
        <p:txBody>
          <a:bodyPr/>
          <a:lstStyle/>
          <a:p>
            <a:r>
              <a:rPr lang="en-US" dirty="0"/>
              <a:t>KV cache memory</a:t>
            </a:r>
            <a:endParaRPr lang="en-IN"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825A2E2-3DD2-98D2-0D1A-40DDC47FC7BE}"/>
                  </a:ext>
                </a:extLst>
              </p:cNvPr>
              <p:cNvSpPr txBox="1"/>
              <p:nvPr/>
            </p:nvSpPr>
            <p:spPr>
              <a:xfrm>
                <a:off x="114586" y="4362608"/>
                <a:ext cx="6097712" cy="2031325"/>
              </a:xfrm>
              <a:prstGeom prst="rect">
                <a:avLst/>
              </a:prstGeom>
              <a:noFill/>
            </p:spPr>
            <p:txBody>
              <a:bodyPr wrap="square">
                <a:spAutoFit/>
              </a:bodyPr>
              <a:lstStyle/>
              <a:p>
                <a:r>
                  <a:rPr lang="en-IN" b="1" dirty="0"/>
                  <a:t>Batch=1</a:t>
                </a:r>
              </a:p>
              <a:p>
                <a:r>
                  <a:rPr lang="en-IN" b="1" dirty="0"/>
                  <a:t>Llama 2 7B:</a:t>
                </a:r>
                <a:endParaRPr lang="en-IN" dirty="0"/>
              </a:p>
              <a:p>
                <a:pPr/>
                <a14:m>
                  <m:oMathPara xmlns:m="http://schemas.openxmlformats.org/officeDocument/2006/math">
                    <m:oMathParaPr>
                      <m:jc m:val="centerGroup"/>
                    </m:oMathParaPr>
                    <m:oMath xmlns:m="http://schemas.openxmlformats.org/officeDocument/2006/math">
                      <m:r>
                        <a:rPr lang="en-IN">
                          <a:latin typeface="Cambria Math" panose="02040503050406030204" pitchFamily="18" charset="0"/>
                        </a:rPr>
                        <m:t>1</m:t>
                      </m:r>
                      <m:r>
                        <a:rPr lang="en-IN">
                          <a:latin typeface="Cambria Math" panose="02040503050406030204" pitchFamily="18" charset="0"/>
                        </a:rPr>
                        <m:t>×</m:t>
                      </m:r>
                      <m:r>
                        <a:rPr lang="en-IN">
                          <a:latin typeface="Cambria Math" panose="02040503050406030204" pitchFamily="18" charset="0"/>
                        </a:rPr>
                        <m:t>4096</m:t>
                      </m:r>
                      <m:r>
                        <a:rPr lang="en-IN">
                          <a:latin typeface="Cambria Math" panose="02040503050406030204" pitchFamily="18" charset="0"/>
                        </a:rPr>
                        <m:t>×</m:t>
                      </m:r>
                      <m:r>
                        <a:rPr lang="en-IN">
                          <a:latin typeface="Cambria Math" panose="02040503050406030204" pitchFamily="18" charset="0"/>
                        </a:rPr>
                        <m:t>2</m:t>
                      </m:r>
                      <m:r>
                        <a:rPr lang="en-IN">
                          <a:latin typeface="Cambria Math" panose="02040503050406030204" pitchFamily="18" charset="0"/>
                        </a:rPr>
                        <m:t>×</m:t>
                      </m:r>
                      <m:r>
                        <a:rPr lang="en-IN">
                          <a:latin typeface="Cambria Math" panose="02040503050406030204" pitchFamily="18" charset="0"/>
                        </a:rPr>
                        <m:t>32</m:t>
                      </m:r>
                      <m:r>
                        <a:rPr lang="en-IN">
                          <a:latin typeface="Cambria Math" panose="02040503050406030204" pitchFamily="18" charset="0"/>
                        </a:rPr>
                        <m:t>×</m:t>
                      </m:r>
                      <m:r>
                        <a:rPr lang="en-IN">
                          <a:latin typeface="Cambria Math" panose="02040503050406030204" pitchFamily="18" charset="0"/>
                        </a:rPr>
                        <m:t>32</m:t>
                      </m:r>
                      <m:r>
                        <a:rPr lang="en-IN">
                          <a:latin typeface="Cambria Math" panose="02040503050406030204" pitchFamily="18" charset="0"/>
                        </a:rPr>
                        <m:t>×</m:t>
                      </m:r>
                      <m:r>
                        <a:rPr lang="en-IN">
                          <a:latin typeface="Cambria Math" panose="02040503050406030204" pitchFamily="18" charset="0"/>
                        </a:rPr>
                        <m:t>128</m:t>
                      </m:r>
                      <m:r>
                        <a:rPr lang="en-IN">
                          <a:latin typeface="Cambria Math" panose="02040503050406030204" pitchFamily="18" charset="0"/>
                        </a:rPr>
                        <m:t>×</m:t>
                      </m:r>
                      <m:r>
                        <a:rPr lang="en-IN">
                          <a:latin typeface="Cambria Math" panose="02040503050406030204" pitchFamily="18" charset="0"/>
                        </a:rPr>
                        <m:t>2</m:t>
                      </m:r>
                      <m:r>
                        <a:rPr lang="en-IN">
                          <a:latin typeface="Cambria Math" panose="02040503050406030204" pitchFamily="18" charset="0"/>
                        </a:rPr>
                        <m:t>=</m:t>
                      </m:r>
                      <m:r>
                        <m:rPr>
                          <m:nor/>
                        </m:rPr>
                        <a:rPr lang="en-IN" i="1"/>
                        <m:t>𝟐</m:t>
                      </m:r>
                      <m:r>
                        <m:rPr>
                          <m:nor/>
                        </m:rPr>
                        <a:rPr lang="en-IN" i="1"/>
                        <m:t>.</m:t>
                      </m:r>
                      <m:r>
                        <m:rPr>
                          <m:nor/>
                        </m:rPr>
                        <a:rPr lang="en-IN" i="1"/>
                        <m:t>𝟎</m:t>
                      </m:r>
                      <m:r>
                        <m:rPr>
                          <m:nor/>
                        </m:rPr>
                        <a:rPr lang="en-IN" i="1"/>
                        <m:t> </m:t>
                      </m:r>
                      <m:r>
                        <m:rPr>
                          <m:nor/>
                        </m:rPr>
                        <a:rPr lang="en-IN" i="1"/>
                        <m:t>𝐆𝐁</m:t>
                      </m:r>
                    </m:oMath>
                  </m:oMathPara>
                </a14:m>
                <a:endParaRPr lang="en-IN" b="0" dirty="0"/>
              </a:p>
              <a:p>
                <a:r>
                  <a:rPr lang="en-IN" b="1" dirty="0"/>
                  <a:t>Qwen3-8B:</a:t>
                </a:r>
                <a:endParaRPr lang="en-IN" dirty="0"/>
              </a:p>
              <a:p>
                <a:pPr/>
                <a14:m>
                  <m:oMathPara xmlns:m="http://schemas.openxmlformats.org/officeDocument/2006/math">
                    <m:oMathParaPr>
                      <m:jc m:val="centerGroup"/>
                    </m:oMathParaPr>
                    <m:oMath xmlns:m="http://schemas.openxmlformats.org/officeDocument/2006/math">
                      <m:r>
                        <a:rPr lang="en-IN">
                          <a:latin typeface="Cambria Math" panose="02040503050406030204" pitchFamily="18" charset="0"/>
                        </a:rPr>
                        <m:t>1</m:t>
                      </m:r>
                      <m:r>
                        <a:rPr lang="en-IN">
                          <a:latin typeface="Cambria Math" panose="02040503050406030204" pitchFamily="18" charset="0"/>
                        </a:rPr>
                        <m:t>×</m:t>
                      </m:r>
                      <m:r>
                        <a:rPr lang="en-IN">
                          <a:latin typeface="Cambria Math" panose="02040503050406030204" pitchFamily="18" charset="0"/>
                        </a:rPr>
                        <m:t>32768</m:t>
                      </m:r>
                      <m:r>
                        <a:rPr lang="en-IN">
                          <a:latin typeface="Cambria Math" panose="02040503050406030204" pitchFamily="18" charset="0"/>
                        </a:rPr>
                        <m:t>×</m:t>
                      </m:r>
                      <m:r>
                        <a:rPr lang="en-IN">
                          <a:latin typeface="Cambria Math" panose="02040503050406030204" pitchFamily="18" charset="0"/>
                        </a:rPr>
                        <m:t>2</m:t>
                      </m:r>
                      <m:r>
                        <a:rPr lang="en-IN">
                          <a:latin typeface="Cambria Math" panose="02040503050406030204" pitchFamily="18" charset="0"/>
                        </a:rPr>
                        <m:t>×</m:t>
                      </m:r>
                      <m:r>
                        <a:rPr lang="en-IN">
                          <a:latin typeface="Cambria Math" panose="02040503050406030204" pitchFamily="18" charset="0"/>
                        </a:rPr>
                        <m:t>36</m:t>
                      </m:r>
                      <m:r>
                        <a:rPr lang="en-IN">
                          <a:latin typeface="Cambria Math" panose="02040503050406030204" pitchFamily="18" charset="0"/>
                        </a:rPr>
                        <m:t>×</m:t>
                      </m:r>
                      <m:r>
                        <a:rPr lang="en-IN">
                          <a:latin typeface="Cambria Math" panose="02040503050406030204" pitchFamily="18" charset="0"/>
                        </a:rPr>
                        <m:t>8</m:t>
                      </m:r>
                      <m:r>
                        <a:rPr lang="en-IN">
                          <a:latin typeface="Cambria Math" panose="02040503050406030204" pitchFamily="18" charset="0"/>
                        </a:rPr>
                        <m:t>×</m:t>
                      </m:r>
                      <m:r>
                        <a:rPr lang="en-IN">
                          <a:latin typeface="Cambria Math" panose="02040503050406030204" pitchFamily="18" charset="0"/>
                        </a:rPr>
                        <m:t>128</m:t>
                      </m:r>
                      <m:r>
                        <a:rPr lang="en-IN">
                          <a:latin typeface="Cambria Math" panose="02040503050406030204" pitchFamily="18" charset="0"/>
                        </a:rPr>
                        <m:t>×</m:t>
                      </m:r>
                      <m:r>
                        <a:rPr lang="en-IN">
                          <a:latin typeface="Cambria Math" panose="02040503050406030204" pitchFamily="18" charset="0"/>
                        </a:rPr>
                        <m:t>2</m:t>
                      </m:r>
                      <m:r>
                        <a:rPr lang="en-IN">
                          <a:latin typeface="Cambria Math" panose="02040503050406030204" pitchFamily="18" charset="0"/>
                        </a:rPr>
                        <m:t>=</m:t>
                      </m:r>
                      <m:r>
                        <m:rPr>
                          <m:nor/>
                        </m:rPr>
                        <a:rPr lang="en-IN" i="1"/>
                        <m:t>𝟒</m:t>
                      </m:r>
                      <m:r>
                        <m:rPr>
                          <m:nor/>
                        </m:rPr>
                        <a:rPr lang="en-IN" i="1"/>
                        <m:t>.</m:t>
                      </m:r>
                      <m:r>
                        <m:rPr>
                          <m:nor/>
                        </m:rPr>
                        <a:rPr lang="en-IN" i="1"/>
                        <m:t>𝟓</m:t>
                      </m:r>
                      <m:r>
                        <m:rPr>
                          <m:nor/>
                        </m:rPr>
                        <a:rPr lang="en-IN" i="1"/>
                        <m:t> </m:t>
                      </m:r>
                      <m:r>
                        <m:rPr>
                          <m:nor/>
                        </m:rPr>
                        <a:rPr lang="en-IN" i="1"/>
                        <m:t>𝐆𝐁</m:t>
                      </m:r>
                    </m:oMath>
                  </m:oMathPara>
                </a14:m>
                <a:endParaRPr lang="en-IN" b="0" dirty="0"/>
              </a:p>
              <a:p>
                <a:r>
                  <a:rPr lang="en-IN" b="1" dirty="0"/>
                  <a:t>GPT-3 175B:</a:t>
                </a:r>
                <a:endParaRPr lang="en-IN" dirty="0"/>
              </a:p>
              <a:p>
                <a:pPr/>
                <a14:m>
                  <m:oMathPara xmlns:m="http://schemas.openxmlformats.org/officeDocument/2006/math">
                    <m:oMathParaPr>
                      <m:jc m:val="centerGroup"/>
                    </m:oMathParaPr>
                    <m:oMath xmlns:m="http://schemas.openxmlformats.org/officeDocument/2006/math">
                      <m:r>
                        <a:rPr lang="en-IN">
                          <a:latin typeface="Cambria Math" panose="02040503050406030204" pitchFamily="18" charset="0"/>
                        </a:rPr>
                        <m:t>1</m:t>
                      </m:r>
                      <m:r>
                        <a:rPr lang="en-IN">
                          <a:latin typeface="Cambria Math" panose="02040503050406030204" pitchFamily="18" charset="0"/>
                        </a:rPr>
                        <m:t>×</m:t>
                      </m:r>
                      <m:r>
                        <a:rPr lang="en-US" b="0" i="0" smtClean="0">
                          <a:latin typeface="Cambria Math" panose="02040503050406030204" pitchFamily="18" charset="0"/>
                        </a:rPr>
                        <m:t>2048</m:t>
                      </m:r>
                      <m:r>
                        <a:rPr lang="en-IN">
                          <a:latin typeface="Cambria Math" panose="02040503050406030204" pitchFamily="18" charset="0"/>
                        </a:rPr>
                        <m:t>×</m:t>
                      </m:r>
                      <m:r>
                        <a:rPr lang="en-IN">
                          <a:latin typeface="Cambria Math" panose="02040503050406030204" pitchFamily="18" charset="0"/>
                        </a:rPr>
                        <m:t>2</m:t>
                      </m:r>
                      <m:r>
                        <a:rPr lang="en-IN">
                          <a:latin typeface="Cambria Math" panose="02040503050406030204" pitchFamily="18" charset="0"/>
                        </a:rPr>
                        <m:t>×</m:t>
                      </m:r>
                      <m:r>
                        <a:rPr lang="en-US" b="0" i="0" smtClean="0">
                          <a:latin typeface="Cambria Math" panose="02040503050406030204" pitchFamily="18" charset="0"/>
                        </a:rPr>
                        <m:t>9</m:t>
                      </m:r>
                      <m:r>
                        <a:rPr lang="en-IN">
                          <a:latin typeface="Cambria Math" panose="02040503050406030204" pitchFamily="18" charset="0"/>
                        </a:rPr>
                        <m:t>6</m:t>
                      </m:r>
                      <m:r>
                        <a:rPr lang="en-IN">
                          <a:latin typeface="Cambria Math" panose="02040503050406030204" pitchFamily="18" charset="0"/>
                        </a:rPr>
                        <m:t>×</m:t>
                      </m:r>
                      <m:r>
                        <a:rPr lang="en-US" b="0" i="0" smtClean="0">
                          <a:latin typeface="Cambria Math" panose="02040503050406030204" pitchFamily="18" charset="0"/>
                        </a:rPr>
                        <m:t>96</m:t>
                      </m:r>
                      <m:r>
                        <a:rPr lang="en-IN" smtClean="0">
                          <a:latin typeface="Cambria Math" panose="02040503050406030204" pitchFamily="18" charset="0"/>
                        </a:rPr>
                        <m:t>×</m:t>
                      </m:r>
                      <m:r>
                        <a:rPr lang="en-US" b="0" i="0" smtClean="0">
                          <a:latin typeface="Cambria Math" panose="02040503050406030204" pitchFamily="18" charset="0"/>
                        </a:rPr>
                        <m:t>128</m:t>
                      </m:r>
                      <m:r>
                        <a:rPr lang="en-US" b="0" i="1" smtClean="0">
                          <a:latin typeface="Cambria Math" panose="02040503050406030204" pitchFamily="18" charset="0"/>
                          <a:ea typeface="Cambria Math" panose="02040503050406030204" pitchFamily="18" charset="0"/>
                        </a:rPr>
                        <m:t>×</m:t>
                      </m:r>
                      <m:r>
                        <a:rPr lang="en-IN">
                          <a:latin typeface="Cambria Math" panose="02040503050406030204" pitchFamily="18" charset="0"/>
                        </a:rPr>
                        <m:t>2</m:t>
                      </m:r>
                      <m:r>
                        <a:rPr lang="en-IN">
                          <a:latin typeface="Cambria Math" panose="02040503050406030204" pitchFamily="18" charset="0"/>
                        </a:rPr>
                        <m:t>=</m:t>
                      </m:r>
                      <m:r>
                        <m:rPr>
                          <m:nor/>
                        </m:rPr>
                        <a:rPr lang="en-US" b="0" i="1" smtClean="0">
                          <a:latin typeface="Cambria Math" panose="02040503050406030204" pitchFamily="18" charset="0"/>
                        </a:rPr>
                        <m:t>9</m:t>
                      </m:r>
                      <m:r>
                        <m:rPr>
                          <m:nor/>
                        </m:rPr>
                        <a:rPr lang="en-IN" i="1"/>
                        <m:t> </m:t>
                      </m:r>
                      <m:r>
                        <m:rPr>
                          <m:nor/>
                        </m:rPr>
                        <a:rPr lang="en-IN" i="1"/>
                        <m:t>𝐆𝐁</m:t>
                      </m:r>
                    </m:oMath>
                  </m:oMathPara>
                </a14:m>
                <a:endParaRPr lang="en-IN" dirty="0"/>
              </a:p>
            </p:txBody>
          </p:sp>
        </mc:Choice>
        <mc:Fallback xmlns="">
          <p:sp>
            <p:nvSpPr>
              <p:cNvPr id="6" name="TextBox 5">
                <a:extLst>
                  <a:ext uri="{FF2B5EF4-FFF2-40B4-BE49-F238E27FC236}">
                    <a16:creationId xmlns:a16="http://schemas.microsoft.com/office/drawing/2014/main" id="{3825A2E2-3DD2-98D2-0D1A-40DDC47FC7BE}"/>
                  </a:ext>
                </a:extLst>
              </p:cNvPr>
              <p:cNvSpPr txBox="1">
                <a:spLocks noRot="1" noChangeAspect="1" noMove="1" noResize="1" noEditPoints="1" noAdjustHandles="1" noChangeArrowheads="1" noChangeShapeType="1" noTextEdit="1"/>
              </p:cNvSpPr>
              <p:nvPr/>
            </p:nvSpPr>
            <p:spPr>
              <a:xfrm>
                <a:off x="114586" y="4362608"/>
                <a:ext cx="6097712" cy="2031325"/>
              </a:xfrm>
              <a:prstGeom prst="rect">
                <a:avLst/>
              </a:prstGeom>
              <a:blipFill>
                <a:blip r:embed="rId4"/>
                <a:stretch>
                  <a:fillRect l="-900" t="-1802"/>
                </a:stretch>
              </a:blipFill>
            </p:spPr>
            <p:txBody>
              <a:bodyPr/>
              <a:lstStyle/>
              <a:p>
                <a:r>
                  <a:rPr lang="en-IN">
                    <a:noFill/>
                  </a:rPr>
                  <a:t> </a:t>
                </a:r>
              </a:p>
            </p:txBody>
          </p:sp>
        </mc:Fallback>
      </mc:AlternateContent>
      <p:sp>
        <p:nvSpPr>
          <p:cNvPr id="8" name="TextBox 7">
            <a:extLst>
              <a:ext uri="{FF2B5EF4-FFF2-40B4-BE49-F238E27FC236}">
                <a16:creationId xmlns:a16="http://schemas.microsoft.com/office/drawing/2014/main" id="{5DA7AF68-1B07-CD19-7B23-2C5735EEB23C}"/>
              </a:ext>
            </a:extLst>
          </p:cNvPr>
          <p:cNvSpPr txBox="1"/>
          <p:nvPr/>
        </p:nvSpPr>
        <p:spPr>
          <a:xfrm>
            <a:off x="232596" y="1479729"/>
            <a:ext cx="11959404" cy="630942"/>
          </a:xfrm>
          <a:prstGeom prst="rect">
            <a:avLst/>
          </a:prstGeom>
          <a:noFill/>
        </p:spPr>
        <p:txBody>
          <a:bodyPr wrap="square">
            <a:spAutoFit/>
          </a:bodyPr>
          <a:lstStyle/>
          <a:p>
            <a:pPr algn="l" fontAlgn="base">
              <a:lnSpc>
                <a:spcPts val="2100"/>
              </a:lnSpc>
              <a:spcBef>
                <a:spcPts val="1425"/>
              </a:spcBef>
              <a:spcAft>
                <a:spcPts val="1425"/>
              </a:spcAft>
              <a:buNone/>
            </a:pPr>
            <a:r>
              <a:rPr lang="en-US" b="1" dirty="0">
                <a:solidFill>
                  <a:srgbClr val="1A1A1A"/>
                </a:solidFill>
                <a:latin typeface="+mn-lt"/>
              </a:rPr>
              <a:t>Total size of KV cache in bytes = (</a:t>
            </a:r>
            <a:r>
              <a:rPr lang="en-US" b="1" dirty="0" err="1">
                <a:solidFill>
                  <a:srgbClr val="1A1A1A"/>
                </a:solidFill>
                <a:latin typeface="+mn-lt"/>
              </a:rPr>
              <a:t>batch_size</a:t>
            </a:r>
            <a:r>
              <a:rPr lang="en-US" b="1" dirty="0">
                <a:solidFill>
                  <a:srgbClr val="1A1A1A"/>
                </a:solidFill>
                <a:latin typeface="+mn-lt"/>
              </a:rPr>
              <a:t>) * (</a:t>
            </a:r>
            <a:r>
              <a:rPr lang="en-US" b="1" dirty="0" err="1">
                <a:solidFill>
                  <a:srgbClr val="1A1A1A"/>
                </a:solidFill>
                <a:latin typeface="+mn-lt"/>
              </a:rPr>
              <a:t>sequence_length</a:t>
            </a:r>
            <a:r>
              <a:rPr lang="en-US" b="1" dirty="0">
                <a:solidFill>
                  <a:srgbClr val="1A1A1A"/>
                </a:solidFill>
                <a:latin typeface="+mn-lt"/>
              </a:rPr>
              <a:t>) * 2 * (</a:t>
            </a:r>
            <a:r>
              <a:rPr lang="en-US" b="1" dirty="0" err="1">
                <a:solidFill>
                  <a:srgbClr val="1A1A1A"/>
                </a:solidFill>
                <a:latin typeface="+mn-lt"/>
              </a:rPr>
              <a:t>num_layers</a:t>
            </a:r>
            <a:r>
              <a:rPr lang="en-US" b="1" dirty="0">
                <a:solidFill>
                  <a:srgbClr val="1A1A1A"/>
                </a:solidFill>
                <a:latin typeface="+mn-lt"/>
              </a:rPr>
              <a:t>) * (</a:t>
            </a:r>
            <a:r>
              <a:rPr lang="en-IN" b="1" dirty="0">
                <a:latin typeface="+mn-lt"/>
              </a:rPr>
              <a:t>Number of KV heads</a:t>
            </a:r>
            <a:r>
              <a:rPr lang="en-US" b="1" dirty="0">
                <a:solidFill>
                  <a:srgbClr val="1A1A1A"/>
                </a:solidFill>
                <a:latin typeface="+mn-lt"/>
              </a:rPr>
              <a:t>) *  (</a:t>
            </a:r>
            <a:r>
              <a:rPr lang="en-IN" b="1" dirty="0">
                <a:latin typeface="+mn-lt"/>
              </a:rPr>
              <a:t>Per-head dimension) * </a:t>
            </a:r>
            <a:r>
              <a:rPr lang="en-US" b="1" dirty="0" err="1">
                <a:solidFill>
                  <a:srgbClr val="1A1A1A"/>
                </a:solidFill>
                <a:latin typeface="+mn-lt"/>
              </a:rPr>
              <a:t>sizeof</a:t>
            </a:r>
            <a:r>
              <a:rPr lang="en-US" b="1" dirty="0">
                <a:solidFill>
                  <a:srgbClr val="1A1A1A"/>
                </a:solidFill>
                <a:latin typeface="+mn-lt"/>
              </a:rPr>
              <a:t>(FP16) </a:t>
            </a:r>
          </a:p>
        </p:txBody>
      </p:sp>
      <p:sp>
        <p:nvSpPr>
          <p:cNvPr id="12" name="TextBox 11">
            <a:extLst>
              <a:ext uri="{FF2B5EF4-FFF2-40B4-BE49-F238E27FC236}">
                <a16:creationId xmlns:a16="http://schemas.microsoft.com/office/drawing/2014/main" id="{B07AADB0-9014-6823-9D9F-C2D86AB24A58}"/>
              </a:ext>
            </a:extLst>
          </p:cNvPr>
          <p:cNvSpPr txBox="1"/>
          <p:nvPr/>
        </p:nvSpPr>
        <p:spPr>
          <a:xfrm>
            <a:off x="6355270" y="4260467"/>
            <a:ext cx="5478695" cy="1754326"/>
          </a:xfrm>
          <a:prstGeom prst="rect">
            <a:avLst/>
          </a:prstGeom>
          <a:noFill/>
        </p:spPr>
        <p:txBody>
          <a:bodyPr wrap="square">
            <a:spAutoFit/>
          </a:bodyPr>
          <a:lstStyle/>
          <a:p>
            <a:r>
              <a:rPr lang="en-US" dirty="0"/>
              <a:t>Despite having the </a:t>
            </a:r>
            <a:r>
              <a:rPr lang="en-US" b="1" dirty="0"/>
              <a:t>shortest context</a:t>
            </a:r>
            <a:r>
              <a:rPr lang="en-US" dirty="0"/>
              <a:t> of the three, GPT-3 has by far the largest KV cache</a:t>
            </a:r>
          </a:p>
          <a:p>
            <a:r>
              <a:rPr lang="en-US" dirty="0"/>
              <a:t>Despite Qwen3-8B having an </a:t>
            </a:r>
            <a:r>
              <a:rPr lang="en-US" b="1" dirty="0"/>
              <a:t>8× longer context</a:t>
            </a:r>
            <a:r>
              <a:rPr lang="en-US" dirty="0"/>
              <a:t>, it only uses </a:t>
            </a:r>
            <a:r>
              <a:rPr lang="en-US" b="1" dirty="0"/>
              <a:t>2.25× more</a:t>
            </a:r>
            <a:r>
              <a:rPr lang="en-US" dirty="0"/>
              <a:t> KV cache memory than Llama 2 7B at batch=1 </a:t>
            </a:r>
          </a:p>
          <a:p>
            <a:r>
              <a:rPr lang="en-US" dirty="0"/>
              <a:t>— a direct payoff of GQA cutting KV heads from 32 → 8</a:t>
            </a:r>
            <a:endParaRPr lang="en-IN" dirty="0"/>
          </a:p>
        </p:txBody>
      </p:sp>
      <p:sp>
        <p:nvSpPr>
          <p:cNvPr id="2" name="TextBox 1">
            <a:extLst>
              <a:ext uri="{FF2B5EF4-FFF2-40B4-BE49-F238E27FC236}">
                <a16:creationId xmlns:a16="http://schemas.microsoft.com/office/drawing/2014/main" id="{62CA824B-A2EC-1B81-0553-D690534219F0}"/>
              </a:ext>
            </a:extLst>
          </p:cNvPr>
          <p:cNvSpPr txBox="1"/>
          <p:nvPr/>
        </p:nvSpPr>
        <p:spPr>
          <a:xfrm>
            <a:off x="7562515" y="2497324"/>
            <a:ext cx="5012791" cy="646331"/>
          </a:xfrm>
          <a:prstGeom prst="rect">
            <a:avLst/>
          </a:prstGeom>
          <a:noFill/>
        </p:spPr>
        <p:txBody>
          <a:bodyPr wrap="square">
            <a:spAutoFit/>
          </a:bodyPr>
          <a:lstStyle/>
          <a:p>
            <a:r>
              <a:rPr lang="en-US" dirty="0"/>
              <a:t>Batch Size: No requests (users) processed simultaneously</a:t>
            </a:r>
            <a:endParaRPr lang="en-IN" dirty="0"/>
          </a:p>
        </p:txBody>
      </p:sp>
    </p:spTree>
    <p:extLst>
      <p:ext uri="{BB962C8B-B14F-4D97-AF65-F5344CB8AC3E}">
        <p14:creationId xmlns:p14="http://schemas.microsoft.com/office/powerpoint/2010/main" val="12084281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F9FAD6D-864F-4426-B91C-F600B2B1D531}"/>
              </a:ext>
            </a:extLst>
          </p:cNvPr>
          <p:cNvSpPr>
            <a:spLocks noGrp="1"/>
          </p:cNvSpPr>
          <p:nvPr>
            <p:ph idx="10"/>
          </p:nvPr>
        </p:nvSpPr>
        <p:spPr>
          <a:xfrm>
            <a:off x="147146" y="1671306"/>
            <a:ext cx="11740055" cy="651641"/>
          </a:xfrm>
        </p:spPr>
        <p:txBody>
          <a:bodyPr>
            <a:normAutofit fontScale="92500" lnSpcReduction="20000"/>
          </a:bodyPr>
          <a:lstStyle/>
          <a:p>
            <a:r>
              <a:rPr lang="en-US" dirty="0"/>
              <a:t>2 main contributors to GPU LLM memory requirement:  model weights and KV cache</a:t>
            </a:r>
          </a:p>
          <a:p>
            <a:r>
              <a:rPr lang="en-US" b="1" dirty="0"/>
              <a:t>Weights</a:t>
            </a:r>
            <a:r>
              <a:rPr lang="en-US" dirty="0"/>
              <a:t> = </a:t>
            </a:r>
            <a:r>
              <a:rPr lang="en-US" dirty="0" err="1"/>
              <a:t>num_params</a:t>
            </a:r>
            <a:r>
              <a:rPr lang="en-US" dirty="0"/>
              <a:t> × </a:t>
            </a:r>
            <a:r>
              <a:rPr lang="en-US" dirty="0" err="1"/>
              <a:t>sizeof</a:t>
            </a:r>
            <a:r>
              <a:rPr lang="en-US" dirty="0"/>
              <a:t>(</a:t>
            </a:r>
            <a:r>
              <a:rPr lang="en-US" dirty="0" err="1"/>
              <a:t>dtype</a:t>
            </a:r>
            <a:r>
              <a:rPr lang="en-US" dirty="0"/>
              <a:t>)</a:t>
            </a:r>
          </a:p>
          <a:p>
            <a:endParaRPr lang="en-US" dirty="0"/>
          </a:p>
          <a:p>
            <a:endParaRPr lang="en-IN" dirty="0"/>
          </a:p>
        </p:txBody>
      </p:sp>
      <p:sp>
        <p:nvSpPr>
          <p:cNvPr id="3" name="Title 2">
            <a:extLst>
              <a:ext uri="{FF2B5EF4-FFF2-40B4-BE49-F238E27FC236}">
                <a16:creationId xmlns:a16="http://schemas.microsoft.com/office/drawing/2014/main" id="{BFA5F2FB-2B78-5376-B0D6-AB1B0DCBA17C}"/>
              </a:ext>
            </a:extLst>
          </p:cNvPr>
          <p:cNvSpPr>
            <a:spLocks noGrp="1"/>
          </p:cNvSpPr>
          <p:nvPr>
            <p:ph type="title"/>
          </p:nvPr>
        </p:nvSpPr>
        <p:spPr/>
        <p:txBody>
          <a:bodyPr/>
          <a:lstStyle/>
          <a:p>
            <a:r>
              <a:rPr lang="en-US" dirty="0"/>
              <a:t>Inference Memory</a:t>
            </a:r>
            <a:endParaRPr lang="en-IN" dirty="0"/>
          </a:p>
        </p:txBody>
      </p:sp>
      <p:graphicFrame>
        <p:nvGraphicFramePr>
          <p:cNvPr id="4" name="Table 3">
            <a:extLst>
              <a:ext uri="{FF2B5EF4-FFF2-40B4-BE49-F238E27FC236}">
                <a16:creationId xmlns:a16="http://schemas.microsoft.com/office/drawing/2014/main" id="{7FFBE41D-C71B-20DD-8DED-02C8616EF202}"/>
              </a:ext>
            </a:extLst>
          </p:cNvPr>
          <p:cNvGraphicFramePr>
            <a:graphicFrameLocks noGrp="1"/>
          </p:cNvGraphicFramePr>
          <p:nvPr/>
        </p:nvGraphicFramePr>
        <p:xfrm>
          <a:off x="441436" y="2638419"/>
          <a:ext cx="7907284" cy="2468880"/>
        </p:xfrm>
        <a:graphic>
          <a:graphicData uri="http://schemas.openxmlformats.org/drawingml/2006/table">
            <a:tbl>
              <a:tblPr>
                <a:tableStyleId>{3C2FFA5D-87B4-456A-9821-1D502468CF0F}</a:tableStyleId>
              </a:tblPr>
              <a:tblGrid>
                <a:gridCol w="1406043">
                  <a:extLst>
                    <a:ext uri="{9D8B030D-6E8A-4147-A177-3AD203B41FA5}">
                      <a16:colId xmlns:a16="http://schemas.microsoft.com/office/drawing/2014/main" val="1175661444"/>
                    </a:ext>
                  </a:extLst>
                </a:gridCol>
                <a:gridCol w="1624440">
                  <a:extLst>
                    <a:ext uri="{9D8B030D-6E8A-4147-A177-3AD203B41FA5}">
                      <a16:colId xmlns:a16="http://schemas.microsoft.com/office/drawing/2014/main" val="2952930504"/>
                    </a:ext>
                  </a:extLst>
                </a:gridCol>
                <a:gridCol w="1629103">
                  <a:extLst>
                    <a:ext uri="{9D8B030D-6E8A-4147-A177-3AD203B41FA5}">
                      <a16:colId xmlns:a16="http://schemas.microsoft.com/office/drawing/2014/main" val="643736622"/>
                    </a:ext>
                  </a:extLst>
                </a:gridCol>
                <a:gridCol w="3247698">
                  <a:extLst>
                    <a:ext uri="{9D8B030D-6E8A-4147-A177-3AD203B41FA5}">
                      <a16:colId xmlns:a16="http://schemas.microsoft.com/office/drawing/2014/main" val="1952212713"/>
                    </a:ext>
                  </a:extLst>
                </a:gridCol>
              </a:tblGrid>
              <a:tr h="0">
                <a:tc>
                  <a:txBody>
                    <a:bodyPr/>
                    <a:lstStyle/>
                    <a:p>
                      <a:pPr>
                        <a:buNone/>
                      </a:pPr>
                      <a:r>
                        <a:rPr lang="en-IN" b="1" dirty="0"/>
                        <a:t>Component</a:t>
                      </a:r>
                    </a:p>
                  </a:txBody>
                  <a:tcPr anchor="ctr">
                    <a:solidFill>
                      <a:schemeClr val="accent1">
                        <a:lumMod val="60000"/>
                        <a:lumOff val="40000"/>
                      </a:schemeClr>
                    </a:solidFill>
                  </a:tcPr>
                </a:tc>
                <a:tc>
                  <a:txBody>
                    <a:bodyPr/>
                    <a:lstStyle/>
                    <a:p>
                      <a:pPr>
                        <a:buNone/>
                      </a:pPr>
                      <a:r>
                        <a:rPr lang="en-IN" b="1" dirty="0"/>
                        <a:t>Llama 2 7B</a:t>
                      </a:r>
                    </a:p>
                  </a:txBody>
                  <a:tcPr anchor="ctr">
                    <a:solidFill>
                      <a:schemeClr val="accent1">
                        <a:lumMod val="60000"/>
                        <a:lumOff val="40000"/>
                      </a:schemeClr>
                    </a:solidFill>
                  </a:tcPr>
                </a:tc>
                <a:tc>
                  <a:txBody>
                    <a:bodyPr/>
                    <a:lstStyle/>
                    <a:p>
                      <a:pPr>
                        <a:buNone/>
                      </a:pPr>
                      <a:r>
                        <a:rPr lang="en-IN" b="1" dirty="0"/>
                        <a:t>Qwen3-8B</a:t>
                      </a:r>
                    </a:p>
                  </a:txBody>
                  <a:tcPr anchor="ctr">
                    <a:solidFill>
                      <a:schemeClr val="accent1">
                        <a:lumMod val="60000"/>
                        <a:lumOff val="40000"/>
                      </a:schemeClr>
                    </a:solidFill>
                  </a:tcPr>
                </a:tc>
                <a:tc>
                  <a:txBody>
                    <a:bodyPr/>
                    <a:lstStyle/>
                    <a:p>
                      <a:pPr>
                        <a:buNone/>
                      </a:pPr>
                      <a:r>
                        <a:rPr lang="en-IN" b="1" dirty="0"/>
                        <a:t>GPT-3 175B</a:t>
                      </a:r>
                    </a:p>
                  </a:txBody>
                  <a:tcPr anchor="ctr">
                    <a:solidFill>
                      <a:schemeClr val="accent1">
                        <a:lumMod val="60000"/>
                        <a:lumOff val="40000"/>
                      </a:schemeClr>
                    </a:solidFill>
                  </a:tcPr>
                </a:tc>
                <a:extLst>
                  <a:ext uri="{0D108BD9-81ED-4DB2-BD59-A6C34878D82A}">
                    <a16:rowId xmlns:a16="http://schemas.microsoft.com/office/drawing/2014/main" val="3763950927"/>
                  </a:ext>
                </a:extLst>
              </a:tr>
              <a:tr h="0">
                <a:tc>
                  <a:txBody>
                    <a:bodyPr/>
                    <a:lstStyle/>
                    <a:p>
                      <a:pPr>
                        <a:buNone/>
                      </a:pPr>
                      <a:r>
                        <a:rPr lang="en-IN" b="0"/>
                        <a:t>Parameters</a:t>
                      </a:r>
                    </a:p>
                  </a:txBody>
                  <a:tcPr anchor="ctr"/>
                </a:tc>
                <a:tc>
                  <a:txBody>
                    <a:bodyPr/>
                    <a:lstStyle/>
                    <a:p>
                      <a:pPr>
                        <a:buNone/>
                      </a:pPr>
                      <a:r>
                        <a:rPr lang="en-IN" b="0"/>
                        <a:t>7B</a:t>
                      </a:r>
                    </a:p>
                  </a:txBody>
                  <a:tcPr anchor="ctr"/>
                </a:tc>
                <a:tc>
                  <a:txBody>
                    <a:bodyPr/>
                    <a:lstStyle/>
                    <a:p>
                      <a:pPr>
                        <a:buNone/>
                      </a:pPr>
                      <a:r>
                        <a:rPr lang="en-IN" b="0" dirty="0"/>
                        <a:t>8.2B</a:t>
                      </a:r>
                    </a:p>
                  </a:txBody>
                  <a:tcPr anchor="ctr"/>
                </a:tc>
                <a:tc>
                  <a:txBody>
                    <a:bodyPr/>
                    <a:lstStyle/>
                    <a:p>
                      <a:pPr>
                        <a:buNone/>
                      </a:pPr>
                      <a:r>
                        <a:rPr lang="en-IN" b="0" dirty="0"/>
                        <a:t>175B</a:t>
                      </a:r>
                    </a:p>
                  </a:txBody>
                  <a:tcPr anchor="ctr"/>
                </a:tc>
                <a:extLst>
                  <a:ext uri="{0D108BD9-81ED-4DB2-BD59-A6C34878D82A}">
                    <a16:rowId xmlns:a16="http://schemas.microsoft.com/office/drawing/2014/main" val="623180370"/>
                  </a:ext>
                </a:extLst>
              </a:tr>
              <a:tr h="0">
                <a:tc>
                  <a:txBody>
                    <a:bodyPr/>
                    <a:lstStyle/>
                    <a:p>
                      <a:pPr>
                        <a:buNone/>
                      </a:pPr>
                      <a:r>
                        <a:rPr lang="en-IN" b="0"/>
                        <a:t>Weights</a:t>
                      </a:r>
                    </a:p>
                  </a:txBody>
                  <a:tcPr anchor="ctr"/>
                </a:tc>
                <a:tc>
                  <a:txBody>
                    <a:bodyPr/>
                    <a:lstStyle/>
                    <a:p>
                      <a:pPr>
                        <a:buNone/>
                      </a:pPr>
                      <a:r>
                        <a:rPr lang="en-IN" b="0"/>
                        <a:t>14.0 GB</a:t>
                      </a:r>
                    </a:p>
                  </a:txBody>
                  <a:tcPr anchor="ctr"/>
                </a:tc>
                <a:tc>
                  <a:txBody>
                    <a:bodyPr/>
                    <a:lstStyle/>
                    <a:p>
                      <a:pPr>
                        <a:buNone/>
                      </a:pPr>
                      <a:r>
                        <a:rPr lang="en-IN" b="0" dirty="0"/>
                        <a:t>16.4 GB</a:t>
                      </a:r>
                    </a:p>
                  </a:txBody>
                  <a:tcPr anchor="ctr"/>
                </a:tc>
                <a:tc>
                  <a:txBody>
                    <a:bodyPr/>
                    <a:lstStyle/>
                    <a:p>
                      <a:pPr>
                        <a:buNone/>
                      </a:pPr>
                      <a:r>
                        <a:rPr lang="en-IN" b="0"/>
                        <a:t>350.0 GB</a:t>
                      </a:r>
                    </a:p>
                  </a:txBody>
                  <a:tcPr anchor="ctr"/>
                </a:tc>
                <a:extLst>
                  <a:ext uri="{0D108BD9-81ED-4DB2-BD59-A6C34878D82A}">
                    <a16:rowId xmlns:a16="http://schemas.microsoft.com/office/drawing/2014/main" val="955941802"/>
                  </a:ext>
                </a:extLst>
              </a:tr>
              <a:tr h="0">
                <a:tc>
                  <a:txBody>
                    <a:bodyPr/>
                    <a:lstStyle/>
                    <a:p>
                      <a:pPr>
                        <a:buNone/>
                      </a:pPr>
                      <a:r>
                        <a:rPr lang="en-IN" b="0"/>
                        <a:t>KV Cache</a:t>
                      </a:r>
                    </a:p>
                  </a:txBody>
                  <a:tcPr anchor="ctr"/>
                </a:tc>
                <a:tc>
                  <a:txBody>
                    <a:bodyPr/>
                    <a:lstStyle/>
                    <a:p>
                      <a:pPr>
                        <a:buNone/>
                      </a:pPr>
                      <a:r>
                        <a:rPr lang="en-IN" b="0"/>
                        <a:t>2.0 GB</a:t>
                      </a:r>
                    </a:p>
                  </a:txBody>
                  <a:tcPr anchor="ctr"/>
                </a:tc>
                <a:tc>
                  <a:txBody>
                    <a:bodyPr/>
                    <a:lstStyle/>
                    <a:p>
                      <a:pPr>
                        <a:buNone/>
                      </a:pPr>
                      <a:r>
                        <a:rPr lang="en-IN" b="0"/>
                        <a:t>4.5 GB</a:t>
                      </a:r>
                    </a:p>
                  </a:txBody>
                  <a:tcPr anchor="ctr"/>
                </a:tc>
                <a:tc>
                  <a:txBody>
                    <a:bodyPr/>
                    <a:lstStyle/>
                    <a:p>
                      <a:pPr>
                        <a:buNone/>
                      </a:pPr>
                      <a:r>
                        <a:rPr lang="en-IN" b="0"/>
                        <a:t>9.0 GB</a:t>
                      </a:r>
                    </a:p>
                  </a:txBody>
                  <a:tcPr anchor="ctr"/>
                </a:tc>
                <a:extLst>
                  <a:ext uri="{0D108BD9-81ED-4DB2-BD59-A6C34878D82A}">
                    <a16:rowId xmlns:a16="http://schemas.microsoft.com/office/drawing/2014/main" val="4238952022"/>
                  </a:ext>
                </a:extLst>
              </a:tr>
              <a:tr h="0">
                <a:tc>
                  <a:txBody>
                    <a:bodyPr/>
                    <a:lstStyle/>
                    <a:p>
                      <a:pPr>
                        <a:buNone/>
                      </a:pPr>
                      <a:r>
                        <a:rPr lang="en-IN" b="0" dirty="0"/>
                        <a:t>Total</a:t>
                      </a:r>
                    </a:p>
                  </a:txBody>
                  <a:tcPr anchor="ctr"/>
                </a:tc>
                <a:tc>
                  <a:txBody>
                    <a:bodyPr/>
                    <a:lstStyle/>
                    <a:p>
                      <a:pPr>
                        <a:buNone/>
                      </a:pPr>
                      <a:r>
                        <a:rPr lang="en-IN" b="0" dirty="0"/>
                        <a:t>~16.0 GB</a:t>
                      </a:r>
                    </a:p>
                  </a:txBody>
                  <a:tcPr anchor="ctr"/>
                </a:tc>
                <a:tc>
                  <a:txBody>
                    <a:bodyPr/>
                    <a:lstStyle/>
                    <a:p>
                      <a:pPr>
                        <a:buNone/>
                      </a:pPr>
                      <a:r>
                        <a:rPr lang="en-IN" b="0" dirty="0"/>
                        <a:t>~</a:t>
                      </a:r>
                      <a:r>
                        <a:rPr lang="en-IN" dirty="0"/>
                        <a:t>20.9 GB</a:t>
                      </a:r>
                      <a:endParaRPr lang="en-IN" b="0" dirty="0"/>
                    </a:p>
                  </a:txBody>
                  <a:tcPr anchor="ctr"/>
                </a:tc>
                <a:tc>
                  <a:txBody>
                    <a:bodyPr/>
                    <a:lstStyle/>
                    <a:p>
                      <a:pPr>
                        <a:buNone/>
                      </a:pPr>
                      <a:r>
                        <a:rPr lang="en-IN" b="0" dirty="0"/>
                        <a:t>~359.0 GB</a:t>
                      </a:r>
                    </a:p>
                  </a:txBody>
                  <a:tcPr anchor="ctr"/>
                </a:tc>
                <a:extLst>
                  <a:ext uri="{0D108BD9-81ED-4DB2-BD59-A6C34878D82A}">
                    <a16:rowId xmlns:a16="http://schemas.microsoft.com/office/drawing/2014/main" val="3878109798"/>
                  </a:ext>
                </a:extLst>
              </a:tr>
              <a:tr h="0">
                <a:tc>
                  <a:txBody>
                    <a:bodyPr/>
                    <a:lstStyle/>
                    <a:p>
                      <a:pPr>
                        <a:buNone/>
                      </a:pPr>
                      <a:r>
                        <a:rPr lang="en-IN" dirty="0"/>
                        <a:t>Fits on</a:t>
                      </a:r>
                      <a:endParaRPr lang="en-IN" b="0" dirty="0"/>
                    </a:p>
                  </a:txBody>
                  <a:tcPr anchor="ctr"/>
                </a:tc>
                <a:tc>
                  <a:txBody>
                    <a:bodyPr/>
                    <a:lstStyle/>
                    <a:p>
                      <a:pPr>
                        <a:buNone/>
                      </a:pPr>
                      <a:r>
                        <a:rPr lang="en-IN" dirty="0"/>
                        <a:t>1× A100 40GB</a:t>
                      </a:r>
                      <a:endParaRPr lang="en-IN" b="0" dirty="0"/>
                    </a:p>
                  </a:txBody>
                  <a:tcPr anchor="ct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IN" dirty="0"/>
                        <a:t>1× A100 40GB</a:t>
                      </a:r>
                      <a:endParaRPr lang="en-IN" b="0" dirty="0"/>
                    </a:p>
                    <a:p>
                      <a:pPr>
                        <a:buNone/>
                      </a:pPr>
                      <a:endParaRPr lang="en-IN" b="0" dirty="0"/>
                    </a:p>
                  </a:txBody>
                  <a:tcPr anchor="ctr"/>
                </a:tc>
                <a:tc>
                  <a:txBody>
                    <a:bodyPr/>
                    <a:lstStyle/>
                    <a:p>
                      <a:pPr>
                        <a:buNone/>
                      </a:pPr>
                      <a:r>
                        <a:rPr lang="en-IN" dirty="0"/>
                        <a:t>5× A100 80GB </a:t>
                      </a:r>
                      <a:r>
                        <a:rPr lang="en-IN" dirty="0">
                          <a:solidFill>
                            <a:schemeClr val="dk1"/>
                          </a:solidFill>
                          <a:latin typeface="+mn-lt"/>
                          <a:ea typeface="+mn-ea"/>
                          <a:cs typeface="+mn-cs"/>
                        </a:rPr>
                        <a:t>minimum</a:t>
                      </a:r>
                    </a:p>
                  </a:txBody>
                  <a:tcPr anchor="ctr"/>
                </a:tc>
                <a:extLst>
                  <a:ext uri="{0D108BD9-81ED-4DB2-BD59-A6C34878D82A}">
                    <a16:rowId xmlns:a16="http://schemas.microsoft.com/office/drawing/2014/main" val="3216377886"/>
                  </a:ext>
                </a:extLst>
              </a:tr>
            </a:tbl>
          </a:graphicData>
        </a:graphic>
      </p:graphicFrame>
    </p:spTree>
    <p:extLst>
      <p:ext uri="{BB962C8B-B14F-4D97-AF65-F5344CB8AC3E}">
        <p14:creationId xmlns:p14="http://schemas.microsoft.com/office/powerpoint/2010/main" val="3472418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381961" y="1941275"/>
            <a:ext cx="2564552" cy="304421"/>
          </a:xfrm>
          <a:prstGeom prst="rect">
            <a:avLst/>
          </a:prstGeom>
        </p:spPr>
        <p:txBody>
          <a:bodyPr vert="horz" wrap="square" lIns="0" tIns="16933" rIns="0" bIns="0" rtlCol="0">
            <a:spAutoFit/>
          </a:bodyPr>
          <a:lstStyle/>
          <a:p>
            <a:pPr marL="16933">
              <a:spcBef>
                <a:spcPts val="133"/>
              </a:spcBef>
            </a:pPr>
            <a:r>
              <a:rPr sz="1867" spc="-27" dirty="0">
                <a:latin typeface="Lucida Sans Unicode"/>
                <a:cs typeface="Lucida Sans Unicode"/>
              </a:rPr>
              <a:t>70B</a:t>
            </a:r>
            <a:r>
              <a:rPr sz="1867" spc="-100" dirty="0">
                <a:latin typeface="Lucida Sans Unicode"/>
                <a:cs typeface="Lucida Sans Unicode"/>
              </a:rPr>
              <a:t> </a:t>
            </a:r>
            <a:r>
              <a:rPr sz="1867" spc="80" dirty="0">
                <a:latin typeface="Lucida Sans Unicode"/>
                <a:cs typeface="Lucida Sans Unicode"/>
              </a:rPr>
              <a:t>Parameter</a:t>
            </a:r>
            <a:r>
              <a:rPr sz="1867" spc="-100" dirty="0">
                <a:latin typeface="Lucida Sans Unicode"/>
                <a:cs typeface="Lucida Sans Unicode"/>
              </a:rPr>
              <a:t> </a:t>
            </a:r>
            <a:r>
              <a:rPr sz="1867" spc="-27" dirty="0">
                <a:latin typeface="Lucida Sans Unicode"/>
                <a:cs typeface="Lucida Sans Unicode"/>
              </a:rPr>
              <a:t>Model</a:t>
            </a:r>
            <a:endParaRPr sz="1867">
              <a:latin typeface="Lucida Sans Unicode"/>
              <a:cs typeface="Lucida Sans Unicode"/>
            </a:endParaRPr>
          </a:p>
        </p:txBody>
      </p:sp>
      <p:grpSp>
        <p:nvGrpSpPr>
          <p:cNvPr id="3" name="object 3"/>
          <p:cNvGrpSpPr/>
          <p:nvPr/>
        </p:nvGrpSpPr>
        <p:grpSpPr>
          <a:xfrm>
            <a:off x="2057383" y="2270073"/>
            <a:ext cx="1219200" cy="1219200"/>
            <a:chOff x="1543037" y="1702555"/>
            <a:chExt cx="914400" cy="914400"/>
          </a:xfrm>
        </p:grpSpPr>
        <p:pic>
          <p:nvPicPr>
            <p:cNvPr id="4" name="object 4"/>
            <p:cNvPicPr/>
            <p:nvPr/>
          </p:nvPicPr>
          <p:blipFill>
            <a:blip r:embed="rId3" cstate="print"/>
            <a:stretch>
              <a:fillRect/>
            </a:stretch>
          </p:blipFill>
          <p:spPr>
            <a:xfrm>
              <a:off x="1543037" y="1702555"/>
              <a:ext cx="914399" cy="914399"/>
            </a:xfrm>
            <a:prstGeom prst="rect">
              <a:avLst/>
            </a:prstGeom>
          </p:spPr>
        </p:pic>
        <p:sp>
          <p:nvSpPr>
            <p:cNvPr id="5" name="object 5"/>
            <p:cNvSpPr/>
            <p:nvPr/>
          </p:nvSpPr>
          <p:spPr>
            <a:xfrm>
              <a:off x="1843450" y="2004816"/>
              <a:ext cx="308610" cy="308610"/>
            </a:xfrm>
            <a:custGeom>
              <a:avLst/>
              <a:gdLst/>
              <a:ahLst/>
              <a:cxnLst/>
              <a:rect l="l" t="t" r="r" b="b"/>
              <a:pathLst>
                <a:path w="308610" h="308610">
                  <a:moveTo>
                    <a:pt x="308399" y="308399"/>
                  </a:moveTo>
                  <a:lnTo>
                    <a:pt x="0" y="308399"/>
                  </a:lnTo>
                  <a:lnTo>
                    <a:pt x="0" y="0"/>
                  </a:lnTo>
                  <a:lnTo>
                    <a:pt x="308399" y="0"/>
                  </a:lnTo>
                  <a:lnTo>
                    <a:pt x="308399" y="308399"/>
                  </a:lnTo>
                  <a:close/>
                </a:path>
              </a:pathLst>
            </a:custGeom>
            <a:solidFill>
              <a:srgbClr val="FFFFFF"/>
            </a:solidFill>
          </p:spPr>
          <p:txBody>
            <a:bodyPr wrap="square" lIns="0" tIns="0" rIns="0" bIns="0" rtlCol="0"/>
            <a:lstStyle/>
            <a:p>
              <a:endParaRPr sz="2400"/>
            </a:p>
          </p:txBody>
        </p:sp>
        <p:sp>
          <p:nvSpPr>
            <p:cNvPr id="6" name="object 6"/>
            <p:cNvSpPr/>
            <p:nvPr/>
          </p:nvSpPr>
          <p:spPr>
            <a:xfrm>
              <a:off x="1843450" y="2004816"/>
              <a:ext cx="308610" cy="308610"/>
            </a:xfrm>
            <a:custGeom>
              <a:avLst/>
              <a:gdLst/>
              <a:ahLst/>
              <a:cxnLst/>
              <a:rect l="l" t="t" r="r" b="b"/>
              <a:pathLst>
                <a:path w="308610" h="308610">
                  <a:moveTo>
                    <a:pt x="0" y="0"/>
                  </a:moveTo>
                  <a:lnTo>
                    <a:pt x="308399" y="0"/>
                  </a:lnTo>
                  <a:lnTo>
                    <a:pt x="308399" y="308399"/>
                  </a:lnTo>
                  <a:lnTo>
                    <a:pt x="0" y="308399"/>
                  </a:lnTo>
                  <a:lnTo>
                    <a:pt x="0" y="0"/>
                  </a:lnTo>
                  <a:close/>
                </a:path>
              </a:pathLst>
            </a:custGeom>
            <a:ln w="9524">
              <a:solidFill>
                <a:srgbClr val="000000"/>
              </a:solidFill>
            </a:ln>
          </p:spPr>
          <p:txBody>
            <a:bodyPr wrap="square" lIns="0" tIns="0" rIns="0" bIns="0" rtlCol="0"/>
            <a:lstStyle/>
            <a:p>
              <a:endParaRPr sz="2400"/>
            </a:p>
          </p:txBody>
        </p:sp>
      </p:grpSp>
      <p:sp>
        <p:nvSpPr>
          <p:cNvPr id="7" name="object 7"/>
          <p:cNvSpPr txBox="1"/>
          <p:nvPr/>
        </p:nvSpPr>
        <p:spPr>
          <a:xfrm>
            <a:off x="2488166" y="2753382"/>
            <a:ext cx="351367" cy="222219"/>
          </a:xfrm>
          <a:prstGeom prst="rect">
            <a:avLst/>
          </a:prstGeom>
        </p:spPr>
        <p:txBody>
          <a:bodyPr vert="horz" wrap="square" lIns="0" tIns="16933" rIns="0" bIns="0" rtlCol="0">
            <a:spAutoFit/>
          </a:bodyPr>
          <a:lstStyle/>
          <a:p>
            <a:pPr marL="16933">
              <a:spcBef>
                <a:spcPts val="133"/>
              </a:spcBef>
            </a:pPr>
            <a:r>
              <a:rPr sz="1333" spc="-167" dirty="0">
                <a:latin typeface="Arial Black"/>
                <a:cs typeface="Arial Black"/>
              </a:rPr>
              <a:t>LLM</a:t>
            </a:r>
            <a:endParaRPr sz="1333">
              <a:latin typeface="Arial Black"/>
              <a:cs typeface="Arial Black"/>
            </a:endParaRPr>
          </a:p>
        </p:txBody>
      </p:sp>
      <p:sp>
        <p:nvSpPr>
          <p:cNvPr id="8" name="object 8" descr="$PPTXTitle"/>
          <p:cNvSpPr txBox="1">
            <a:spLocks noGrp="1"/>
          </p:cNvSpPr>
          <p:nvPr>
            <p:ph type="title"/>
          </p:nvPr>
        </p:nvSpPr>
        <p:spPr>
          <a:xfrm>
            <a:off x="309316" y="671823"/>
            <a:ext cx="14020800" cy="509541"/>
          </a:xfrm>
          <a:prstGeom prst="rect">
            <a:avLst/>
          </a:prstGeom>
        </p:spPr>
        <p:txBody>
          <a:bodyPr vert="horz" wrap="square" lIns="0" tIns="16933" rIns="0" bIns="0" rtlCol="0" anchor="ctr">
            <a:spAutoFit/>
          </a:bodyPr>
          <a:lstStyle/>
          <a:p>
            <a:pPr marL="279393">
              <a:spcBef>
                <a:spcPts val="133"/>
              </a:spcBef>
            </a:pPr>
            <a:r>
              <a:rPr spc="-13" dirty="0"/>
              <a:t>At</a:t>
            </a:r>
            <a:r>
              <a:rPr spc="-240" dirty="0"/>
              <a:t> </a:t>
            </a:r>
            <a:r>
              <a:rPr spc="127" dirty="0"/>
              <a:t>scale</a:t>
            </a:r>
            <a:r>
              <a:rPr lang="en-US" spc="127" dirty="0"/>
              <a:t> : </a:t>
            </a:r>
            <a:r>
              <a:rPr lang="en-US" dirty="0"/>
              <a:t>"Here's the scale of the problem"</a:t>
            </a:r>
            <a:endParaRPr spc="127" dirty="0"/>
          </a:p>
        </p:txBody>
      </p:sp>
      <p:pic>
        <p:nvPicPr>
          <p:cNvPr id="9" name="object 9"/>
          <p:cNvPicPr/>
          <p:nvPr/>
        </p:nvPicPr>
        <p:blipFill>
          <a:blip r:embed="rId4" cstate="print"/>
          <a:stretch>
            <a:fillRect/>
          </a:stretch>
        </p:blipFill>
        <p:spPr>
          <a:xfrm>
            <a:off x="2053934" y="3750217"/>
            <a:ext cx="1219199" cy="365665"/>
          </a:xfrm>
          <a:prstGeom prst="rect">
            <a:avLst/>
          </a:prstGeom>
        </p:spPr>
      </p:pic>
      <p:sp>
        <p:nvSpPr>
          <p:cNvPr id="10" name="object 10"/>
          <p:cNvSpPr txBox="1"/>
          <p:nvPr/>
        </p:nvSpPr>
        <p:spPr>
          <a:xfrm>
            <a:off x="872359" y="4183143"/>
            <a:ext cx="3415861" cy="591743"/>
          </a:xfrm>
          <a:prstGeom prst="rect">
            <a:avLst/>
          </a:prstGeom>
        </p:spPr>
        <p:txBody>
          <a:bodyPr vert="horz" wrap="square" lIns="0" tIns="16933" rIns="0" bIns="0" rtlCol="0">
            <a:spAutoFit/>
          </a:bodyPr>
          <a:lstStyle/>
          <a:p>
            <a:pPr marL="16933">
              <a:spcBef>
                <a:spcPts val="133"/>
              </a:spcBef>
            </a:pPr>
            <a:r>
              <a:rPr sz="1867" spc="-53" dirty="0">
                <a:latin typeface="Lucida Sans Unicode"/>
                <a:cs typeface="Lucida Sans Unicode"/>
              </a:rPr>
              <a:t>280</a:t>
            </a:r>
            <a:r>
              <a:rPr sz="1867" spc="-80" dirty="0">
                <a:latin typeface="Lucida Sans Unicode"/>
                <a:cs typeface="Lucida Sans Unicode"/>
              </a:rPr>
              <a:t> </a:t>
            </a:r>
            <a:r>
              <a:rPr sz="1867" spc="80" dirty="0">
                <a:latin typeface="Lucida Sans Unicode"/>
                <a:cs typeface="Lucida Sans Unicode"/>
              </a:rPr>
              <a:t>GB</a:t>
            </a:r>
            <a:r>
              <a:rPr sz="1867" spc="-80" dirty="0">
                <a:latin typeface="Lucida Sans Unicode"/>
                <a:cs typeface="Lucida Sans Unicode"/>
              </a:rPr>
              <a:t> </a:t>
            </a:r>
            <a:r>
              <a:rPr sz="1867" spc="-13" dirty="0">
                <a:latin typeface="Lucida Sans Unicode"/>
                <a:cs typeface="Lucida Sans Unicode"/>
              </a:rPr>
              <a:t>Memory</a:t>
            </a:r>
            <a:r>
              <a:rPr lang="en-US" sz="1867" spc="-13" dirty="0">
                <a:latin typeface="Lucida Sans Unicode"/>
                <a:cs typeface="Lucida Sans Unicode"/>
              </a:rPr>
              <a:t> (considering only weights in FP32)</a:t>
            </a:r>
            <a:endParaRPr sz="1867" dirty="0">
              <a:latin typeface="Lucida Sans Unicode"/>
              <a:cs typeface="Lucida Sans Unicode"/>
            </a:endParaRPr>
          </a:p>
        </p:txBody>
      </p:sp>
      <p:sp>
        <p:nvSpPr>
          <p:cNvPr id="11" name="object 11"/>
          <p:cNvSpPr txBox="1"/>
          <p:nvPr/>
        </p:nvSpPr>
        <p:spPr>
          <a:xfrm>
            <a:off x="8038602" y="1922648"/>
            <a:ext cx="2842260" cy="345330"/>
          </a:xfrm>
          <a:prstGeom prst="rect">
            <a:avLst/>
          </a:prstGeom>
        </p:spPr>
        <p:txBody>
          <a:bodyPr vert="horz" wrap="square" lIns="0" tIns="16933" rIns="0" bIns="0" rtlCol="0">
            <a:spAutoFit/>
          </a:bodyPr>
          <a:lstStyle/>
          <a:p>
            <a:pPr marL="16933">
              <a:spcBef>
                <a:spcPts val="133"/>
              </a:spcBef>
            </a:pPr>
            <a:r>
              <a:rPr sz="2133" dirty="0">
                <a:latin typeface="Arial MT"/>
                <a:cs typeface="Arial MT"/>
              </a:rPr>
              <a:t>500</a:t>
            </a:r>
            <a:r>
              <a:rPr sz="2133" spc="-20" dirty="0">
                <a:latin typeface="Arial MT"/>
                <a:cs typeface="Arial MT"/>
              </a:rPr>
              <a:t> </a:t>
            </a:r>
            <a:r>
              <a:rPr sz="2133" dirty="0">
                <a:latin typeface="Arial MT"/>
                <a:cs typeface="Arial MT"/>
              </a:rPr>
              <a:t>tokens</a:t>
            </a:r>
            <a:r>
              <a:rPr sz="2133" spc="-7" dirty="0">
                <a:latin typeface="Arial MT"/>
                <a:cs typeface="Arial MT"/>
              </a:rPr>
              <a:t> </a:t>
            </a:r>
            <a:r>
              <a:rPr sz="2133" b="1" dirty="0">
                <a:latin typeface="Arial"/>
                <a:cs typeface="Arial"/>
              </a:rPr>
              <a:t>=</a:t>
            </a:r>
            <a:r>
              <a:rPr sz="2133" b="1" spc="-20" dirty="0">
                <a:latin typeface="Arial"/>
                <a:cs typeface="Arial"/>
              </a:rPr>
              <a:t> </a:t>
            </a:r>
            <a:r>
              <a:rPr sz="2133" dirty="0">
                <a:latin typeface="Arial MT"/>
                <a:cs typeface="Arial MT"/>
              </a:rPr>
              <a:t>500</a:t>
            </a:r>
            <a:r>
              <a:rPr sz="2133" spc="-13" dirty="0">
                <a:latin typeface="Arial MT"/>
                <a:cs typeface="Arial MT"/>
              </a:rPr>
              <a:t> </a:t>
            </a:r>
            <a:r>
              <a:rPr sz="2133" spc="-27" dirty="0">
                <a:latin typeface="Arial MT"/>
                <a:cs typeface="Arial MT"/>
              </a:rPr>
              <a:t>loops</a:t>
            </a:r>
            <a:endParaRPr sz="2133">
              <a:latin typeface="Arial MT"/>
              <a:cs typeface="Arial MT"/>
            </a:endParaRPr>
          </a:p>
        </p:txBody>
      </p:sp>
      <p:grpSp>
        <p:nvGrpSpPr>
          <p:cNvPr id="12" name="object 12"/>
          <p:cNvGrpSpPr/>
          <p:nvPr/>
        </p:nvGrpSpPr>
        <p:grpSpPr>
          <a:xfrm>
            <a:off x="8596849" y="2431416"/>
            <a:ext cx="1725507" cy="1427480"/>
            <a:chOff x="6447637" y="1823562"/>
            <a:chExt cx="1294130" cy="1070610"/>
          </a:xfrm>
        </p:grpSpPr>
        <p:sp>
          <p:nvSpPr>
            <p:cNvPr id="13" name="object 13"/>
            <p:cNvSpPr/>
            <p:nvPr/>
          </p:nvSpPr>
          <p:spPr>
            <a:xfrm>
              <a:off x="6447637" y="1823567"/>
              <a:ext cx="1294130" cy="1070610"/>
            </a:xfrm>
            <a:custGeom>
              <a:avLst/>
              <a:gdLst/>
              <a:ahLst/>
              <a:cxnLst/>
              <a:rect l="l" t="t" r="r" b="b"/>
              <a:pathLst>
                <a:path w="1294129" h="1070610">
                  <a:moveTo>
                    <a:pt x="1294079" y="556818"/>
                  </a:moveTo>
                  <a:lnTo>
                    <a:pt x="1294041" y="512254"/>
                  </a:lnTo>
                  <a:lnTo>
                    <a:pt x="1289748" y="468160"/>
                  </a:lnTo>
                  <a:lnTo>
                    <a:pt x="1281341" y="424751"/>
                  </a:lnTo>
                  <a:lnTo>
                    <a:pt x="1268907" y="382231"/>
                  </a:lnTo>
                  <a:lnTo>
                    <a:pt x="1252550" y="340829"/>
                  </a:lnTo>
                  <a:lnTo>
                    <a:pt x="1232395" y="300736"/>
                  </a:lnTo>
                  <a:lnTo>
                    <a:pt x="1208532" y="262191"/>
                  </a:lnTo>
                  <a:lnTo>
                    <a:pt x="1181074" y="225386"/>
                  </a:lnTo>
                  <a:lnTo>
                    <a:pt x="1150137" y="190538"/>
                  </a:lnTo>
                  <a:lnTo>
                    <a:pt x="1115809" y="157873"/>
                  </a:lnTo>
                  <a:lnTo>
                    <a:pt x="1078217" y="127584"/>
                  </a:lnTo>
                  <a:lnTo>
                    <a:pt x="1037450" y="99898"/>
                  </a:lnTo>
                  <a:lnTo>
                    <a:pt x="993635" y="75031"/>
                  </a:lnTo>
                  <a:lnTo>
                    <a:pt x="946861" y="53187"/>
                  </a:lnTo>
                  <a:lnTo>
                    <a:pt x="900849" y="35801"/>
                  </a:lnTo>
                  <a:lnTo>
                    <a:pt x="854024" y="21894"/>
                  </a:lnTo>
                  <a:lnTo>
                    <a:pt x="806615" y="11417"/>
                  </a:lnTo>
                  <a:lnTo>
                    <a:pt x="758825" y="4305"/>
                  </a:lnTo>
                  <a:lnTo>
                    <a:pt x="710895" y="520"/>
                  </a:lnTo>
                  <a:lnTo>
                    <a:pt x="663016" y="0"/>
                  </a:lnTo>
                  <a:lnTo>
                    <a:pt x="615416" y="2717"/>
                  </a:lnTo>
                  <a:lnTo>
                    <a:pt x="568312" y="8597"/>
                  </a:lnTo>
                  <a:lnTo>
                    <a:pt x="521919" y="17602"/>
                  </a:lnTo>
                  <a:lnTo>
                    <a:pt x="476465" y="29679"/>
                  </a:lnTo>
                  <a:lnTo>
                    <a:pt x="432168" y="44792"/>
                  </a:lnTo>
                  <a:lnTo>
                    <a:pt x="389242" y="62865"/>
                  </a:lnTo>
                  <a:lnTo>
                    <a:pt x="347891" y="83870"/>
                  </a:lnTo>
                  <a:lnTo>
                    <a:pt x="308356" y="107746"/>
                  </a:lnTo>
                  <a:lnTo>
                    <a:pt x="270827" y="134442"/>
                  </a:lnTo>
                  <a:lnTo>
                    <a:pt x="235559" y="163918"/>
                  </a:lnTo>
                  <a:lnTo>
                    <a:pt x="202730" y="196113"/>
                  </a:lnTo>
                  <a:lnTo>
                    <a:pt x="172593" y="230974"/>
                  </a:lnTo>
                  <a:lnTo>
                    <a:pt x="298932" y="306819"/>
                  </a:lnTo>
                  <a:lnTo>
                    <a:pt x="332092" y="272986"/>
                  </a:lnTo>
                  <a:lnTo>
                    <a:pt x="368909" y="242951"/>
                  </a:lnTo>
                  <a:lnTo>
                    <a:pt x="408952" y="216776"/>
                  </a:lnTo>
                  <a:lnTo>
                    <a:pt x="451777" y="194576"/>
                  </a:lnTo>
                  <a:lnTo>
                    <a:pt x="496963" y="176428"/>
                  </a:lnTo>
                  <a:lnTo>
                    <a:pt x="544042" y="162407"/>
                  </a:lnTo>
                  <a:lnTo>
                    <a:pt x="592594" y="152615"/>
                  </a:lnTo>
                  <a:lnTo>
                    <a:pt x="642188" y="147142"/>
                  </a:lnTo>
                  <a:lnTo>
                    <a:pt x="692378" y="146075"/>
                  </a:lnTo>
                  <a:lnTo>
                    <a:pt x="742721" y="149504"/>
                  </a:lnTo>
                  <a:lnTo>
                    <a:pt x="792797" y="157505"/>
                  </a:lnTo>
                  <a:lnTo>
                    <a:pt x="842149" y="170180"/>
                  </a:lnTo>
                  <a:lnTo>
                    <a:pt x="890346" y="187617"/>
                  </a:lnTo>
                  <a:lnTo>
                    <a:pt x="935913" y="209372"/>
                  </a:lnTo>
                  <a:lnTo>
                    <a:pt x="977544" y="234721"/>
                  </a:lnTo>
                  <a:lnTo>
                    <a:pt x="1015085" y="263321"/>
                  </a:lnTo>
                  <a:lnTo>
                    <a:pt x="1048346" y="294843"/>
                  </a:lnTo>
                  <a:lnTo>
                    <a:pt x="1077163" y="328917"/>
                  </a:lnTo>
                  <a:lnTo>
                    <a:pt x="1101344" y="365226"/>
                  </a:lnTo>
                  <a:lnTo>
                    <a:pt x="1120736" y="403402"/>
                  </a:lnTo>
                  <a:lnTo>
                    <a:pt x="1135138" y="443115"/>
                  </a:lnTo>
                  <a:lnTo>
                    <a:pt x="1144409" y="484022"/>
                  </a:lnTo>
                  <a:lnTo>
                    <a:pt x="1148334" y="525767"/>
                  </a:lnTo>
                  <a:lnTo>
                    <a:pt x="1146771" y="568020"/>
                  </a:lnTo>
                  <a:lnTo>
                    <a:pt x="1139532" y="610425"/>
                  </a:lnTo>
                  <a:lnTo>
                    <a:pt x="1126451" y="652640"/>
                  </a:lnTo>
                  <a:lnTo>
                    <a:pt x="1107795" y="693394"/>
                  </a:lnTo>
                  <a:lnTo>
                    <a:pt x="1084224" y="731507"/>
                  </a:lnTo>
                  <a:lnTo>
                    <a:pt x="1056132" y="766775"/>
                  </a:lnTo>
                  <a:lnTo>
                    <a:pt x="1023899" y="799007"/>
                  </a:lnTo>
                  <a:lnTo>
                    <a:pt x="987894" y="828014"/>
                  </a:lnTo>
                  <a:lnTo>
                    <a:pt x="948499" y="853592"/>
                  </a:lnTo>
                  <a:lnTo>
                    <a:pt x="906119" y="875525"/>
                  </a:lnTo>
                  <a:lnTo>
                    <a:pt x="861110" y="893648"/>
                  </a:lnTo>
                  <a:lnTo>
                    <a:pt x="813866" y="907732"/>
                  </a:lnTo>
                  <a:lnTo>
                    <a:pt x="764781" y="917600"/>
                  </a:lnTo>
                  <a:lnTo>
                    <a:pt x="714209" y="923036"/>
                  </a:lnTo>
                  <a:lnTo>
                    <a:pt x="662559" y="923861"/>
                  </a:lnTo>
                  <a:lnTo>
                    <a:pt x="610196" y="919873"/>
                  </a:lnTo>
                  <a:lnTo>
                    <a:pt x="558685" y="911098"/>
                  </a:lnTo>
                  <a:lnTo>
                    <a:pt x="509549" y="897877"/>
                  </a:lnTo>
                  <a:lnTo>
                    <a:pt x="463067" y="880503"/>
                  </a:lnTo>
                  <a:lnTo>
                    <a:pt x="419544" y="859243"/>
                  </a:lnTo>
                  <a:lnTo>
                    <a:pt x="379260" y="834402"/>
                  </a:lnTo>
                  <a:lnTo>
                    <a:pt x="342544" y="806234"/>
                  </a:lnTo>
                  <a:lnTo>
                    <a:pt x="309664" y="775042"/>
                  </a:lnTo>
                  <a:lnTo>
                    <a:pt x="280924" y="741095"/>
                  </a:lnTo>
                  <a:lnTo>
                    <a:pt x="256628" y="704672"/>
                  </a:lnTo>
                  <a:lnTo>
                    <a:pt x="237070" y="666064"/>
                  </a:lnTo>
                  <a:lnTo>
                    <a:pt x="222529" y="625551"/>
                  </a:lnTo>
                  <a:lnTo>
                    <a:pt x="219405" y="611263"/>
                  </a:lnTo>
                  <a:lnTo>
                    <a:pt x="326605" y="611263"/>
                  </a:lnTo>
                  <a:lnTo>
                    <a:pt x="163296" y="365721"/>
                  </a:lnTo>
                  <a:lnTo>
                    <a:pt x="0" y="611263"/>
                  </a:lnTo>
                  <a:lnTo>
                    <a:pt x="70396" y="611263"/>
                  </a:lnTo>
                  <a:lnTo>
                    <a:pt x="73863" y="632599"/>
                  </a:lnTo>
                  <a:lnTo>
                    <a:pt x="85407" y="676440"/>
                  </a:lnTo>
                  <a:lnTo>
                    <a:pt x="100990" y="718896"/>
                  </a:lnTo>
                  <a:lnTo>
                    <a:pt x="120446" y="759777"/>
                  </a:lnTo>
                  <a:lnTo>
                    <a:pt x="143598" y="798931"/>
                  </a:lnTo>
                  <a:lnTo>
                    <a:pt x="170281" y="836168"/>
                  </a:lnTo>
                  <a:lnTo>
                    <a:pt x="200304" y="871308"/>
                  </a:lnTo>
                  <a:lnTo>
                    <a:pt x="233489" y="904189"/>
                  </a:lnTo>
                  <a:lnTo>
                    <a:pt x="269684" y="934643"/>
                  </a:lnTo>
                  <a:lnTo>
                    <a:pt x="308673" y="962469"/>
                  </a:lnTo>
                  <a:lnTo>
                    <a:pt x="350316" y="987513"/>
                  </a:lnTo>
                  <a:lnTo>
                    <a:pt x="394423" y="1009599"/>
                  </a:lnTo>
                  <a:lnTo>
                    <a:pt x="440804" y="1028534"/>
                  </a:lnTo>
                  <a:lnTo>
                    <a:pt x="489305" y="1044168"/>
                  </a:lnTo>
                  <a:lnTo>
                    <a:pt x="539737" y="1056309"/>
                  </a:lnTo>
                  <a:lnTo>
                    <a:pt x="591921" y="1064793"/>
                  </a:lnTo>
                  <a:lnTo>
                    <a:pt x="641832" y="1069225"/>
                  </a:lnTo>
                  <a:lnTo>
                    <a:pt x="691299" y="1070127"/>
                  </a:lnTo>
                  <a:lnTo>
                    <a:pt x="740130" y="1067612"/>
                  </a:lnTo>
                  <a:lnTo>
                    <a:pt x="788149" y="1061783"/>
                  </a:lnTo>
                  <a:lnTo>
                    <a:pt x="835152" y="1052753"/>
                  </a:lnTo>
                  <a:lnTo>
                    <a:pt x="880948" y="1040612"/>
                  </a:lnTo>
                  <a:lnTo>
                    <a:pt x="925360" y="1025486"/>
                  </a:lnTo>
                  <a:lnTo>
                    <a:pt x="968197" y="1007452"/>
                  </a:lnTo>
                  <a:lnTo>
                    <a:pt x="1009256" y="986637"/>
                  </a:lnTo>
                  <a:lnTo>
                    <a:pt x="1048359" y="963142"/>
                  </a:lnTo>
                  <a:lnTo>
                    <a:pt x="1085303" y="937069"/>
                  </a:lnTo>
                  <a:lnTo>
                    <a:pt x="1119911" y="908519"/>
                  </a:lnTo>
                  <a:lnTo>
                    <a:pt x="1151978" y="877595"/>
                  </a:lnTo>
                  <a:lnTo>
                    <a:pt x="1181328" y="844423"/>
                  </a:lnTo>
                  <a:lnTo>
                    <a:pt x="1207770" y="809091"/>
                  </a:lnTo>
                  <a:lnTo>
                    <a:pt x="1231112" y="771702"/>
                  </a:lnTo>
                  <a:lnTo>
                    <a:pt x="1251153" y="732370"/>
                  </a:lnTo>
                  <a:lnTo>
                    <a:pt x="1267714" y="691197"/>
                  </a:lnTo>
                  <a:lnTo>
                    <a:pt x="1281023" y="646506"/>
                  </a:lnTo>
                  <a:lnTo>
                    <a:pt x="1289773" y="601637"/>
                  </a:lnTo>
                  <a:lnTo>
                    <a:pt x="1294079" y="556818"/>
                  </a:lnTo>
                  <a:close/>
                </a:path>
              </a:pathLst>
            </a:custGeom>
            <a:solidFill>
              <a:srgbClr val="F6737D"/>
            </a:solidFill>
          </p:spPr>
          <p:txBody>
            <a:bodyPr wrap="square" lIns="0" tIns="0" rIns="0" bIns="0" rtlCol="0"/>
            <a:lstStyle/>
            <a:p>
              <a:endParaRPr sz="2400"/>
            </a:p>
          </p:txBody>
        </p:sp>
        <p:pic>
          <p:nvPicPr>
            <p:cNvPr id="14" name="object 14"/>
            <p:cNvPicPr/>
            <p:nvPr/>
          </p:nvPicPr>
          <p:blipFill>
            <a:blip r:embed="rId5" cstate="print"/>
            <a:stretch>
              <a:fillRect/>
            </a:stretch>
          </p:blipFill>
          <p:spPr>
            <a:xfrm>
              <a:off x="6801674" y="2238914"/>
              <a:ext cx="711746" cy="274249"/>
            </a:xfrm>
            <a:prstGeom prst="rect">
              <a:avLst/>
            </a:prstGeom>
          </p:spPr>
        </p:pic>
        <p:sp>
          <p:nvSpPr>
            <p:cNvPr id="15" name="object 15"/>
            <p:cNvSpPr/>
            <p:nvPr/>
          </p:nvSpPr>
          <p:spPr>
            <a:xfrm>
              <a:off x="6796911" y="2234151"/>
              <a:ext cx="721360" cy="283845"/>
            </a:xfrm>
            <a:custGeom>
              <a:avLst/>
              <a:gdLst/>
              <a:ahLst/>
              <a:cxnLst/>
              <a:rect l="l" t="t" r="r" b="b"/>
              <a:pathLst>
                <a:path w="721359" h="283844">
                  <a:moveTo>
                    <a:pt x="0" y="0"/>
                  </a:moveTo>
                  <a:lnTo>
                    <a:pt x="721271" y="0"/>
                  </a:lnTo>
                  <a:lnTo>
                    <a:pt x="721271" y="283774"/>
                  </a:lnTo>
                  <a:lnTo>
                    <a:pt x="0" y="283774"/>
                  </a:lnTo>
                  <a:lnTo>
                    <a:pt x="0" y="0"/>
                  </a:lnTo>
                  <a:close/>
                </a:path>
              </a:pathLst>
            </a:custGeom>
            <a:ln w="9524">
              <a:solidFill>
                <a:srgbClr val="000000"/>
              </a:solidFill>
            </a:ln>
          </p:spPr>
          <p:txBody>
            <a:bodyPr wrap="square" lIns="0" tIns="0" rIns="0" bIns="0" rtlCol="0"/>
            <a:lstStyle/>
            <a:p>
              <a:endParaRPr sz="2400"/>
            </a:p>
          </p:txBody>
        </p:sp>
      </p:grpSp>
      <p:pic>
        <p:nvPicPr>
          <p:cNvPr id="16" name="object 16"/>
          <p:cNvPicPr/>
          <p:nvPr/>
        </p:nvPicPr>
        <p:blipFill>
          <a:blip r:embed="rId6" cstate="print"/>
          <a:stretch>
            <a:fillRect/>
          </a:stretch>
        </p:blipFill>
        <p:spPr>
          <a:xfrm>
            <a:off x="5232998" y="2367852"/>
            <a:ext cx="1726001" cy="1726000"/>
          </a:xfrm>
          <a:prstGeom prst="rect">
            <a:avLst/>
          </a:prstGeom>
        </p:spPr>
      </p:pic>
      <p:sp>
        <p:nvSpPr>
          <p:cNvPr id="17" name="object 17"/>
          <p:cNvSpPr txBox="1"/>
          <p:nvPr/>
        </p:nvSpPr>
        <p:spPr>
          <a:xfrm>
            <a:off x="5029091" y="1941275"/>
            <a:ext cx="2135293" cy="304421"/>
          </a:xfrm>
          <a:prstGeom prst="rect">
            <a:avLst/>
          </a:prstGeom>
        </p:spPr>
        <p:txBody>
          <a:bodyPr vert="horz" wrap="square" lIns="0" tIns="16933" rIns="0" bIns="0" rtlCol="0">
            <a:spAutoFit/>
          </a:bodyPr>
          <a:lstStyle/>
          <a:p>
            <a:pPr marL="16933">
              <a:spcBef>
                <a:spcPts val="133"/>
              </a:spcBef>
            </a:pPr>
            <a:r>
              <a:rPr sz="1867" dirty="0">
                <a:latin typeface="Lucida Sans Unicode"/>
                <a:cs typeface="Lucida Sans Unicode"/>
              </a:rPr>
              <a:t>One</a:t>
            </a:r>
            <a:r>
              <a:rPr sz="1867" spc="80" dirty="0">
                <a:latin typeface="Lucida Sans Unicode"/>
                <a:cs typeface="Lucida Sans Unicode"/>
              </a:rPr>
              <a:t> </a:t>
            </a:r>
            <a:r>
              <a:rPr sz="1867" dirty="0">
                <a:latin typeface="Lucida Sans Unicode"/>
                <a:cs typeface="Lucida Sans Unicode"/>
              </a:rPr>
              <a:t>forward</a:t>
            </a:r>
            <a:r>
              <a:rPr sz="1867" spc="87" dirty="0">
                <a:latin typeface="Lucida Sans Unicode"/>
                <a:cs typeface="Lucida Sans Unicode"/>
              </a:rPr>
              <a:t> </a:t>
            </a:r>
            <a:r>
              <a:rPr sz="1867" spc="60" dirty="0">
                <a:latin typeface="Lucida Sans Unicode"/>
                <a:cs typeface="Lucida Sans Unicode"/>
              </a:rPr>
              <a:t>pass</a:t>
            </a:r>
            <a:endParaRPr sz="1867">
              <a:latin typeface="Lucida Sans Unicode"/>
              <a:cs typeface="Lucida Sans Unicode"/>
            </a:endParaRPr>
          </a:p>
        </p:txBody>
      </p:sp>
      <p:sp>
        <p:nvSpPr>
          <p:cNvPr id="18" name="object 18"/>
          <p:cNvSpPr txBox="1"/>
          <p:nvPr/>
        </p:nvSpPr>
        <p:spPr>
          <a:xfrm>
            <a:off x="4774506" y="4190751"/>
            <a:ext cx="2644985" cy="304421"/>
          </a:xfrm>
          <a:prstGeom prst="rect">
            <a:avLst/>
          </a:prstGeom>
        </p:spPr>
        <p:txBody>
          <a:bodyPr vert="horz" wrap="square" lIns="0" tIns="16933" rIns="0" bIns="0" rtlCol="0">
            <a:spAutoFit/>
          </a:bodyPr>
          <a:lstStyle/>
          <a:p>
            <a:pPr marL="16933">
              <a:spcBef>
                <a:spcPts val="133"/>
              </a:spcBef>
            </a:pPr>
            <a:r>
              <a:rPr sz="1867" spc="-13" dirty="0">
                <a:latin typeface="Lucida Sans Unicode"/>
                <a:cs typeface="Lucida Sans Unicode"/>
              </a:rPr>
              <a:t>Billions</a:t>
            </a:r>
            <a:r>
              <a:rPr sz="1867" spc="-127" dirty="0">
                <a:latin typeface="Lucida Sans Unicode"/>
                <a:cs typeface="Lucida Sans Unicode"/>
              </a:rPr>
              <a:t> </a:t>
            </a:r>
            <a:r>
              <a:rPr sz="1867" dirty="0">
                <a:latin typeface="Lucida Sans Unicode"/>
                <a:cs typeface="Lucida Sans Unicode"/>
              </a:rPr>
              <a:t>of</a:t>
            </a:r>
            <a:r>
              <a:rPr sz="1867" spc="-120" dirty="0">
                <a:latin typeface="Lucida Sans Unicode"/>
                <a:cs typeface="Lucida Sans Unicode"/>
              </a:rPr>
              <a:t> </a:t>
            </a:r>
            <a:r>
              <a:rPr sz="1867" spc="-13" dirty="0">
                <a:latin typeface="Lucida Sans Unicode"/>
                <a:cs typeface="Lucida Sans Unicode"/>
              </a:rPr>
              <a:t>calculations</a:t>
            </a:r>
            <a:endParaRPr sz="1867">
              <a:latin typeface="Lucida Sans Unicode"/>
              <a:cs typeface="Lucida Sans Unicode"/>
            </a:endParaRPr>
          </a:p>
        </p:txBody>
      </p:sp>
      <p:sp>
        <p:nvSpPr>
          <p:cNvPr id="20" name="TextBox 19">
            <a:extLst>
              <a:ext uri="{FF2B5EF4-FFF2-40B4-BE49-F238E27FC236}">
                <a16:creationId xmlns:a16="http://schemas.microsoft.com/office/drawing/2014/main" id="{E6190C17-F92F-7F07-61B0-645CB0AD7101}"/>
              </a:ext>
            </a:extLst>
          </p:cNvPr>
          <p:cNvSpPr txBox="1"/>
          <p:nvPr/>
        </p:nvSpPr>
        <p:spPr>
          <a:xfrm>
            <a:off x="309316" y="5159942"/>
            <a:ext cx="11478741" cy="1200329"/>
          </a:xfrm>
          <a:prstGeom prst="rect">
            <a:avLst/>
          </a:prstGeom>
          <a:solidFill>
            <a:schemeClr val="bg2">
              <a:lumMod val="90000"/>
            </a:schemeClr>
          </a:solidFill>
        </p:spPr>
        <p:txBody>
          <a:bodyPr wrap="square">
            <a:spAutoFit/>
          </a:bodyPr>
          <a:lstStyle/>
          <a:p>
            <a:r>
              <a:rPr lang="en-US" sz="2400" dirty="0"/>
              <a:t>A 500-token response from a 70B model:  streaming 70B parameters through compute </a:t>
            </a:r>
            <a:r>
              <a:rPr lang="en-US" sz="2400" b="1" dirty="0"/>
              <a:t>500 times</a:t>
            </a:r>
            <a:r>
              <a:rPr lang="en-US" sz="2400" dirty="0"/>
              <a:t> —  fundamentally inference is memory-bandwidth-bound, techniques like quantization, KV caching, and speculative decoding exist</a:t>
            </a:r>
            <a:endParaRPr lang="en-IN" sz="2400" dirty="0"/>
          </a:p>
        </p:txBody>
      </p:sp>
    </p:spTree>
    <p:extLst>
      <p:ext uri="{BB962C8B-B14F-4D97-AF65-F5344CB8AC3E}">
        <p14:creationId xmlns:p14="http://schemas.microsoft.com/office/powerpoint/2010/main" val="20516123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B89520-67F1-0523-5E67-A14871011BE1}"/>
              </a:ext>
            </a:extLst>
          </p:cNvPr>
          <p:cNvSpPr>
            <a:spLocks noGrp="1"/>
          </p:cNvSpPr>
          <p:nvPr>
            <p:ph type="title"/>
          </p:nvPr>
        </p:nvSpPr>
        <p:spPr/>
        <p:txBody>
          <a:bodyPr/>
          <a:lstStyle/>
          <a:p>
            <a:r>
              <a:rPr lang="en-US" dirty="0"/>
              <a:t>LLM inference bottlenecks : "Here's WHY it's expensive — 3 root causes"</a:t>
            </a:r>
            <a:endParaRPr lang="en-IN" dirty="0"/>
          </a:p>
        </p:txBody>
      </p:sp>
      <p:pic>
        <p:nvPicPr>
          <p:cNvPr id="7" name="Picture 6">
            <a:extLst>
              <a:ext uri="{FF2B5EF4-FFF2-40B4-BE49-F238E27FC236}">
                <a16:creationId xmlns:a16="http://schemas.microsoft.com/office/drawing/2014/main" id="{E69F2F43-22DE-328A-E89B-31B7B58B605D}"/>
              </a:ext>
            </a:extLst>
          </p:cNvPr>
          <p:cNvPicPr>
            <a:picLocks noChangeAspect="1"/>
          </p:cNvPicPr>
          <p:nvPr/>
        </p:nvPicPr>
        <p:blipFill>
          <a:blip r:embed="rId3"/>
          <a:stretch>
            <a:fillRect/>
          </a:stretch>
        </p:blipFill>
        <p:spPr>
          <a:xfrm>
            <a:off x="96289" y="1357726"/>
            <a:ext cx="11123327" cy="3961040"/>
          </a:xfrm>
          <a:prstGeom prst="rect">
            <a:avLst/>
          </a:prstGeom>
        </p:spPr>
      </p:pic>
      <p:sp>
        <p:nvSpPr>
          <p:cNvPr id="8" name="TextBox 7">
            <a:extLst>
              <a:ext uri="{FF2B5EF4-FFF2-40B4-BE49-F238E27FC236}">
                <a16:creationId xmlns:a16="http://schemas.microsoft.com/office/drawing/2014/main" id="{87887F06-7905-5EEF-4C35-A499D4B6D51B}"/>
              </a:ext>
            </a:extLst>
          </p:cNvPr>
          <p:cNvSpPr txBox="1"/>
          <p:nvPr/>
        </p:nvSpPr>
        <p:spPr>
          <a:xfrm>
            <a:off x="231987" y="5500274"/>
            <a:ext cx="7594842" cy="646331"/>
          </a:xfrm>
          <a:prstGeom prst="rect">
            <a:avLst/>
          </a:prstGeom>
          <a:noFill/>
        </p:spPr>
        <p:txBody>
          <a:bodyPr wrap="square">
            <a:spAutoFit/>
          </a:bodyPr>
          <a:lstStyle/>
          <a:p>
            <a:r>
              <a:rPr kumimoji="0" lang="en-US" altLang="en-US" sz="1800" b="0" i="0" u="none" strike="noStrike" cap="none" normalizeH="0" baseline="0" dirty="0">
                <a:ln>
                  <a:noFill/>
                </a:ln>
                <a:effectLst/>
                <a:latin typeface="Anthropic Sans"/>
              </a:rPr>
              <a:t>Best real-world stack:   Quantization + </a:t>
            </a:r>
            <a:r>
              <a:rPr kumimoji="0" lang="en-US" altLang="en-US" sz="1800" b="0" i="0" u="none" strike="noStrike" cap="none" normalizeH="0" baseline="0" dirty="0" err="1">
                <a:ln>
                  <a:noFill/>
                </a:ln>
                <a:effectLst/>
                <a:latin typeface="Anthropic Sans"/>
              </a:rPr>
              <a:t>PagedAttention</a:t>
            </a:r>
            <a:r>
              <a:rPr kumimoji="0" lang="en-US" altLang="en-US" sz="1800" b="0" i="0" u="none" strike="noStrike" cap="none" normalizeH="0" baseline="0" dirty="0">
                <a:ln>
                  <a:noFill/>
                </a:ln>
                <a:effectLst/>
                <a:latin typeface="Anthropic Sans"/>
              </a:rPr>
              <a:t> + Continuous batching </a:t>
            </a:r>
          </a:p>
          <a:p>
            <a:r>
              <a:rPr kumimoji="0" lang="en-US" altLang="en-US" sz="1800" b="0" i="0" u="none" strike="noStrike" cap="none" normalizeH="0" baseline="0" dirty="0">
                <a:ln>
                  <a:noFill/>
                </a:ln>
                <a:effectLst/>
                <a:latin typeface="Anthropic Sans"/>
              </a:rPr>
              <a:t>the core of </a:t>
            </a:r>
            <a:r>
              <a:rPr kumimoji="0" lang="en-US" altLang="en-US" sz="1800" b="0" i="0" u="none" strike="noStrike" cap="none" normalizeH="0" baseline="0" dirty="0" err="1">
                <a:ln>
                  <a:noFill/>
                </a:ln>
                <a:effectLst/>
                <a:latin typeface="Anthropic Sans"/>
              </a:rPr>
              <a:t>vLLM</a:t>
            </a:r>
            <a:r>
              <a:rPr kumimoji="0" lang="en-US" altLang="en-US" sz="1800" b="0" i="0" u="none" strike="noStrike" cap="none" normalizeH="0" baseline="0" dirty="0">
                <a:ln>
                  <a:noFill/>
                </a:ln>
                <a:effectLst/>
                <a:latin typeface="Anthropic Sans"/>
              </a:rPr>
              <a:t> and TGI inference engines</a:t>
            </a:r>
            <a:endParaRPr lang="en-IN" dirty="0"/>
          </a:p>
        </p:txBody>
      </p:sp>
      <p:sp>
        <p:nvSpPr>
          <p:cNvPr id="9" name="TextBox 8">
            <a:extLst>
              <a:ext uri="{FF2B5EF4-FFF2-40B4-BE49-F238E27FC236}">
                <a16:creationId xmlns:a16="http://schemas.microsoft.com/office/drawing/2014/main" id="{BF996E78-CE07-0587-C3B6-AA24D2D00686}"/>
              </a:ext>
            </a:extLst>
          </p:cNvPr>
          <p:cNvSpPr txBox="1"/>
          <p:nvPr/>
        </p:nvSpPr>
        <p:spPr>
          <a:xfrm>
            <a:off x="8001102" y="5482534"/>
            <a:ext cx="3958911" cy="646331"/>
          </a:xfrm>
          <a:prstGeom prst="rect">
            <a:avLst/>
          </a:prstGeom>
          <a:solidFill>
            <a:schemeClr val="accent3">
              <a:lumMod val="40000"/>
              <a:lumOff val="60000"/>
            </a:schemeClr>
          </a:solidFill>
        </p:spPr>
        <p:txBody>
          <a:bodyPr wrap="square">
            <a:spAutoFit/>
          </a:bodyPr>
          <a:lstStyle/>
          <a:p>
            <a:r>
              <a:rPr lang="en-US" dirty="0"/>
              <a:t>Each bottleneck has a family of solutions — Mapping next slide</a:t>
            </a:r>
            <a:endParaRPr lang="en-IN" dirty="0"/>
          </a:p>
        </p:txBody>
      </p:sp>
      <p:sp>
        <p:nvSpPr>
          <p:cNvPr id="10" name="TextBox 9">
            <a:extLst>
              <a:ext uri="{FF2B5EF4-FFF2-40B4-BE49-F238E27FC236}">
                <a16:creationId xmlns:a16="http://schemas.microsoft.com/office/drawing/2014/main" id="{7C5B9BC1-111F-F257-78F8-9C10711C1289}"/>
              </a:ext>
            </a:extLst>
          </p:cNvPr>
          <p:cNvSpPr txBox="1"/>
          <p:nvPr/>
        </p:nvSpPr>
        <p:spPr>
          <a:xfrm>
            <a:off x="96289" y="6159865"/>
            <a:ext cx="11613172" cy="369332"/>
          </a:xfrm>
          <a:prstGeom prst="rect">
            <a:avLst/>
          </a:prstGeom>
          <a:noFill/>
        </p:spPr>
        <p:txBody>
          <a:bodyPr wrap="square">
            <a:spAutoFit/>
          </a:bodyPr>
          <a:lstStyle/>
          <a:p>
            <a:r>
              <a:rPr lang="en-US" b="1" i="0" dirty="0">
                <a:effectLst/>
                <a:latin typeface="Anthropic Sans"/>
              </a:rPr>
              <a:t>Quantization attacks all three simultaneously — smaller weights use less VRAM, transfer faster, and require fewer FLOPs</a:t>
            </a:r>
            <a:endParaRPr lang="en-IN" b="1" dirty="0"/>
          </a:p>
        </p:txBody>
      </p:sp>
    </p:spTree>
    <p:extLst>
      <p:ext uri="{BB962C8B-B14F-4D97-AF65-F5344CB8AC3E}">
        <p14:creationId xmlns:p14="http://schemas.microsoft.com/office/powerpoint/2010/main" val="27679692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237744"/>
            <a:ext cx="8229600" cy="502920"/>
          </a:xfrm>
          <a:prstGeom prst="rect">
            <a:avLst/>
          </a:prstGeom>
          <a:noFill/>
          <a:ln/>
        </p:spPr>
        <p:txBody>
          <a:bodyPr wrap="square" lIns="0" tIns="0" rIns="0" bIns="0" rtlCol="0" anchor="ctr"/>
          <a:lstStyle/>
          <a:p>
            <a:pPr marL="0" indent="0" algn="l">
              <a:buNone/>
            </a:pPr>
            <a:r>
              <a:rPr lang="en-US" sz="3000" b="1" dirty="0">
                <a:solidFill>
                  <a:srgbClr val="8B1A1A"/>
                </a:solidFill>
                <a:latin typeface="Trebuchet MS" pitchFamily="34" charset="0"/>
                <a:ea typeface="Trebuchet MS" pitchFamily="34" charset="-122"/>
                <a:cs typeface="Trebuchet MS" pitchFamily="34" charset="-120"/>
              </a:rPr>
              <a:t>Optimization table</a:t>
            </a:r>
            <a:endParaRPr lang="en-US" sz="3000" dirty="0"/>
          </a:p>
        </p:txBody>
      </p:sp>
      <p:sp>
        <p:nvSpPr>
          <p:cNvPr id="3" name="Text 1"/>
          <p:cNvSpPr/>
          <p:nvPr/>
        </p:nvSpPr>
        <p:spPr>
          <a:xfrm>
            <a:off x="457200" y="955040"/>
            <a:ext cx="10972800" cy="274320"/>
          </a:xfrm>
          <a:prstGeom prst="rect">
            <a:avLst/>
          </a:prstGeom>
          <a:noFill/>
          <a:ln/>
        </p:spPr>
        <p:txBody>
          <a:bodyPr wrap="square" lIns="0" tIns="0" rIns="0" bIns="0" rtlCol="0" anchor="ctr"/>
          <a:lstStyle/>
          <a:p>
            <a:pPr marL="0" indent="0" algn="l">
              <a:buNone/>
            </a:pPr>
            <a:r>
              <a:rPr lang="en-US" sz="2000" b="1" i="1" dirty="0">
                <a:solidFill>
                  <a:srgbClr val="23211C"/>
                </a:solidFill>
                <a:latin typeface="Calibri" pitchFamily="34" charset="0"/>
                <a:ea typeface="Calibri" pitchFamily="34" charset="-122"/>
                <a:cs typeface="Calibri" pitchFamily="34" charset="-120"/>
              </a:rPr>
              <a:t>Saves</a:t>
            </a:r>
            <a:r>
              <a:rPr lang="en-US" sz="2000" i="1" dirty="0">
                <a:solidFill>
                  <a:srgbClr val="6B6A63"/>
                </a:solidFill>
                <a:latin typeface="Calibri" pitchFamily="34" charset="0"/>
                <a:ea typeface="Calibri" pitchFamily="34" charset="-122"/>
                <a:cs typeface="Calibri" pitchFamily="34" charset="-120"/>
              </a:rPr>
              <a:t> = which resource    </a:t>
            </a:r>
            <a:r>
              <a:rPr lang="en-US" sz="2000" b="1" i="1" dirty="0">
                <a:solidFill>
                  <a:srgbClr val="23211C"/>
                </a:solidFill>
                <a:latin typeface="Calibri" pitchFamily="34" charset="0"/>
                <a:ea typeface="Calibri" pitchFamily="34" charset="-122"/>
                <a:cs typeface="Calibri" pitchFamily="34" charset="-120"/>
              </a:rPr>
              <a:t>Phase</a:t>
            </a:r>
            <a:r>
              <a:rPr lang="en-US" sz="2000" i="1" dirty="0">
                <a:solidFill>
                  <a:srgbClr val="6B6A63"/>
                </a:solidFill>
                <a:latin typeface="Calibri" pitchFamily="34" charset="0"/>
                <a:ea typeface="Calibri" pitchFamily="34" charset="-122"/>
                <a:cs typeface="Calibri" pitchFamily="34" charset="-120"/>
              </a:rPr>
              <a:t> = when it helps    </a:t>
            </a:r>
            <a:r>
              <a:rPr lang="en-US" sz="2000" b="1" i="1" dirty="0">
                <a:solidFill>
                  <a:srgbClr val="23211C"/>
                </a:solidFill>
                <a:latin typeface="Calibri" pitchFamily="34" charset="0"/>
                <a:ea typeface="Calibri" pitchFamily="34" charset="-122"/>
                <a:cs typeface="Calibri" pitchFamily="34" charset="-120"/>
              </a:rPr>
              <a:t>Set at</a:t>
            </a:r>
            <a:r>
              <a:rPr lang="en-US" sz="2000" i="1" dirty="0">
                <a:solidFill>
                  <a:srgbClr val="6B6A63"/>
                </a:solidFill>
                <a:latin typeface="Calibri" pitchFamily="34" charset="0"/>
                <a:ea typeface="Calibri" pitchFamily="34" charset="-122"/>
                <a:cs typeface="Calibri" pitchFamily="34" charset="-120"/>
              </a:rPr>
              <a:t> = when you commit to it</a:t>
            </a:r>
            <a:endParaRPr lang="en-US" sz="2000" dirty="0"/>
          </a:p>
        </p:txBody>
      </p:sp>
      <p:graphicFrame>
        <p:nvGraphicFramePr>
          <p:cNvPr id="4" name="Table 0"/>
          <p:cNvGraphicFramePr>
            <a:graphicFrameLocks noGrp="1"/>
          </p:cNvGraphicFramePr>
          <p:nvPr>
            <p:extLst>
              <p:ext uri="{D42A27DB-BD31-4B8C-83A1-F6EECF244321}">
                <p14:modId xmlns:p14="http://schemas.microsoft.com/office/powerpoint/2010/main" val="3788906884"/>
              </p:ext>
            </p:extLst>
          </p:nvPr>
        </p:nvGraphicFramePr>
        <p:xfrm>
          <a:off x="186558" y="1718056"/>
          <a:ext cx="11818883" cy="4902200"/>
        </p:xfrm>
        <a:graphic>
          <a:graphicData uri="http://schemas.openxmlformats.org/drawingml/2006/table">
            <a:tbl>
              <a:tblPr/>
              <a:tblGrid>
                <a:gridCol w="2044262">
                  <a:extLst>
                    <a:ext uri="{9D8B030D-6E8A-4147-A177-3AD203B41FA5}">
                      <a16:colId xmlns:a16="http://schemas.microsoft.com/office/drawing/2014/main" val="20000"/>
                    </a:ext>
                  </a:extLst>
                </a:gridCol>
                <a:gridCol w="4262930">
                  <a:extLst>
                    <a:ext uri="{9D8B030D-6E8A-4147-A177-3AD203B41FA5}">
                      <a16:colId xmlns:a16="http://schemas.microsoft.com/office/drawing/2014/main" val="20001"/>
                    </a:ext>
                  </a:extLst>
                </a:gridCol>
                <a:gridCol w="1761468">
                  <a:extLst>
                    <a:ext uri="{9D8B030D-6E8A-4147-A177-3AD203B41FA5}">
                      <a16:colId xmlns:a16="http://schemas.microsoft.com/office/drawing/2014/main" val="20002"/>
                    </a:ext>
                  </a:extLst>
                </a:gridCol>
                <a:gridCol w="1818290">
                  <a:extLst>
                    <a:ext uri="{9D8B030D-6E8A-4147-A177-3AD203B41FA5}">
                      <a16:colId xmlns:a16="http://schemas.microsoft.com/office/drawing/2014/main" val="20003"/>
                    </a:ext>
                  </a:extLst>
                </a:gridCol>
                <a:gridCol w="1931933">
                  <a:extLst>
                    <a:ext uri="{9D8B030D-6E8A-4147-A177-3AD203B41FA5}">
                      <a16:colId xmlns:a16="http://schemas.microsoft.com/office/drawing/2014/main" val="20004"/>
                    </a:ext>
                  </a:extLst>
                </a:gridCol>
              </a:tblGrid>
              <a:tr h="256032">
                <a:tc>
                  <a:txBody>
                    <a:bodyPr/>
                    <a:lstStyle/>
                    <a:p>
                      <a:pPr marL="0" indent="0" algn="l">
                        <a:buNone/>
                      </a:pPr>
                      <a:r>
                        <a:rPr lang="en-US" sz="1800" b="1" dirty="0">
                          <a:solidFill>
                            <a:srgbClr val="FFFFFF"/>
                          </a:solidFill>
                          <a:latin typeface="Calibri" pitchFamily="34" charset="0"/>
                          <a:ea typeface="Calibri" pitchFamily="34" charset="-122"/>
                          <a:cs typeface="Calibri" pitchFamily="34" charset="-120"/>
                        </a:rPr>
                        <a:t>Category</a:t>
                      </a:r>
                      <a:endParaRPr lang="en-US" sz="1800" dirty="0">
                        <a:latin typeface="Calibri" charset="0"/>
                        <a:ea typeface="Calibri" charset="0"/>
                        <a:cs typeface="Calibri" charset="0"/>
                      </a:endParaRP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A372F"/>
                    </a:solidFill>
                  </a:tcPr>
                </a:tc>
                <a:tc>
                  <a:txBody>
                    <a:bodyPr/>
                    <a:lstStyle/>
                    <a:p>
                      <a:pPr marL="0" indent="0" algn="l">
                        <a:buNone/>
                      </a:pPr>
                      <a:r>
                        <a:rPr lang="en-US" sz="1800" b="1" dirty="0">
                          <a:solidFill>
                            <a:srgbClr val="FFFFFF"/>
                          </a:solidFill>
                          <a:latin typeface="Calibri" pitchFamily="34" charset="0"/>
                          <a:ea typeface="Calibri" pitchFamily="34" charset="-122"/>
                          <a:cs typeface="Calibri" pitchFamily="34" charset="-120"/>
                        </a:rPr>
                        <a:t>Techniques</a:t>
                      </a:r>
                      <a:endParaRPr lang="en-US" sz="1800" dirty="0">
                        <a:latin typeface="Calibri" charset="0"/>
                        <a:ea typeface="Calibri" charset="0"/>
                        <a:cs typeface="Calibri" charset="0"/>
                      </a:endParaRP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A372F"/>
                    </a:solidFill>
                  </a:tcPr>
                </a:tc>
                <a:tc>
                  <a:txBody>
                    <a:bodyPr/>
                    <a:lstStyle/>
                    <a:p>
                      <a:pPr marL="0" indent="0" algn="l">
                        <a:buNone/>
                      </a:pPr>
                      <a:r>
                        <a:rPr lang="en-US" sz="1800" b="1" dirty="0">
                          <a:solidFill>
                            <a:srgbClr val="FFFFFF"/>
                          </a:solidFill>
                          <a:latin typeface="Calibri" pitchFamily="34" charset="0"/>
                          <a:ea typeface="Calibri" pitchFamily="34" charset="-122"/>
                          <a:cs typeface="Calibri" pitchFamily="34" charset="-120"/>
                        </a:rPr>
                        <a:t>Saves</a:t>
                      </a:r>
                      <a:endParaRPr lang="en-US" sz="1800" dirty="0">
                        <a:latin typeface="Calibri" charset="0"/>
                        <a:ea typeface="Calibri" charset="0"/>
                        <a:cs typeface="Calibri" charset="0"/>
                      </a:endParaRP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A372F"/>
                    </a:solidFill>
                  </a:tcPr>
                </a:tc>
                <a:tc>
                  <a:txBody>
                    <a:bodyPr/>
                    <a:lstStyle/>
                    <a:p>
                      <a:pPr marL="0" indent="0" algn="l">
                        <a:buNone/>
                      </a:pPr>
                      <a:r>
                        <a:rPr lang="en-US" sz="1800" b="1" dirty="0">
                          <a:solidFill>
                            <a:srgbClr val="FFFFFF"/>
                          </a:solidFill>
                          <a:latin typeface="Calibri" pitchFamily="34" charset="0"/>
                          <a:ea typeface="Calibri" pitchFamily="34" charset="-122"/>
                          <a:cs typeface="Calibri" pitchFamily="34" charset="-120"/>
                        </a:rPr>
                        <a:t>Phase</a:t>
                      </a:r>
                      <a:endParaRPr lang="en-US" sz="1800" dirty="0">
                        <a:latin typeface="Calibri" charset="0"/>
                        <a:ea typeface="Calibri" charset="0"/>
                        <a:cs typeface="Calibri" charset="0"/>
                      </a:endParaRP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A372F"/>
                    </a:solidFill>
                  </a:tcPr>
                </a:tc>
                <a:tc>
                  <a:txBody>
                    <a:bodyPr/>
                    <a:lstStyle/>
                    <a:p>
                      <a:pPr marL="0" indent="0" algn="l">
                        <a:buNone/>
                      </a:pPr>
                      <a:r>
                        <a:rPr lang="en-US" sz="1800" b="1" dirty="0">
                          <a:solidFill>
                            <a:srgbClr val="FFFFFF"/>
                          </a:solidFill>
                          <a:latin typeface="Calibri" pitchFamily="34" charset="0"/>
                          <a:ea typeface="Calibri" pitchFamily="34" charset="-122"/>
                          <a:cs typeface="Calibri" pitchFamily="34" charset="-120"/>
                        </a:rPr>
                        <a:t>Set at</a:t>
                      </a:r>
                      <a:endParaRPr lang="en-US" sz="1800" dirty="0">
                        <a:latin typeface="Calibri" charset="0"/>
                        <a:ea typeface="Calibri" charset="0"/>
                        <a:cs typeface="Calibri" charset="0"/>
                      </a:endParaRP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3A372F"/>
                    </a:solidFill>
                  </a:tcPr>
                </a:tc>
                <a:extLst>
                  <a:ext uri="{0D108BD9-81ED-4DB2-BD59-A6C34878D82A}">
                    <a16:rowId xmlns:a16="http://schemas.microsoft.com/office/drawing/2014/main" val="10000"/>
                  </a:ext>
                </a:extLst>
              </a:tr>
              <a:tr h="731520">
                <a:tc>
                  <a:txBody>
                    <a:bodyPr/>
                    <a:lstStyle/>
                    <a:p>
                      <a:pPr marL="0" indent="0" algn="l">
                        <a:buNone/>
                      </a:pPr>
                      <a:r>
                        <a:rPr lang="en-US" sz="1800" b="1" dirty="0">
                          <a:solidFill>
                            <a:srgbClr val="23211C"/>
                          </a:solidFill>
                          <a:latin typeface="Calibri" pitchFamily="34" charset="0"/>
                          <a:ea typeface="Calibri" pitchFamily="34" charset="-122"/>
                          <a:cs typeface="Calibri" pitchFamily="34" charset="-120"/>
                        </a:rPr>
                        <a:t>Model-level</a:t>
                      </a:r>
                      <a:endParaRPr lang="en-US" sz="1800" dirty="0">
                        <a:latin typeface="Calibri" charset="0"/>
                        <a:ea typeface="Calibri" charset="0"/>
                        <a:cs typeface="Calibri" charset="0"/>
                      </a:endParaRPr>
                    </a:p>
                    <a:p>
                      <a:pPr marL="0" indent="0" algn="l">
                        <a:buNone/>
                      </a:pPr>
                      <a:r>
                        <a:rPr lang="en-US" sz="1800" i="1" dirty="0">
                          <a:solidFill>
                            <a:srgbClr val="6B6A63"/>
                          </a:solidFill>
                          <a:latin typeface="Calibri" pitchFamily="34" charset="0"/>
                          <a:ea typeface="Calibri" pitchFamily="34" charset="-122"/>
                          <a:cs typeface="Calibri" pitchFamily="34" charset="-120"/>
                        </a:rPr>
                        <a:t>Shrink the model</a:t>
                      </a:r>
                      <a:endParaRPr lang="en-US" sz="1800" dirty="0">
                        <a:latin typeface="Calibri" charset="0"/>
                        <a:ea typeface="Calibri" charset="0"/>
                        <a:cs typeface="Calibri" charset="0"/>
                      </a:endParaRP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indent="0" algn="l">
                        <a:buNone/>
                      </a:pPr>
                      <a:r>
                        <a:rPr lang="en-US" sz="1800" dirty="0">
                          <a:solidFill>
                            <a:srgbClr val="3C3489"/>
                          </a:solidFill>
                          <a:latin typeface="Calibri" pitchFamily="34" charset="0"/>
                          <a:ea typeface="Calibri" pitchFamily="34" charset="-122"/>
                          <a:cs typeface="Calibri" pitchFamily="34" charset="-120"/>
                        </a:rPr>
                        <a:t>Quantization,</a:t>
                      </a:r>
                      <a:r>
                        <a:rPr lang="en-US" sz="1800" dirty="0">
                          <a:solidFill>
                            <a:srgbClr val="000000"/>
                          </a:solidFill>
                          <a:latin typeface="Calibri" pitchFamily="34" charset="0"/>
                          <a:ea typeface="Calibri" pitchFamily="34" charset="-122"/>
                          <a:cs typeface="Calibri" pitchFamily="34" charset="-120"/>
                        </a:rPr>
                        <a:t>  </a:t>
                      </a:r>
                      <a:r>
                        <a:rPr lang="en-US" sz="1800" dirty="0">
                          <a:solidFill>
                            <a:srgbClr val="3C3489"/>
                          </a:solidFill>
                          <a:latin typeface="Calibri" pitchFamily="34" charset="0"/>
                          <a:ea typeface="Calibri" pitchFamily="34" charset="-122"/>
                          <a:cs typeface="Calibri" pitchFamily="34" charset="-120"/>
                        </a:rPr>
                        <a:t>Pruning,</a:t>
                      </a:r>
                      <a:r>
                        <a:rPr lang="en-US" sz="1800" dirty="0">
                          <a:solidFill>
                            <a:srgbClr val="000000"/>
                          </a:solidFill>
                          <a:latin typeface="Calibri" pitchFamily="34" charset="0"/>
                          <a:ea typeface="Calibri" pitchFamily="34" charset="-122"/>
                          <a:cs typeface="Calibri" pitchFamily="34" charset="-120"/>
                        </a:rPr>
                        <a:t>  </a:t>
                      </a:r>
                      <a:r>
                        <a:rPr lang="en-US" sz="1800" dirty="0">
                          <a:solidFill>
                            <a:srgbClr val="3C3489"/>
                          </a:solidFill>
                          <a:latin typeface="Calibri" pitchFamily="34" charset="0"/>
                          <a:ea typeface="Calibri" pitchFamily="34" charset="-122"/>
                          <a:cs typeface="Calibri" pitchFamily="34" charset="-120"/>
                        </a:rPr>
                        <a:t>Distillation,</a:t>
                      </a:r>
                      <a:r>
                        <a:rPr lang="en-US" sz="1800" dirty="0">
                          <a:solidFill>
                            <a:srgbClr val="000000"/>
                          </a:solidFill>
                          <a:latin typeface="Calibri" pitchFamily="34" charset="0"/>
                          <a:ea typeface="Calibri" pitchFamily="34" charset="-122"/>
                          <a:cs typeface="Calibri" pitchFamily="34" charset="-120"/>
                        </a:rPr>
                        <a:t>  </a:t>
                      </a:r>
                      <a:r>
                        <a:rPr lang="en-US" sz="1800" dirty="0">
                          <a:solidFill>
                            <a:srgbClr val="3C3489"/>
                          </a:solidFill>
                          <a:latin typeface="Calibri" pitchFamily="34" charset="0"/>
                          <a:ea typeface="Calibri" pitchFamily="34" charset="-122"/>
                          <a:cs typeface="Calibri" pitchFamily="34" charset="-120"/>
                        </a:rPr>
                        <a:t>Weight sharing</a:t>
                      </a:r>
                      <a:endParaRPr lang="en-US" sz="1800" dirty="0">
                        <a:latin typeface="Calibri" charset="0"/>
                        <a:ea typeface="Calibri" charset="0"/>
                        <a:cs typeface="Calibri" charset="0"/>
                      </a:endParaRP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indent="0" algn="l">
                        <a:buNone/>
                      </a:pPr>
                      <a:r>
                        <a:rPr lang="en-US" sz="1800" b="1" dirty="0">
                          <a:solidFill>
                            <a:srgbClr val="0C447C"/>
                          </a:solidFill>
                          <a:latin typeface="Calibri" pitchFamily="34" charset="0"/>
                          <a:ea typeface="Calibri" pitchFamily="34" charset="-122"/>
                          <a:cs typeface="Calibri" pitchFamily="34" charset="-120"/>
                        </a:rPr>
                        <a:t>VRAM</a:t>
                      </a:r>
                      <a:endParaRPr lang="en-US" sz="1800" dirty="0">
                        <a:latin typeface="Calibri" charset="0"/>
                        <a:ea typeface="Calibri" charset="0"/>
                        <a:cs typeface="Calibri" charset="0"/>
                      </a:endParaRPr>
                    </a:p>
                    <a:p>
                      <a:pPr marL="0" indent="0" algn="l">
                        <a:buNone/>
                      </a:pPr>
                      <a:r>
                        <a:rPr lang="en-US" sz="1800" dirty="0">
                          <a:solidFill>
                            <a:srgbClr val="000000"/>
                          </a:solidFill>
                          <a:latin typeface="Calibri" pitchFamily="34" charset="0"/>
                          <a:ea typeface="Calibri" pitchFamily="34" charset="-122"/>
                          <a:cs typeface="Calibri" pitchFamily="34" charset="-120"/>
                        </a:rPr>
                        <a:t>  </a:t>
                      </a:r>
                      <a:r>
                        <a:rPr lang="en-US" sz="1800" b="1" dirty="0">
                          <a:solidFill>
                            <a:srgbClr val="9A6207"/>
                          </a:solidFill>
                          <a:latin typeface="Calibri" pitchFamily="34" charset="0"/>
                          <a:ea typeface="Calibri" pitchFamily="34" charset="-122"/>
                          <a:cs typeface="Calibri" pitchFamily="34" charset="-120"/>
                        </a:rPr>
                        <a:t>Bandwidth</a:t>
                      </a:r>
                      <a:endParaRPr lang="en-US" sz="1800" dirty="0">
                        <a:latin typeface="Calibri" charset="0"/>
                        <a:ea typeface="Calibri" charset="0"/>
                        <a:cs typeface="Calibri" charset="0"/>
                      </a:endParaRPr>
                    </a:p>
                    <a:p>
                      <a:pPr marL="0" indent="0" algn="l">
                        <a:buNone/>
                      </a:pPr>
                      <a:r>
                        <a:rPr lang="en-US" sz="1800" dirty="0">
                          <a:solidFill>
                            <a:srgbClr val="000000"/>
                          </a:solidFill>
                          <a:latin typeface="Calibri" pitchFamily="34" charset="0"/>
                          <a:ea typeface="Calibri" pitchFamily="34" charset="-122"/>
                          <a:cs typeface="Calibri" pitchFamily="34" charset="-120"/>
                        </a:rPr>
                        <a:t>  </a:t>
                      </a:r>
                      <a:r>
                        <a:rPr lang="en-US" sz="1800" b="1" dirty="0">
                          <a:solidFill>
                            <a:srgbClr val="A32D2D"/>
                          </a:solidFill>
                          <a:latin typeface="Calibri" pitchFamily="34" charset="0"/>
                          <a:ea typeface="Calibri" pitchFamily="34" charset="-122"/>
                          <a:cs typeface="Calibri" pitchFamily="34" charset="-120"/>
                        </a:rPr>
                        <a:t>Compute</a:t>
                      </a:r>
                      <a:endParaRPr lang="en-US" sz="1800" dirty="0">
                        <a:latin typeface="Calibri" charset="0"/>
                        <a:ea typeface="Calibri" charset="0"/>
                        <a:cs typeface="Calibri" charset="0"/>
                      </a:endParaRP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indent="0" algn="l">
                        <a:buNone/>
                      </a:pPr>
                      <a:r>
                        <a:rPr lang="en-US" sz="1800" dirty="0">
                          <a:solidFill>
                            <a:srgbClr val="BBB9B0"/>
                          </a:solidFill>
                          <a:latin typeface="Calibri" pitchFamily="34" charset="0"/>
                          <a:ea typeface="Calibri" pitchFamily="34" charset="-122"/>
                          <a:cs typeface="Calibri" pitchFamily="34" charset="-120"/>
                        </a:rPr>
                        <a:t>Train, </a:t>
                      </a:r>
                      <a:r>
                        <a:rPr lang="en-US" sz="1800" b="1" dirty="0">
                          <a:solidFill>
                            <a:srgbClr val="2E2B25"/>
                          </a:solidFill>
                          <a:latin typeface="Calibri" pitchFamily="34" charset="0"/>
                          <a:ea typeface="Calibri" pitchFamily="34" charset="-122"/>
                          <a:cs typeface="Calibri" pitchFamily="34" charset="-120"/>
                        </a:rPr>
                        <a:t>Prefill</a:t>
                      </a:r>
                      <a:endParaRPr lang="en-US" sz="1800" dirty="0">
                        <a:latin typeface="Calibri" charset="0"/>
                        <a:ea typeface="Calibri" charset="0"/>
                        <a:cs typeface="Calibri" charset="0"/>
                      </a:endParaRPr>
                    </a:p>
                    <a:p>
                      <a:pPr marL="0" indent="0" algn="l">
                        <a:buNone/>
                      </a:pPr>
                      <a:r>
                        <a:rPr lang="en-US" sz="1800" b="1" dirty="0">
                          <a:solidFill>
                            <a:srgbClr val="2E2B25"/>
                          </a:solidFill>
                          <a:latin typeface="Calibri" pitchFamily="34" charset="0"/>
                          <a:ea typeface="Calibri" pitchFamily="34" charset="-122"/>
                          <a:cs typeface="Calibri" pitchFamily="34" charset="-120"/>
                        </a:rPr>
                        <a:t>Decode</a:t>
                      </a:r>
                      <a:endParaRPr lang="en-US" sz="1800" dirty="0">
                        <a:latin typeface="Calibri" charset="0"/>
                        <a:ea typeface="Calibri" charset="0"/>
                        <a:cs typeface="Calibri" charset="0"/>
                      </a:endParaRP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indent="0" algn="l">
                        <a:buNone/>
                      </a:pPr>
                      <a:r>
                        <a:rPr lang="en-US" sz="1800" b="1" dirty="0">
                          <a:solidFill>
                            <a:srgbClr val="2C5740"/>
                          </a:solidFill>
                          <a:latin typeface="Calibri" pitchFamily="34" charset="0"/>
                          <a:ea typeface="Calibri" pitchFamily="34" charset="-122"/>
                          <a:cs typeface="Calibri" pitchFamily="34" charset="-120"/>
                        </a:rPr>
                        <a:t>Load</a:t>
                      </a:r>
                      <a:endParaRPr lang="en-US" sz="1800" dirty="0">
                        <a:latin typeface="Calibri" charset="0"/>
                        <a:ea typeface="Calibri" charset="0"/>
                        <a:cs typeface="Calibri" charset="0"/>
                      </a:endParaRP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31520">
                <a:tc>
                  <a:txBody>
                    <a:bodyPr/>
                    <a:lstStyle/>
                    <a:p>
                      <a:pPr marL="0" indent="0" algn="l">
                        <a:buNone/>
                      </a:pPr>
                      <a:r>
                        <a:rPr lang="en-US" sz="1800" b="1" dirty="0">
                          <a:solidFill>
                            <a:srgbClr val="23211C"/>
                          </a:solidFill>
                          <a:latin typeface="Calibri" pitchFamily="34" charset="0"/>
                          <a:ea typeface="Calibri" pitchFamily="34" charset="-122"/>
                          <a:cs typeface="Calibri" pitchFamily="34" charset="-120"/>
                        </a:rPr>
                        <a:t>Attention</a:t>
                      </a:r>
                      <a:endParaRPr lang="en-US" sz="1800" dirty="0">
                        <a:latin typeface="Calibri" charset="0"/>
                        <a:ea typeface="Calibri" charset="0"/>
                        <a:cs typeface="Calibri" charset="0"/>
                      </a:endParaRPr>
                    </a:p>
                    <a:p>
                      <a:pPr marL="0" indent="0" algn="l">
                        <a:buNone/>
                      </a:pPr>
                      <a:r>
                        <a:rPr lang="en-US" sz="1800" i="1" dirty="0">
                          <a:solidFill>
                            <a:srgbClr val="6B6A63"/>
                          </a:solidFill>
                          <a:latin typeface="Calibri" pitchFamily="34" charset="0"/>
                          <a:ea typeface="Calibri" pitchFamily="34" charset="-122"/>
                          <a:cs typeface="Calibri" pitchFamily="34" charset="-120"/>
                        </a:rPr>
                        <a:t>Cheaper math</a:t>
                      </a:r>
                      <a:endParaRPr lang="en-US" sz="1800" dirty="0">
                        <a:latin typeface="Calibri" charset="0"/>
                        <a:ea typeface="Calibri" charset="0"/>
                        <a:cs typeface="Calibri" charset="0"/>
                      </a:endParaRP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F9F5"/>
                    </a:solidFill>
                  </a:tcPr>
                </a:tc>
                <a:tc>
                  <a:txBody>
                    <a:bodyPr/>
                    <a:lstStyle/>
                    <a:p>
                      <a:pPr marL="0" indent="0" algn="l">
                        <a:buNone/>
                      </a:pPr>
                      <a:r>
                        <a:rPr lang="en-US" sz="1800" dirty="0" err="1">
                          <a:solidFill>
                            <a:srgbClr val="085041"/>
                          </a:solidFill>
                          <a:latin typeface="Calibri" pitchFamily="34" charset="0"/>
                          <a:ea typeface="Calibri" pitchFamily="34" charset="-122"/>
                          <a:cs typeface="Calibri" pitchFamily="34" charset="-120"/>
                        </a:rPr>
                        <a:t>FlashAttention</a:t>
                      </a:r>
                      <a:r>
                        <a:rPr lang="en-US" sz="1800" dirty="0">
                          <a:solidFill>
                            <a:srgbClr val="085041"/>
                          </a:solidFill>
                          <a:latin typeface="Calibri" pitchFamily="34" charset="0"/>
                          <a:ea typeface="Calibri" pitchFamily="34" charset="-122"/>
                          <a:cs typeface="Calibri" pitchFamily="34" charset="-120"/>
                        </a:rPr>
                        <a:t>,</a:t>
                      </a:r>
                      <a:r>
                        <a:rPr lang="en-US" sz="1800" dirty="0">
                          <a:solidFill>
                            <a:srgbClr val="000000"/>
                          </a:solidFill>
                          <a:latin typeface="Calibri" pitchFamily="34" charset="0"/>
                          <a:ea typeface="Calibri" pitchFamily="34" charset="-122"/>
                          <a:cs typeface="Calibri" pitchFamily="34" charset="-120"/>
                        </a:rPr>
                        <a:t>  </a:t>
                      </a:r>
                      <a:r>
                        <a:rPr lang="en-US" sz="1800" dirty="0">
                          <a:solidFill>
                            <a:srgbClr val="085041"/>
                          </a:solidFill>
                          <a:latin typeface="Calibri" pitchFamily="34" charset="0"/>
                          <a:ea typeface="Calibri" pitchFamily="34" charset="-122"/>
                          <a:cs typeface="Calibri" pitchFamily="34" charset="-120"/>
                        </a:rPr>
                        <a:t>Sliding window,</a:t>
                      </a:r>
                      <a:r>
                        <a:rPr lang="en-US" sz="1800" dirty="0">
                          <a:solidFill>
                            <a:srgbClr val="000000"/>
                          </a:solidFill>
                          <a:latin typeface="Calibri" pitchFamily="34" charset="0"/>
                          <a:ea typeface="Calibri" pitchFamily="34" charset="-122"/>
                          <a:cs typeface="Calibri" pitchFamily="34" charset="-120"/>
                        </a:rPr>
                        <a:t>  </a:t>
                      </a:r>
                      <a:r>
                        <a:rPr lang="en-US" sz="1800" dirty="0">
                          <a:solidFill>
                            <a:srgbClr val="085041"/>
                          </a:solidFill>
                          <a:latin typeface="Calibri" pitchFamily="34" charset="0"/>
                          <a:ea typeface="Calibri" pitchFamily="34" charset="-122"/>
                          <a:cs typeface="Calibri" pitchFamily="34" charset="-120"/>
                        </a:rPr>
                        <a:t>Sparse attention</a:t>
                      </a:r>
                      <a:endParaRPr lang="en-US" sz="1800" dirty="0">
                        <a:latin typeface="Calibri" charset="0"/>
                        <a:ea typeface="Calibri" charset="0"/>
                        <a:cs typeface="Calibri" charset="0"/>
                      </a:endParaRP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F9F5"/>
                    </a:solidFill>
                  </a:tcPr>
                </a:tc>
                <a:tc>
                  <a:txBody>
                    <a:bodyPr/>
                    <a:lstStyle/>
                    <a:p>
                      <a:pPr marL="0" indent="0" algn="l">
                        <a:buNone/>
                      </a:pPr>
                      <a:r>
                        <a:rPr lang="en-US" sz="1800" b="1" dirty="0">
                          <a:solidFill>
                            <a:srgbClr val="9A6207"/>
                          </a:solidFill>
                          <a:latin typeface="Calibri" pitchFamily="34" charset="0"/>
                          <a:ea typeface="Calibri" pitchFamily="34" charset="-122"/>
                          <a:cs typeface="Calibri" pitchFamily="34" charset="-120"/>
                        </a:rPr>
                        <a:t>Bandwidth</a:t>
                      </a:r>
                      <a:endParaRPr lang="en-US" sz="1800" dirty="0">
                        <a:latin typeface="Calibri" charset="0"/>
                        <a:ea typeface="Calibri" charset="0"/>
                        <a:cs typeface="Calibri" charset="0"/>
                      </a:endParaRPr>
                    </a:p>
                    <a:p>
                      <a:pPr marL="0" indent="0" algn="l">
                        <a:buNone/>
                      </a:pPr>
                      <a:r>
                        <a:rPr lang="en-US" sz="1800" dirty="0">
                          <a:solidFill>
                            <a:srgbClr val="000000"/>
                          </a:solidFill>
                          <a:latin typeface="Calibri" pitchFamily="34" charset="0"/>
                          <a:ea typeface="Calibri" pitchFamily="34" charset="-122"/>
                          <a:cs typeface="Calibri" pitchFamily="34" charset="-120"/>
                        </a:rPr>
                        <a:t>  </a:t>
                      </a:r>
                      <a:r>
                        <a:rPr lang="en-US" sz="1800" b="1" dirty="0">
                          <a:solidFill>
                            <a:srgbClr val="A32D2D"/>
                          </a:solidFill>
                          <a:latin typeface="Calibri" pitchFamily="34" charset="0"/>
                          <a:ea typeface="Calibri" pitchFamily="34" charset="-122"/>
                          <a:cs typeface="Calibri" pitchFamily="34" charset="-120"/>
                        </a:rPr>
                        <a:t>Compute</a:t>
                      </a:r>
                      <a:endParaRPr lang="en-US" sz="1800" dirty="0">
                        <a:latin typeface="Calibri" charset="0"/>
                        <a:ea typeface="Calibri" charset="0"/>
                        <a:cs typeface="Calibri" charset="0"/>
                      </a:endParaRP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F9F5"/>
                    </a:solidFill>
                  </a:tcPr>
                </a:tc>
                <a:tc>
                  <a:txBody>
                    <a:bodyPr/>
                    <a:lstStyle/>
                    <a:p>
                      <a:pPr marL="0" indent="0" algn="l">
                        <a:buNone/>
                      </a:pPr>
                      <a:r>
                        <a:rPr lang="en-US" sz="1800" b="1" dirty="0">
                          <a:solidFill>
                            <a:srgbClr val="2E2B25"/>
                          </a:solidFill>
                          <a:latin typeface="Calibri" pitchFamily="34" charset="0"/>
                          <a:ea typeface="Calibri" pitchFamily="34" charset="-122"/>
                          <a:cs typeface="Calibri" pitchFamily="34" charset="-120"/>
                        </a:rPr>
                        <a:t>Train, Prefill</a:t>
                      </a:r>
                      <a:endParaRPr lang="en-US" sz="1800" dirty="0">
                        <a:latin typeface="Calibri" charset="0"/>
                        <a:ea typeface="Calibri" charset="0"/>
                        <a:cs typeface="Calibri" charset="0"/>
                      </a:endParaRPr>
                    </a:p>
                    <a:p>
                      <a:pPr marL="0" indent="0" algn="l">
                        <a:buNone/>
                      </a:pPr>
                      <a:r>
                        <a:rPr lang="en-US" sz="1800" dirty="0">
                          <a:solidFill>
                            <a:srgbClr val="BBB9B0"/>
                          </a:solidFill>
                          <a:latin typeface="Calibri" pitchFamily="34" charset="0"/>
                          <a:ea typeface="Calibri" pitchFamily="34" charset="-122"/>
                          <a:cs typeface="Calibri" pitchFamily="34" charset="-120"/>
                        </a:rPr>
                        <a:t>Decode</a:t>
                      </a:r>
                      <a:endParaRPr lang="en-US" sz="1800" dirty="0">
                        <a:latin typeface="Calibri" charset="0"/>
                        <a:ea typeface="Calibri" charset="0"/>
                        <a:cs typeface="Calibri" charset="0"/>
                      </a:endParaRP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F9F5"/>
                    </a:solidFill>
                  </a:tcPr>
                </a:tc>
                <a:tc>
                  <a:txBody>
                    <a:bodyPr/>
                    <a:lstStyle/>
                    <a:p>
                      <a:pPr marL="0" indent="0" algn="l">
                        <a:buNone/>
                      </a:pPr>
                      <a:r>
                        <a:rPr lang="en-US" sz="1800" b="1" dirty="0">
                          <a:solidFill>
                            <a:srgbClr val="3C3489"/>
                          </a:solidFill>
                          <a:latin typeface="Calibri" pitchFamily="34" charset="0"/>
                          <a:ea typeface="Calibri" pitchFamily="34" charset="-122"/>
                          <a:cs typeface="Calibri" pitchFamily="34" charset="-120"/>
                        </a:rPr>
                        <a:t>Train</a:t>
                      </a:r>
                      <a:endParaRPr lang="en-US" sz="1800" dirty="0">
                        <a:latin typeface="Calibri" charset="0"/>
                        <a:ea typeface="Calibri" charset="0"/>
                        <a:cs typeface="Calibri" charset="0"/>
                      </a:endParaRPr>
                    </a:p>
                    <a:p>
                      <a:pPr marL="0" indent="0" algn="l">
                        <a:buNone/>
                      </a:pPr>
                      <a:r>
                        <a:rPr lang="en-US" sz="1800" b="1" dirty="0">
                          <a:solidFill>
                            <a:srgbClr val="2C5740"/>
                          </a:solidFill>
                          <a:latin typeface="Calibri" pitchFamily="34" charset="0"/>
                          <a:ea typeface="Calibri" pitchFamily="34" charset="-122"/>
                          <a:cs typeface="Calibri" pitchFamily="34" charset="-120"/>
                        </a:rPr>
                        <a:t>Load</a:t>
                      </a:r>
                      <a:endParaRPr lang="en-US" sz="1800" dirty="0">
                        <a:latin typeface="Calibri" charset="0"/>
                        <a:ea typeface="Calibri" charset="0"/>
                        <a:cs typeface="Calibri" charset="0"/>
                      </a:endParaRP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F9F5"/>
                    </a:solidFill>
                  </a:tcPr>
                </a:tc>
                <a:extLst>
                  <a:ext uri="{0D108BD9-81ED-4DB2-BD59-A6C34878D82A}">
                    <a16:rowId xmlns:a16="http://schemas.microsoft.com/office/drawing/2014/main" val="10002"/>
                  </a:ext>
                </a:extLst>
              </a:tr>
              <a:tr h="777240">
                <a:tc>
                  <a:txBody>
                    <a:bodyPr/>
                    <a:lstStyle/>
                    <a:p>
                      <a:pPr marL="0" indent="0" algn="l">
                        <a:buNone/>
                      </a:pPr>
                      <a:r>
                        <a:rPr lang="en-US" sz="1800" b="1" dirty="0">
                          <a:solidFill>
                            <a:srgbClr val="23211C"/>
                          </a:solidFill>
                          <a:latin typeface="Calibri" pitchFamily="34" charset="0"/>
                          <a:ea typeface="Calibri" pitchFamily="34" charset="-122"/>
                          <a:cs typeface="Calibri" pitchFamily="34" charset="-120"/>
                        </a:rPr>
                        <a:t>KV cache</a:t>
                      </a:r>
                      <a:endParaRPr lang="en-US" sz="1800" dirty="0">
                        <a:latin typeface="Calibri" charset="0"/>
                        <a:ea typeface="Calibri" charset="0"/>
                        <a:cs typeface="Calibri" charset="0"/>
                      </a:endParaRPr>
                    </a:p>
                    <a:p>
                      <a:pPr marL="0" indent="0" algn="l">
                        <a:buNone/>
                      </a:pPr>
                      <a:r>
                        <a:rPr lang="en-US" sz="1800" i="1" dirty="0">
                          <a:solidFill>
                            <a:srgbClr val="6B6A63"/>
                          </a:solidFill>
                          <a:latin typeface="Calibri" pitchFamily="34" charset="0"/>
                          <a:ea typeface="Calibri" pitchFamily="34" charset="-122"/>
                          <a:cs typeface="Calibri" pitchFamily="34" charset="-120"/>
                        </a:rPr>
                        <a:t>Smarter storage</a:t>
                      </a:r>
                      <a:endParaRPr lang="en-US" sz="1800" dirty="0">
                        <a:latin typeface="Calibri" charset="0"/>
                        <a:ea typeface="Calibri" charset="0"/>
                        <a:cs typeface="Calibri" charset="0"/>
                      </a:endParaRP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indent="0" algn="l">
                        <a:buNone/>
                      </a:pPr>
                      <a:r>
                        <a:rPr lang="en-US" sz="1800" dirty="0">
                          <a:solidFill>
                            <a:srgbClr val="7A5A12"/>
                          </a:solidFill>
                          <a:latin typeface="Calibri" pitchFamily="34" charset="0"/>
                          <a:ea typeface="Calibri" pitchFamily="34" charset="-122"/>
                          <a:cs typeface="Calibri" pitchFamily="34" charset="-120"/>
                        </a:rPr>
                        <a:t>GQA / MQA</a:t>
                      </a:r>
                      <a:r>
                        <a:rPr lang="en-US" sz="1800" dirty="0">
                          <a:solidFill>
                            <a:srgbClr val="000000"/>
                          </a:solidFill>
                          <a:latin typeface="Calibri" pitchFamily="34" charset="0"/>
                          <a:ea typeface="Calibri" pitchFamily="34" charset="-122"/>
                          <a:cs typeface="Calibri" pitchFamily="34" charset="-120"/>
                        </a:rPr>
                        <a:t>, </a:t>
                      </a:r>
                      <a:r>
                        <a:rPr lang="en-US" sz="1800" dirty="0" err="1">
                          <a:solidFill>
                            <a:srgbClr val="7A5A12"/>
                          </a:solidFill>
                          <a:latin typeface="Calibri" pitchFamily="34" charset="0"/>
                          <a:ea typeface="Calibri" pitchFamily="34" charset="-122"/>
                          <a:cs typeface="Calibri" pitchFamily="34" charset="-120"/>
                        </a:rPr>
                        <a:t>PagedAttention</a:t>
                      </a:r>
                      <a:r>
                        <a:rPr lang="en-US" sz="1800" dirty="0">
                          <a:solidFill>
                            <a:srgbClr val="7A5A12"/>
                          </a:solidFill>
                          <a:latin typeface="Calibri" pitchFamily="34" charset="0"/>
                          <a:ea typeface="Calibri" pitchFamily="34" charset="-122"/>
                          <a:cs typeface="Calibri" pitchFamily="34" charset="-120"/>
                        </a:rPr>
                        <a:t>,</a:t>
                      </a:r>
                      <a:r>
                        <a:rPr lang="en-US" sz="1800" dirty="0">
                          <a:solidFill>
                            <a:srgbClr val="000000"/>
                          </a:solidFill>
                          <a:latin typeface="Calibri" pitchFamily="34" charset="0"/>
                          <a:ea typeface="Calibri" pitchFamily="34" charset="-122"/>
                          <a:cs typeface="Calibri" pitchFamily="34" charset="-120"/>
                        </a:rPr>
                        <a:t>  </a:t>
                      </a:r>
                      <a:r>
                        <a:rPr lang="en-US" sz="1800" dirty="0">
                          <a:solidFill>
                            <a:srgbClr val="7A5A12"/>
                          </a:solidFill>
                          <a:latin typeface="Calibri" pitchFamily="34" charset="0"/>
                          <a:ea typeface="Calibri" pitchFamily="34" charset="-122"/>
                          <a:cs typeface="Calibri" pitchFamily="34" charset="-120"/>
                        </a:rPr>
                        <a:t>Quantized KV,</a:t>
                      </a:r>
                      <a:r>
                        <a:rPr lang="en-US" sz="1800" dirty="0">
                          <a:solidFill>
                            <a:srgbClr val="000000"/>
                          </a:solidFill>
                          <a:latin typeface="Calibri" pitchFamily="34" charset="0"/>
                          <a:ea typeface="Calibri" pitchFamily="34" charset="-122"/>
                          <a:cs typeface="Calibri" pitchFamily="34" charset="-120"/>
                        </a:rPr>
                        <a:t>  </a:t>
                      </a:r>
                      <a:r>
                        <a:rPr lang="en-US" sz="1800" dirty="0">
                          <a:solidFill>
                            <a:srgbClr val="7A5A12"/>
                          </a:solidFill>
                          <a:latin typeface="Calibri" pitchFamily="34" charset="0"/>
                          <a:ea typeface="Calibri" pitchFamily="34" charset="-122"/>
                          <a:cs typeface="Calibri" pitchFamily="34" charset="-120"/>
                        </a:rPr>
                        <a:t>Sliding window</a:t>
                      </a:r>
                      <a:endParaRPr lang="en-US" sz="1800" dirty="0">
                        <a:latin typeface="Calibri" charset="0"/>
                        <a:ea typeface="Calibri" charset="0"/>
                        <a:cs typeface="Calibri" charset="0"/>
                      </a:endParaRP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indent="0" algn="l">
                        <a:buNone/>
                      </a:pPr>
                      <a:r>
                        <a:rPr lang="en-US" sz="1800" b="1" dirty="0">
                          <a:solidFill>
                            <a:srgbClr val="0C447C"/>
                          </a:solidFill>
                          <a:latin typeface="Calibri" pitchFamily="34" charset="0"/>
                          <a:ea typeface="Calibri" pitchFamily="34" charset="-122"/>
                          <a:cs typeface="Calibri" pitchFamily="34" charset="-120"/>
                        </a:rPr>
                        <a:t>VRAM</a:t>
                      </a:r>
                      <a:endParaRPr lang="en-US" sz="1800" dirty="0">
                        <a:latin typeface="Calibri" charset="0"/>
                        <a:ea typeface="Calibri" charset="0"/>
                        <a:cs typeface="Calibri" charset="0"/>
                      </a:endParaRPr>
                    </a:p>
                    <a:p>
                      <a:pPr marL="0" indent="0" algn="l">
                        <a:buNone/>
                      </a:pPr>
                      <a:r>
                        <a:rPr lang="en-US" sz="1800" dirty="0">
                          <a:solidFill>
                            <a:srgbClr val="000000"/>
                          </a:solidFill>
                          <a:latin typeface="Calibri" pitchFamily="34" charset="0"/>
                          <a:ea typeface="Calibri" pitchFamily="34" charset="-122"/>
                          <a:cs typeface="Calibri" pitchFamily="34" charset="-120"/>
                        </a:rPr>
                        <a:t>  </a:t>
                      </a:r>
                      <a:r>
                        <a:rPr lang="en-US" sz="1800" b="1" dirty="0">
                          <a:solidFill>
                            <a:srgbClr val="9A6207"/>
                          </a:solidFill>
                          <a:latin typeface="Calibri" pitchFamily="34" charset="0"/>
                          <a:ea typeface="Calibri" pitchFamily="34" charset="-122"/>
                          <a:cs typeface="Calibri" pitchFamily="34" charset="-120"/>
                        </a:rPr>
                        <a:t>Bandwidth</a:t>
                      </a:r>
                      <a:endParaRPr lang="en-US" sz="1800" dirty="0">
                        <a:latin typeface="Calibri" charset="0"/>
                        <a:ea typeface="Calibri" charset="0"/>
                        <a:cs typeface="Calibri" charset="0"/>
                      </a:endParaRP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indent="0" algn="l">
                        <a:buNone/>
                      </a:pPr>
                      <a:r>
                        <a:rPr lang="en-US" sz="1800" dirty="0">
                          <a:solidFill>
                            <a:srgbClr val="BBB9B0"/>
                          </a:solidFill>
                          <a:latin typeface="Calibri" pitchFamily="34" charset="0"/>
                          <a:ea typeface="Calibri" pitchFamily="34" charset="-122"/>
                          <a:cs typeface="Calibri" pitchFamily="34" charset="-120"/>
                        </a:rPr>
                        <a:t>Train, Prefill</a:t>
                      </a:r>
                      <a:endParaRPr lang="en-US" sz="1800" dirty="0">
                        <a:latin typeface="Calibri" charset="0"/>
                        <a:ea typeface="Calibri" charset="0"/>
                        <a:cs typeface="Calibri" charset="0"/>
                      </a:endParaRPr>
                    </a:p>
                    <a:p>
                      <a:pPr marL="0" indent="0" algn="l">
                        <a:buNone/>
                      </a:pPr>
                      <a:r>
                        <a:rPr lang="en-US" sz="1800" b="1" dirty="0">
                          <a:solidFill>
                            <a:srgbClr val="2E2B25"/>
                          </a:solidFill>
                          <a:latin typeface="Calibri" pitchFamily="34" charset="0"/>
                          <a:ea typeface="Calibri" pitchFamily="34" charset="-122"/>
                          <a:cs typeface="Calibri" pitchFamily="34" charset="-120"/>
                        </a:rPr>
                        <a:t>Decode</a:t>
                      </a:r>
                      <a:endParaRPr lang="en-US" sz="1800" dirty="0">
                        <a:latin typeface="Calibri" charset="0"/>
                        <a:ea typeface="Calibri" charset="0"/>
                        <a:cs typeface="Calibri" charset="0"/>
                      </a:endParaRP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indent="0" algn="l">
                        <a:buNone/>
                      </a:pPr>
                      <a:r>
                        <a:rPr lang="en-US" sz="1800" b="1" dirty="0">
                          <a:solidFill>
                            <a:srgbClr val="3C3489"/>
                          </a:solidFill>
                          <a:latin typeface="Calibri" pitchFamily="34" charset="0"/>
                          <a:ea typeface="Calibri" pitchFamily="34" charset="-122"/>
                          <a:cs typeface="Calibri" pitchFamily="34" charset="-120"/>
                        </a:rPr>
                        <a:t>Train</a:t>
                      </a:r>
                      <a:endParaRPr lang="en-US" sz="1800" dirty="0">
                        <a:latin typeface="Calibri" charset="0"/>
                        <a:ea typeface="Calibri" charset="0"/>
                        <a:cs typeface="Calibri" charset="0"/>
                      </a:endParaRPr>
                    </a:p>
                    <a:p>
                      <a:pPr marL="0" indent="0" algn="l">
                        <a:buNone/>
                      </a:pPr>
                      <a:r>
                        <a:rPr lang="en-US" sz="1800" b="1" dirty="0">
                          <a:solidFill>
                            <a:srgbClr val="7A2F55"/>
                          </a:solidFill>
                          <a:latin typeface="Calibri" pitchFamily="34" charset="0"/>
                          <a:ea typeface="Calibri" pitchFamily="34" charset="-122"/>
                          <a:cs typeface="Calibri" pitchFamily="34" charset="-120"/>
                        </a:rPr>
                        <a:t>Runtime</a:t>
                      </a:r>
                      <a:endParaRPr lang="en-US" sz="1800" dirty="0">
                        <a:latin typeface="Calibri" charset="0"/>
                        <a:ea typeface="Calibri" charset="0"/>
                        <a:cs typeface="Calibri" charset="0"/>
                      </a:endParaRP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31520">
                <a:tc>
                  <a:txBody>
                    <a:bodyPr/>
                    <a:lstStyle/>
                    <a:p>
                      <a:pPr marL="0" indent="0" algn="l">
                        <a:buNone/>
                      </a:pPr>
                      <a:r>
                        <a:rPr lang="en-US" sz="1800" b="1" dirty="0">
                          <a:solidFill>
                            <a:srgbClr val="23211C"/>
                          </a:solidFill>
                          <a:latin typeface="Calibri" pitchFamily="34" charset="0"/>
                          <a:ea typeface="Calibri" pitchFamily="34" charset="-122"/>
                          <a:cs typeface="Calibri" pitchFamily="34" charset="-120"/>
                        </a:rPr>
                        <a:t>Token generation</a:t>
                      </a:r>
                      <a:endParaRPr lang="en-US" sz="1800" dirty="0">
                        <a:latin typeface="Calibri" charset="0"/>
                        <a:ea typeface="Calibri" charset="0"/>
                        <a:cs typeface="Calibri" charset="0"/>
                      </a:endParaRPr>
                    </a:p>
                    <a:p>
                      <a:pPr marL="0" indent="0" algn="l">
                        <a:buNone/>
                      </a:pPr>
                      <a:r>
                        <a:rPr lang="en-US" sz="1800" i="1" dirty="0">
                          <a:solidFill>
                            <a:srgbClr val="6B6A63"/>
                          </a:solidFill>
                          <a:latin typeface="Calibri" pitchFamily="34" charset="0"/>
                          <a:ea typeface="Calibri" pitchFamily="34" charset="-122"/>
                          <a:cs typeface="Calibri" pitchFamily="34" charset="-120"/>
                        </a:rPr>
                        <a:t>Faster decode</a:t>
                      </a:r>
                      <a:endParaRPr lang="en-US" sz="1800" dirty="0">
                        <a:latin typeface="Calibri" charset="0"/>
                        <a:ea typeface="Calibri" charset="0"/>
                        <a:cs typeface="Calibri" charset="0"/>
                      </a:endParaRP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F9F5"/>
                    </a:solidFill>
                  </a:tcPr>
                </a:tc>
                <a:tc>
                  <a:txBody>
                    <a:bodyPr/>
                    <a:lstStyle/>
                    <a:p>
                      <a:pPr marL="0" indent="0" algn="l">
                        <a:buNone/>
                      </a:pPr>
                      <a:r>
                        <a:rPr lang="en-US" sz="1800" dirty="0">
                          <a:solidFill>
                            <a:srgbClr val="8A3A2A"/>
                          </a:solidFill>
                          <a:latin typeface="Calibri" pitchFamily="34" charset="0"/>
                          <a:ea typeface="Calibri" pitchFamily="34" charset="-122"/>
                          <a:cs typeface="Calibri" pitchFamily="34" charset="-120"/>
                        </a:rPr>
                        <a:t>Speculative decoding,</a:t>
                      </a:r>
                      <a:r>
                        <a:rPr lang="en-US" sz="1800" dirty="0">
                          <a:solidFill>
                            <a:srgbClr val="000000"/>
                          </a:solidFill>
                          <a:latin typeface="Calibri" pitchFamily="34" charset="0"/>
                          <a:ea typeface="Calibri" pitchFamily="34" charset="-122"/>
                          <a:cs typeface="Calibri" pitchFamily="34" charset="-120"/>
                        </a:rPr>
                        <a:t>  </a:t>
                      </a:r>
                      <a:r>
                        <a:rPr lang="en-US" sz="1800" dirty="0">
                          <a:solidFill>
                            <a:srgbClr val="8A3A2A"/>
                          </a:solidFill>
                          <a:latin typeface="Calibri" pitchFamily="34" charset="0"/>
                          <a:ea typeface="Calibri" pitchFamily="34" charset="-122"/>
                          <a:cs typeface="Calibri" pitchFamily="34" charset="-120"/>
                        </a:rPr>
                        <a:t>Operator fusion</a:t>
                      </a:r>
                      <a:r>
                        <a:rPr lang="en-US" sz="1800" dirty="0">
                          <a:solidFill>
                            <a:srgbClr val="000000"/>
                          </a:solidFill>
                          <a:latin typeface="Calibri" pitchFamily="34" charset="0"/>
                          <a:ea typeface="Calibri" pitchFamily="34" charset="-122"/>
                          <a:cs typeface="Calibri" pitchFamily="34" charset="-120"/>
                        </a:rPr>
                        <a:t>, </a:t>
                      </a:r>
                      <a:r>
                        <a:rPr lang="en-US" sz="1800" dirty="0">
                          <a:solidFill>
                            <a:srgbClr val="8A3A2A"/>
                          </a:solidFill>
                          <a:latin typeface="Calibri" pitchFamily="34" charset="0"/>
                          <a:ea typeface="Calibri" pitchFamily="34" charset="-122"/>
                          <a:cs typeface="Calibri" pitchFamily="34" charset="-120"/>
                        </a:rPr>
                        <a:t>Custom kernels</a:t>
                      </a:r>
                      <a:endParaRPr lang="en-US" sz="1800" dirty="0">
                        <a:latin typeface="Calibri" charset="0"/>
                        <a:ea typeface="Calibri" charset="0"/>
                        <a:cs typeface="Calibri" charset="0"/>
                      </a:endParaRP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F9F5"/>
                    </a:solidFill>
                  </a:tcPr>
                </a:tc>
                <a:tc>
                  <a:txBody>
                    <a:bodyPr/>
                    <a:lstStyle/>
                    <a:p>
                      <a:pPr marL="0" indent="0" algn="l">
                        <a:buNone/>
                      </a:pPr>
                      <a:r>
                        <a:rPr lang="en-US" sz="1800" b="1" dirty="0">
                          <a:solidFill>
                            <a:srgbClr val="9A6207"/>
                          </a:solidFill>
                          <a:latin typeface="Calibri" pitchFamily="34" charset="0"/>
                          <a:ea typeface="Calibri" pitchFamily="34" charset="-122"/>
                          <a:cs typeface="Calibri" pitchFamily="34" charset="-120"/>
                        </a:rPr>
                        <a:t>Bandwidth</a:t>
                      </a:r>
                      <a:endParaRPr lang="en-US" sz="1800" dirty="0">
                        <a:latin typeface="Calibri" charset="0"/>
                        <a:ea typeface="Calibri" charset="0"/>
                        <a:cs typeface="Calibri" charset="0"/>
                      </a:endParaRPr>
                    </a:p>
                    <a:p>
                      <a:pPr marL="0" indent="0" algn="l">
                        <a:buNone/>
                      </a:pPr>
                      <a:r>
                        <a:rPr lang="en-US" sz="1800" dirty="0">
                          <a:solidFill>
                            <a:srgbClr val="000000"/>
                          </a:solidFill>
                          <a:latin typeface="Calibri" pitchFamily="34" charset="0"/>
                          <a:ea typeface="Calibri" pitchFamily="34" charset="-122"/>
                          <a:cs typeface="Calibri" pitchFamily="34" charset="-120"/>
                        </a:rPr>
                        <a:t>  </a:t>
                      </a:r>
                      <a:r>
                        <a:rPr lang="en-US" sz="1800" b="1" dirty="0">
                          <a:solidFill>
                            <a:srgbClr val="A32D2D"/>
                          </a:solidFill>
                          <a:latin typeface="Calibri" pitchFamily="34" charset="0"/>
                          <a:ea typeface="Calibri" pitchFamily="34" charset="-122"/>
                          <a:cs typeface="Calibri" pitchFamily="34" charset="-120"/>
                        </a:rPr>
                        <a:t>Compute</a:t>
                      </a:r>
                      <a:endParaRPr lang="en-US" sz="1800" dirty="0">
                        <a:latin typeface="Calibri" charset="0"/>
                        <a:ea typeface="Calibri" charset="0"/>
                        <a:cs typeface="Calibri" charset="0"/>
                      </a:endParaRP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F9F5"/>
                    </a:solidFill>
                  </a:tcPr>
                </a:tc>
                <a:tc>
                  <a:txBody>
                    <a:bodyPr/>
                    <a:lstStyle/>
                    <a:p>
                      <a:pPr marL="0" indent="0" algn="l">
                        <a:buNone/>
                      </a:pPr>
                      <a:r>
                        <a:rPr lang="en-US" sz="1800" dirty="0">
                          <a:solidFill>
                            <a:srgbClr val="BBB9B0"/>
                          </a:solidFill>
                          <a:latin typeface="Calibri" pitchFamily="34" charset="0"/>
                          <a:ea typeface="Calibri" pitchFamily="34" charset="-122"/>
                          <a:cs typeface="Calibri" pitchFamily="34" charset="-120"/>
                        </a:rPr>
                        <a:t>Train, Prefill</a:t>
                      </a:r>
                      <a:endParaRPr lang="en-US" sz="1800" dirty="0">
                        <a:latin typeface="Calibri" charset="0"/>
                        <a:ea typeface="Calibri" charset="0"/>
                        <a:cs typeface="Calibri" charset="0"/>
                      </a:endParaRPr>
                    </a:p>
                    <a:p>
                      <a:pPr marL="0" indent="0" algn="l">
                        <a:buNone/>
                      </a:pPr>
                      <a:r>
                        <a:rPr lang="en-US" sz="1800" b="1" dirty="0">
                          <a:solidFill>
                            <a:srgbClr val="2E2B25"/>
                          </a:solidFill>
                          <a:latin typeface="Calibri" pitchFamily="34" charset="0"/>
                          <a:ea typeface="Calibri" pitchFamily="34" charset="-122"/>
                          <a:cs typeface="Calibri" pitchFamily="34" charset="-120"/>
                        </a:rPr>
                        <a:t>Decode</a:t>
                      </a:r>
                      <a:endParaRPr lang="en-US" sz="1800" dirty="0">
                        <a:latin typeface="Calibri" charset="0"/>
                        <a:ea typeface="Calibri" charset="0"/>
                        <a:cs typeface="Calibri" charset="0"/>
                      </a:endParaRP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F9F5"/>
                    </a:solidFill>
                  </a:tcPr>
                </a:tc>
                <a:tc>
                  <a:txBody>
                    <a:bodyPr/>
                    <a:lstStyle/>
                    <a:p>
                      <a:pPr marL="0" indent="0" algn="l">
                        <a:buNone/>
                      </a:pPr>
                      <a:r>
                        <a:rPr lang="en-US" sz="1800" b="1" dirty="0">
                          <a:solidFill>
                            <a:srgbClr val="7A2F55"/>
                          </a:solidFill>
                          <a:latin typeface="Calibri" pitchFamily="34" charset="0"/>
                          <a:ea typeface="Calibri" pitchFamily="34" charset="-122"/>
                          <a:cs typeface="Calibri" pitchFamily="34" charset="-120"/>
                        </a:rPr>
                        <a:t>Runtime</a:t>
                      </a:r>
                      <a:endParaRPr lang="en-US" sz="1800" dirty="0">
                        <a:latin typeface="Calibri" charset="0"/>
                        <a:ea typeface="Calibri" charset="0"/>
                        <a:cs typeface="Calibri" charset="0"/>
                      </a:endParaRP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F9F5"/>
                    </a:solidFill>
                  </a:tcPr>
                </a:tc>
                <a:extLst>
                  <a:ext uri="{0D108BD9-81ED-4DB2-BD59-A6C34878D82A}">
                    <a16:rowId xmlns:a16="http://schemas.microsoft.com/office/drawing/2014/main" val="10004"/>
                  </a:ext>
                </a:extLst>
              </a:tr>
              <a:tr h="731520">
                <a:tc>
                  <a:txBody>
                    <a:bodyPr/>
                    <a:lstStyle/>
                    <a:p>
                      <a:pPr marL="0" indent="0" algn="l">
                        <a:buNone/>
                      </a:pPr>
                      <a:r>
                        <a:rPr lang="en-US" sz="1800" b="1" dirty="0">
                          <a:solidFill>
                            <a:srgbClr val="23211C"/>
                          </a:solidFill>
                          <a:latin typeface="Calibri" pitchFamily="34" charset="0"/>
                          <a:ea typeface="Calibri" pitchFamily="34" charset="-122"/>
                          <a:cs typeface="Calibri" pitchFamily="34" charset="-120"/>
                        </a:rPr>
                        <a:t>Serving</a:t>
                      </a:r>
                      <a:endParaRPr lang="en-US" sz="1800" dirty="0">
                        <a:latin typeface="Calibri" charset="0"/>
                        <a:ea typeface="Calibri" charset="0"/>
                        <a:cs typeface="Calibri" charset="0"/>
                      </a:endParaRPr>
                    </a:p>
                    <a:p>
                      <a:pPr marL="0" indent="0" algn="l">
                        <a:buNone/>
                      </a:pPr>
                      <a:r>
                        <a:rPr lang="en-US" sz="1800" i="1" dirty="0">
                          <a:solidFill>
                            <a:srgbClr val="6B6A63"/>
                          </a:solidFill>
                          <a:latin typeface="Calibri" pitchFamily="34" charset="0"/>
                          <a:ea typeface="Calibri" pitchFamily="34" charset="-122"/>
                          <a:cs typeface="Calibri" pitchFamily="34" charset="-120"/>
                        </a:rPr>
                        <a:t>Max GPU use</a:t>
                      </a:r>
                      <a:endParaRPr lang="en-US" sz="1800" dirty="0">
                        <a:latin typeface="Calibri" charset="0"/>
                        <a:ea typeface="Calibri" charset="0"/>
                        <a:cs typeface="Calibri" charset="0"/>
                      </a:endParaRP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indent="0" algn="l">
                        <a:buNone/>
                      </a:pPr>
                      <a:r>
                        <a:rPr lang="en-US" sz="1800" dirty="0">
                          <a:solidFill>
                            <a:srgbClr val="3B6D11"/>
                          </a:solidFill>
                          <a:latin typeface="Calibri" pitchFamily="34" charset="0"/>
                          <a:ea typeface="Calibri" pitchFamily="34" charset="-122"/>
                          <a:cs typeface="Calibri" pitchFamily="34" charset="-120"/>
                        </a:rPr>
                        <a:t>Continuous batching</a:t>
                      </a:r>
                      <a:r>
                        <a:rPr lang="en-US" sz="1800" dirty="0">
                          <a:solidFill>
                            <a:srgbClr val="000000"/>
                          </a:solidFill>
                          <a:latin typeface="Calibri" pitchFamily="34" charset="0"/>
                          <a:ea typeface="Calibri" pitchFamily="34" charset="-122"/>
                          <a:cs typeface="Calibri" pitchFamily="34" charset="-120"/>
                        </a:rPr>
                        <a:t>, </a:t>
                      </a:r>
                      <a:r>
                        <a:rPr lang="en-US" sz="1800" dirty="0">
                          <a:solidFill>
                            <a:srgbClr val="3B6D11"/>
                          </a:solidFill>
                          <a:latin typeface="Calibri" pitchFamily="34" charset="0"/>
                          <a:ea typeface="Calibri" pitchFamily="34" charset="-122"/>
                          <a:cs typeface="Calibri" pitchFamily="34" charset="-120"/>
                        </a:rPr>
                        <a:t>Tensor parallelism</a:t>
                      </a:r>
                      <a:r>
                        <a:rPr lang="en-US" sz="1800" dirty="0">
                          <a:solidFill>
                            <a:srgbClr val="000000"/>
                          </a:solidFill>
                          <a:latin typeface="Calibri" pitchFamily="34" charset="0"/>
                          <a:ea typeface="Calibri" pitchFamily="34" charset="-122"/>
                          <a:cs typeface="Calibri" pitchFamily="34" charset="-120"/>
                        </a:rPr>
                        <a:t> , </a:t>
                      </a:r>
                      <a:r>
                        <a:rPr lang="en-US" sz="1800" dirty="0">
                          <a:solidFill>
                            <a:srgbClr val="3B6D11"/>
                          </a:solidFill>
                          <a:latin typeface="Calibri" pitchFamily="34" charset="0"/>
                          <a:ea typeface="Calibri" pitchFamily="34" charset="-122"/>
                          <a:cs typeface="Calibri" pitchFamily="34" charset="-120"/>
                        </a:rPr>
                        <a:t>Pipeline parallelism</a:t>
                      </a:r>
                      <a:endParaRPr lang="en-US" sz="1800" dirty="0">
                        <a:latin typeface="Calibri" charset="0"/>
                        <a:ea typeface="Calibri" charset="0"/>
                        <a:cs typeface="Calibri" charset="0"/>
                      </a:endParaRP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indent="0" algn="l">
                        <a:buNone/>
                      </a:pPr>
                      <a:r>
                        <a:rPr lang="en-US" sz="1800" b="1" dirty="0">
                          <a:solidFill>
                            <a:srgbClr val="0C447C"/>
                          </a:solidFill>
                          <a:latin typeface="Calibri" pitchFamily="34" charset="0"/>
                          <a:ea typeface="Calibri" pitchFamily="34" charset="-122"/>
                          <a:cs typeface="Calibri" pitchFamily="34" charset="-120"/>
                        </a:rPr>
                        <a:t>VRAM</a:t>
                      </a:r>
                      <a:endParaRPr lang="en-US" sz="1800" dirty="0">
                        <a:latin typeface="Calibri" charset="0"/>
                        <a:ea typeface="Calibri" charset="0"/>
                        <a:cs typeface="Calibri" charset="0"/>
                      </a:endParaRPr>
                    </a:p>
                    <a:p>
                      <a:pPr marL="0" indent="0" algn="l">
                        <a:buNone/>
                      </a:pPr>
                      <a:r>
                        <a:rPr lang="en-US" sz="1800" dirty="0">
                          <a:solidFill>
                            <a:srgbClr val="000000"/>
                          </a:solidFill>
                          <a:latin typeface="Calibri" pitchFamily="34" charset="0"/>
                          <a:ea typeface="Calibri" pitchFamily="34" charset="-122"/>
                          <a:cs typeface="Calibri" pitchFamily="34" charset="-120"/>
                        </a:rPr>
                        <a:t>  </a:t>
                      </a:r>
                      <a:r>
                        <a:rPr lang="en-US" sz="1800" b="1" dirty="0">
                          <a:solidFill>
                            <a:srgbClr val="A32D2D"/>
                          </a:solidFill>
                          <a:latin typeface="Calibri" pitchFamily="34" charset="0"/>
                          <a:ea typeface="Calibri" pitchFamily="34" charset="-122"/>
                          <a:cs typeface="Calibri" pitchFamily="34" charset="-120"/>
                        </a:rPr>
                        <a:t>Compute</a:t>
                      </a:r>
                      <a:endParaRPr lang="en-US" sz="1800" dirty="0">
                        <a:latin typeface="Calibri" charset="0"/>
                        <a:ea typeface="Calibri" charset="0"/>
                        <a:cs typeface="Calibri" charset="0"/>
                      </a:endParaRP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indent="0" algn="l">
                        <a:buNone/>
                      </a:pPr>
                      <a:r>
                        <a:rPr lang="en-US" sz="1800" dirty="0">
                          <a:solidFill>
                            <a:srgbClr val="BBB9B0"/>
                          </a:solidFill>
                          <a:latin typeface="Calibri" pitchFamily="34" charset="0"/>
                          <a:ea typeface="Calibri" pitchFamily="34" charset="-122"/>
                          <a:cs typeface="Calibri" pitchFamily="34" charset="-120"/>
                        </a:rPr>
                        <a:t>Train, </a:t>
                      </a:r>
                      <a:r>
                        <a:rPr lang="en-US" sz="1800" b="1" dirty="0">
                          <a:solidFill>
                            <a:srgbClr val="2E2B25"/>
                          </a:solidFill>
                          <a:latin typeface="Calibri" pitchFamily="34" charset="0"/>
                          <a:ea typeface="Calibri" pitchFamily="34" charset="-122"/>
                          <a:cs typeface="Calibri" pitchFamily="34" charset="-120"/>
                        </a:rPr>
                        <a:t>Prefill</a:t>
                      </a:r>
                      <a:endParaRPr lang="en-US" sz="1800" dirty="0">
                        <a:latin typeface="Calibri" charset="0"/>
                        <a:ea typeface="Calibri" charset="0"/>
                        <a:cs typeface="Calibri" charset="0"/>
                      </a:endParaRPr>
                    </a:p>
                    <a:p>
                      <a:pPr marL="0" indent="0" algn="l">
                        <a:buNone/>
                      </a:pPr>
                      <a:r>
                        <a:rPr lang="en-US" sz="1800" b="1" dirty="0">
                          <a:solidFill>
                            <a:srgbClr val="2E2B25"/>
                          </a:solidFill>
                          <a:latin typeface="Calibri" pitchFamily="34" charset="0"/>
                          <a:ea typeface="Calibri" pitchFamily="34" charset="-122"/>
                          <a:cs typeface="Calibri" pitchFamily="34" charset="-120"/>
                        </a:rPr>
                        <a:t>Decode</a:t>
                      </a:r>
                      <a:endParaRPr lang="en-US" sz="1800" dirty="0">
                        <a:latin typeface="Calibri" charset="0"/>
                        <a:ea typeface="Calibri" charset="0"/>
                        <a:cs typeface="Calibri" charset="0"/>
                      </a:endParaRP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marL="0" indent="0" algn="l">
                        <a:buNone/>
                      </a:pPr>
                      <a:r>
                        <a:rPr lang="en-US" sz="1800" b="1" dirty="0">
                          <a:solidFill>
                            <a:srgbClr val="7A2F55"/>
                          </a:solidFill>
                          <a:latin typeface="Calibri" pitchFamily="34" charset="0"/>
                          <a:ea typeface="Calibri" pitchFamily="34" charset="-122"/>
                          <a:cs typeface="Calibri" pitchFamily="34" charset="-120"/>
                        </a:rPr>
                        <a:t>Runtime</a:t>
                      </a:r>
                      <a:endParaRPr lang="en-US" sz="1800" dirty="0">
                        <a:latin typeface="Calibri" charset="0"/>
                        <a:ea typeface="Calibri" charset="0"/>
                        <a:cs typeface="Calibri" charset="0"/>
                      </a:endParaRP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731520">
                <a:tc>
                  <a:txBody>
                    <a:bodyPr/>
                    <a:lstStyle/>
                    <a:p>
                      <a:pPr marL="0" indent="0" algn="l">
                        <a:buNone/>
                      </a:pPr>
                      <a:r>
                        <a:rPr lang="en-US" sz="1800" b="1" dirty="0">
                          <a:solidFill>
                            <a:srgbClr val="23211C"/>
                          </a:solidFill>
                          <a:latin typeface="Calibri" pitchFamily="34" charset="0"/>
                          <a:ea typeface="Calibri" pitchFamily="34" charset="-122"/>
                          <a:cs typeface="Calibri" pitchFamily="34" charset="-120"/>
                        </a:rPr>
                        <a:t>Redundancy</a:t>
                      </a:r>
                      <a:endParaRPr lang="en-US" sz="1800" dirty="0">
                        <a:latin typeface="Calibri" charset="0"/>
                        <a:ea typeface="Calibri" charset="0"/>
                        <a:cs typeface="Calibri" charset="0"/>
                      </a:endParaRPr>
                    </a:p>
                    <a:p>
                      <a:pPr marL="0" indent="0" algn="l">
                        <a:buNone/>
                      </a:pPr>
                      <a:r>
                        <a:rPr lang="en-US" sz="1800" i="1" dirty="0">
                          <a:solidFill>
                            <a:srgbClr val="6B6A63"/>
                          </a:solidFill>
                          <a:latin typeface="Calibri" pitchFamily="34" charset="0"/>
                          <a:ea typeface="Calibri" pitchFamily="34" charset="-122"/>
                          <a:cs typeface="Calibri" pitchFamily="34" charset="-120"/>
                        </a:rPr>
                        <a:t>Avoid repeat work</a:t>
                      </a:r>
                      <a:endParaRPr lang="en-US" sz="1800" dirty="0">
                        <a:latin typeface="Calibri" charset="0"/>
                        <a:ea typeface="Calibri" charset="0"/>
                        <a:cs typeface="Calibri" charset="0"/>
                      </a:endParaRP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F9F5"/>
                    </a:solidFill>
                  </a:tcPr>
                </a:tc>
                <a:tc>
                  <a:txBody>
                    <a:bodyPr/>
                    <a:lstStyle/>
                    <a:p>
                      <a:pPr marL="0" indent="0" algn="l">
                        <a:buNone/>
                      </a:pPr>
                      <a:r>
                        <a:rPr lang="en-US" sz="1800" dirty="0">
                          <a:solidFill>
                            <a:srgbClr val="4A6310"/>
                          </a:solidFill>
                          <a:latin typeface="Calibri" pitchFamily="34" charset="0"/>
                          <a:ea typeface="Calibri" pitchFamily="34" charset="-122"/>
                          <a:cs typeface="Calibri" pitchFamily="34" charset="-120"/>
                        </a:rPr>
                        <a:t>Prefix caching,</a:t>
                      </a:r>
                      <a:r>
                        <a:rPr lang="en-US" sz="1800" dirty="0">
                          <a:solidFill>
                            <a:srgbClr val="000000"/>
                          </a:solidFill>
                          <a:latin typeface="Calibri" pitchFamily="34" charset="0"/>
                          <a:ea typeface="Calibri" pitchFamily="34" charset="-122"/>
                          <a:cs typeface="Calibri" pitchFamily="34" charset="-120"/>
                        </a:rPr>
                        <a:t>  </a:t>
                      </a:r>
                      <a:r>
                        <a:rPr lang="en-US" sz="1800" dirty="0">
                          <a:solidFill>
                            <a:srgbClr val="4A6310"/>
                          </a:solidFill>
                          <a:latin typeface="Calibri" pitchFamily="34" charset="0"/>
                          <a:ea typeface="Calibri" pitchFamily="34" charset="-122"/>
                          <a:cs typeface="Calibri" pitchFamily="34" charset="-120"/>
                        </a:rPr>
                        <a:t>KV reuse,</a:t>
                      </a:r>
                      <a:r>
                        <a:rPr lang="en-US" sz="1800" dirty="0">
                          <a:solidFill>
                            <a:srgbClr val="000000"/>
                          </a:solidFill>
                          <a:latin typeface="Calibri" pitchFamily="34" charset="0"/>
                          <a:ea typeface="Calibri" pitchFamily="34" charset="-122"/>
                          <a:cs typeface="Calibri" pitchFamily="34" charset="-120"/>
                        </a:rPr>
                        <a:t>  </a:t>
                      </a:r>
                      <a:r>
                        <a:rPr lang="en-US" sz="1800" dirty="0">
                          <a:solidFill>
                            <a:srgbClr val="4A6310"/>
                          </a:solidFill>
                          <a:latin typeface="Calibri" pitchFamily="34" charset="0"/>
                          <a:ea typeface="Calibri" pitchFamily="34" charset="-122"/>
                          <a:cs typeface="Calibri" pitchFamily="34" charset="-120"/>
                        </a:rPr>
                        <a:t>Shared prompt cache</a:t>
                      </a:r>
                      <a:endParaRPr lang="en-US" sz="1800" dirty="0">
                        <a:latin typeface="Calibri" charset="0"/>
                        <a:ea typeface="Calibri" charset="0"/>
                        <a:cs typeface="Calibri" charset="0"/>
                      </a:endParaRP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F9F5"/>
                    </a:solidFill>
                  </a:tcPr>
                </a:tc>
                <a:tc>
                  <a:txBody>
                    <a:bodyPr/>
                    <a:lstStyle/>
                    <a:p>
                      <a:pPr marL="0" indent="0" algn="l">
                        <a:buNone/>
                      </a:pPr>
                      <a:r>
                        <a:rPr lang="en-US" sz="1800" b="1" dirty="0">
                          <a:solidFill>
                            <a:srgbClr val="A32D2D"/>
                          </a:solidFill>
                          <a:latin typeface="Calibri" pitchFamily="34" charset="0"/>
                          <a:ea typeface="Calibri" pitchFamily="34" charset="-122"/>
                          <a:cs typeface="Calibri" pitchFamily="34" charset="-120"/>
                        </a:rPr>
                        <a:t>Compute</a:t>
                      </a:r>
                      <a:endParaRPr lang="en-US" sz="1800" dirty="0">
                        <a:latin typeface="Calibri" charset="0"/>
                        <a:ea typeface="Calibri" charset="0"/>
                        <a:cs typeface="Calibri" charset="0"/>
                      </a:endParaRP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F9F5"/>
                    </a:solidFill>
                  </a:tcPr>
                </a:tc>
                <a:tc>
                  <a:txBody>
                    <a:bodyPr/>
                    <a:lstStyle/>
                    <a:p>
                      <a:pPr marL="0" indent="0" algn="l">
                        <a:buNone/>
                      </a:pPr>
                      <a:r>
                        <a:rPr lang="en-US" sz="1800" dirty="0">
                          <a:solidFill>
                            <a:srgbClr val="BBB9B0"/>
                          </a:solidFill>
                          <a:latin typeface="Calibri" pitchFamily="34" charset="0"/>
                          <a:ea typeface="Calibri" pitchFamily="34" charset="-122"/>
                          <a:cs typeface="Calibri" pitchFamily="34" charset="-120"/>
                        </a:rPr>
                        <a:t>Train, </a:t>
                      </a:r>
                      <a:r>
                        <a:rPr lang="en-US" sz="1800" b="1" dirty="0">
                          <a:solidFill>
                            <a:srgbClr val="2E2B25"/>
                          </a:solidFill>
                          <a:latin typeface="Calibri" pitchFamily="34" charset="0"/>
                          <a:ea typeface="Calibri" pitchFamily="34" charset="-122"/>
                          <a:cs typeface="Calibri" pitchFamily="34" charset="-120"/>
                        </a:rPr>
                        <a:t>Prefill</a:t>
                      </a:r>
                      <a:endParaRPr lang="en-US" sz="1800" dirty="0">
                        <a:latin typeface="Calibri" charset="0"/>
                        <a:ea typeface="Calibri" charset="0"/>
                        <a:cs typeface="Calibri" charset="0"/>
                      </a:endParaRPr>
                    </a:p>
                    <a:p>
                      <a:pPr marL="0" indent="0" algn="l">
                        <a:buNone/>
                      </a:pPr>
                      <a:r>
                        <a:rPr lang="en-US" sz="1800" dirty="0">
                          <a:solidFill>
                            <a:srgbClr val="BBB9B0"/>
                          </a:solidFill>
                          <a:latin typeface="Calibri" pitchFamily="34" charset="0"/>
                          <a:ea typeface="Calibri" pitchFamily="34" charset="-122"/>
                          <a:cs typeface="Calibri" pitchFamily="34" charset="-120"/>
                        </a:rPr>
                        <a:t>Decode</a:t>
                      </a:r>
                      <a:endParaRPr lang="en-US" sz="1800" dirty="0">
                        <a:latin typeface="Calibri" charset="0"/>
                        <a:ea typeface="Calibri" charset="0"/>
                        <a:cs typeface="Calibri" charset="0"/>
                      </a:endParaRP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F9F5"/>
                    </a:solidFill>
                  </a:tcPr>
                </a:tc>
                <a:tc>
                  <a:txBody>
                    <a:bodyPr/>
                    <a:lstStyle/>
                    <a:p>
                      <a:pPr marL="0" indent="0" algn="l">
                        <a:buNone/>
                      </a:pPr>
                      <a:r>
                        <a:rPr lang="en-US" sz="1800" b="1" dirty="0">
                          <a:solidFill>
                            <a:srgbClr val="7A2F55"/>
                          </a:solidFill>
                          <a:latin typeface="Calibri" pitchFamily="34" charset="0"/>
                          <a:ea typeface="Calibri" pitchFamily="34" charset="-122"/>
                          <a:cs typeface="Calibri" pitchFamily="34" charset="-120"/>
                        </a:rPr>
                        <a:t>Runtime</a:t>
                      </a:r>
                      <a:endParaRPr lang="en-US" sz="1800" dirty="0">
                        <a:latin typeface="Calibri" charset="0"/>
                        <a:ea typeface="Calibri" charset="0"/>
                        <a:cs typeface="Calibri" charset="0"/>
                      </a:endParaRPr>
                    </a:p>
                  </a:txBody>
                  <a:tcPr marL="50800" marR="508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AF9F5"/>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432E508-B6CF-FAC7-E4AB-F3CAEAD22517}"/>
              </a:ext>
            </a:extLst>
          </p:cNvPr>
          <p:cNvSpPr>
            <a:spLocks noGrp="1"/>
          </p:cNvSpPr>
          <p:nvPr>
            <p:ph type="title"/>
          </p:nvPr>
        </p:nvSpPr>
        <p:spPr>
          <a:xfrm>
            <a:off x="1262334" y="2536166"/>
            <a:ext cx="10245304" cy="1219200"/>
          </a:xfrm>
        </p:spPr>
        <p:txBody>
          <a:bodyPr/>
          <a:lstStyle/>
          <a:p>
            <a:r>
              <a:rPr lang="en-US" dirty="0"/>
              <a:t>Generation Acceleration : Speculative Decoding</a:t>
            </a:r>
            <a:endParaRPr lang="en-IN" dirty="0"/>
          </a:p>
        </p:txBody>
      </p:sp>
    </p:spTree>
    <p:extLst>
      <p:ext uri="{BB962C8B-B14F-4D97-AF65-F5344CB8AC3E}">
        <p14:creationId xmlns:p14="http://schemas.microsoft.com/office/powerpoint/2010/main" val="32085393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F40E3429-1CE2-F158-2E48-83F5CCB8CA28}"/>
              </a:ext>
            </a:extLst>
          </p:cNvPr>
          <p:cNvSpPr>
            <a:spLocks noGrp="1"/>
          </p:cNvSpPr>
          <p:nvPr>
            <p:ph idx="10"/>
          </p:nvPr>
        </p:nvSpPr>
        <p:spPr/>
        <p:txBody>
          <a:bodyPr/>
          <a:lstStyle/>
          <a:p>
            <a:pPr marL="342900" indent="-342900">
              <a:buFont typeface="Arial" panose="020B0604020202020204" pitchFamily="34" charset="0"/>
              <a:buChar char="•"/>
            </a:pPr>
            <a:r>
              <a:rPr lang="en-US" dirty="0">
                <a:highlight>
                  <a:srgbClr val="FFFF00"/>
                </a:highlight>
              </a:rPr>
              <a:t>Standard LLM inference: For every single token generated, the GPU has to move billions of model parameters from VRAM into the compute units, do the calculation, produce one token, then move all those parameters again for the next one.</a:t>
            </a:r>
          </a:p>
          <a:p>
            <a:pPr marL="342900" indent="-342900">
              <a:buFont typeface="Arial" panose="020B0604020202020204" pitchFamily="34" charset="0"/>
              <a:buChar char="•"/>
            </a:pPr>
            <a:r>
              <a:rPr lang="en-US" dirty="0"/>
              <a:t>Compute itself is fast, constant movement of data is the bottleneck</a:t>
            </a:r>
          </a:p>
          <a:p>
            <a:pPr marL="342900" indent="-342900">
              <a:buFont typeface="Arial" panose="020B0604020202020204" pitchFamily="34" charset="0"/>
              <a:buChar char="•"/>
            </a:pPr>
            <a:r>
              <a:rPr lang="en-US" dirty="0"/>
              <a:t>GPU underutilized for most of the inference process, </a:t>
            </a:r>
            <a:r>
              <a:rPr lang="en-US" b="1" dirty="0"/>
              <a:t>generating one token at a time regardless of how obvious that next token is</a:t>
            </a:r>
          </a:p>
          <a:p>
            <a:pPr marL="342900" indent="-342900">
              <a:buFont typeface="Arial" panose="020B0604020202020204" pitchFamily="34" charset="0"/>
              <a:buChar char="•"/>
            </a:pPr>
            <a:r>
              <a:rPr lang="en-US" dirty="0"/>
              <a:t>E.g. Predicting "words" after "Actions speak louder than..." costs the same amount of compute as solving a complex reasoning step</a:t>
            </a:r>
          </a:p>
          <a:p>
            <a:pPr marL="342900" indent="-342900">
              <a:spcBef>
                <a:spcPts val="120"/>
              </a:spcBef>
              <a:buFont typeface="Arial" panose="020B0604020202020204" pitchFamily="34" charset="0"/>
              <a:buChar char="•"/>
            </a:pPr>
            <a:r>
              <a:rPr lang="en-US" b="1" dirty="0"/>
              <a:t>Speculative decoding</a:t>
            </a:r>
            <a:r>
              <a:rPr lang="en-US" dirty="0"/>
              <a:t> is an inference optimization technique that dramatically accelerates LLM text generation</a:t>
            </a:r>
            <a:endParaRPr lang="en-US" dirty="0">
              <a:cs typeface="Lucida Sans Unicode"/>
            </a:endParaRPr>
          </a:p>
        </p:txBody>
      </p:sp>
      <p:sp>
        <p:nvSpPr>
          <p:cNvPr id="3" name="Title 2">
            <a:extLst>
              <a:ext uri="{FF2B5EF4-FFF2-40B4-BE49-F238E27FC236}">
                <a16:creationId xmlns:a16="http://schemas.microsoft.com/office/drawing/2014/main" id="{6BA74894-D84C-A8FE-6256-74BD943FE043}"/>
              </a:ext>
            </a:extLst>
          </p:cNvPr>
          <p:cNvSpPr>
            <a:spLocks noGrp="1"/>
          </p:cNvSpPr>
          <p:nvPr>
            <p:ph type="title"/>
          </p:nvPr>
        </p:nvSpPr>
        <p:spPr/>
        <p:txBody>
          <a:bodyPr/>
          <a:lstStyle/>
          <a:p>
            <a:r>
              <a:rPr lang="en-US" dirty="0"/>
              <a:t>Memory Bottleneck in LLM Inference</a:t>
            </a:r>
            <a:endParaRPr lang="en-IN" dirty="0"/>
          </a:p>
        </p:txBody>
      </p:sp>
    </p:spTree>
    <p:extLst>
      <p:ext uri="{BB962C8B-B14F-4D97-AF65-F5344CB8AC3E}">
        <p14:creationId xmlns:p14="http://schemas.microsoft.com/office/powerpoint/2010/main" val="258208391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C060C7-1B25-99A6-9A9C-F1E6F1B388CC}"/>
              </a:ext>
            </a:extLst>
          </p:cNvPr>
          <p:cNvSpPr>
            <a:spLocks noGrp="1"/>
          </p:cNvSpPr>
          <p:nvPr>
            <p:ph type="title"/>
          </p:nvPr>
        </p:nvSpPr>
        <p:spPr/>
        <p:txBody>
          <a:bodyPr/>
          <a:lstStyle/>
          <a:p>
            <a:r>
              <a:rPr lang="en-US" b="1" dirty="0">
                <a:latin typeface="Cambria" panose="02040503050406030204" pitchFamily="18" charset="0"/>
              </a:rPr>
              <a:t>Speculative decoding</a:t>
            </a:r>
            <a:r>
              <a:rPr lang="en-US" dirty="0">
                <a:latin typeface="Cambria" panose="02040503050406030204" pitchFamily="18" charset="0"/>
              </a:rPr>
              <a:t> </a:t>
            </a:r>
            <a:endParaRPr lang="en-IN" dirty="0"/>
          </a:p>
        </p:txBody>
      </p:sp>
      <p:grpSp>
        <p:nvGrpSpPr>
          <p:cNvPr id="4" name="Group 3">
            <a:extLst>
              <a:ext uri="{FF2B5EF4-FFF2-40B4-BE49-F238E27FC236}">
                <a16:creationId xmlns:a16="http://schemas.microsoft.com/office/drawing/2014/main" id="{5AAFD4C8-3D31-16A6-701B-856D6E4F242B}"/>
              </a:ext>
            </a:extLst>
          </p:cNvPr>
          <p:cNvGrpSpPr/>
          <p:nvPr/>
        </p:nvGrpSpPr>
        <p:grpSpPr>
          <a:xfrm>
            <a:off x="7703090" y="1729742"/>
            <a:ext cx="3763873" cy="1894949"/>
            <a:chOff x="3062662" y="1485673"/>
            <a:chExt cx="3763873" cy="1894949"/>
          </a:xfrm>
        </p:grpSpPr>
        <p:sp>
          <p:nvSpPr>
            <p:cNvPr id="5" name="object 2">
              <a:extLst>
                <a:ext uri="{FF2B5EF4-FFF2-40B4-BE49-F238E27FC236}">
                  <a16:creationId xmlns:a16="http://schemas.microsoft.com/office/drawing/2014/main" id="{154FDDA1-5AD5-1C1D-6011-2591587F3AC8}"/>
                </a:ext>
              </a:extLst>
            </p:cNvPr>
            <p:cNvSpPr txBox="1"/>
            <p:nvPr/>
          </p:nvSpPr>
          <p:spPr>
            <a:xfrm>
              <a:off x="3062662" y="1999600"/>
              <a:ext cx="872490" cy="873125"/>
            </a:xfrm>
            <a:prstGeom prst="rect">
              <a:avLst/>
            </a:prstGeom>
            <a:solidFill>
              <a:srgbClr val="E3C1E1"/>
            </a:solidFill>
            <a:ln w="16249">
              <a:solidFill>
                <a:srgbClr val="000000"/>
              </a:solidFill>
            </a:ln>
          </p:spPr>
          <p:txBody>
            <a:bodyPr vert="horz" wrap="square" lIns="0" tIns="53975" rIns="0" bIns="0" rtlCol="0">
              <a:spAutoFit/>
            </a:bodyPr>
            <a:lstStyle/>
            <a:p>
              <a:pPr>
                <a:lnSpc>
                  <a:spcPct val="100000"/>
                </a:lnSpc>
                <a:spcBef>
                  <a:spcPts val="425"/>
                </a:spcBef>
              </a:pPr>
              <a:endParaRPr sz="1250">
                <a:latin typeface="Times New Roman"/>
                <a:cs typeface="Times New Roman"/>
              </a:endParaRPr>
            </a:p>
            <a:p>
              <a:pPr marL="183515" marR="175260" indent="43180">
                <a:lnSpc>
                  <a:spcPct val="101200"/>
                </a:lnSpc>
              </a:pPr>
              <a:r>
                <a:rPr sz="1250" spc="-10" dirty="0">
                  <a:solidFill>
                    <a:srgbClr val="434343"/>
                  </a:solidFill>
                  <a:latin typeface="Arial Black"/>
                  <a:cs typeface="Arial Black"/>
                </a:rPr>
                <a:t>Draft </a:t>
              </a:r>
              <a:r>
                <a:rPr sz="1250" spc="-40" dirty="0">
                  <a:solidFill>
                    <a:srgbClr val="434343"/>
                  </a:solidFill>
                  <a:latin typeface="Arial Black"/>
                  <a:cs typeface="Arial Black"/>
                </a:rPr>
                <a:t>Model</a:t>
              </a:r>
              <a:endParaRPr sz="1250">
                <a:latin typeface="Arial Black"/>
                <a:cs typeface="Arial Black"/>
              </a:endParaRPr>
            </a:p>
          </p:txBody>
        </p:sp>
        <p:sp>
          <p:nvSpPr>
            <p:cNvPr id="6" name="object 3">
              <a:extLst>
                <a:ext uri="{FF2B5EF4-FFF2-40B4-BE49-F238E27FC236}">
                  <a16:creationId xmlns:a16="http://schemas.microsoft.com/office/drawing/2014/main" id="{843B50B4-BA51-6AE6-3EBB-6059D50AAF89}"/>
                </a:ext>
              </a:extLst>
            </p:cNvPr>
            <p:cNvSpPr/>
            <p:nvPr/>
          </p:nvSpPr>
          <p:spPr>
            <a:xfrm>
              <a:off x="4501394" y="1502927"/>
              <a:ext cx="1877695" cy="1877695"/>
            </a:xfrm>
            <a:custGeom>
              <a:avLst/>
              <a:gdLst/>
              <a:ahLst/>
              <a:cxnLst/>
              <a:rect l="l" t="t" r="r" b="b"/>
              <a:pathLst>
                <a:path w="1877695" h="1877695">
                  <a:moveTo>
                    <a:pt x="0" y="0"/>
                  </a:moveTo>
                  <a:lnTo>
                    <a:pt x="1877699" y="0"/>
                  </a:lnTo>
                  <a:lnTo>
                    <a:pt x="1877699" y="1877700"/>
                  </a:lnTo>
                  <a:lnTo>
                    <a:pt x="0" y="1877700"/>
                  </a:lnTo>
                  <a:lnTo>
                    <a:pt x="0" y="0"/>
                  </a:lnTo>
                  <a:close/>
                </a:path>
              </a:pathLst>
            </a:custGeom>
            <a:ln w="24374">
              <a:solidFill>
                <a:srgbClr val="000000"/>
              </a:solidFill>
            </a:ln>
          </p:spPr>
          <p:txBody>
            <a:bodyPr wrap="square" lIns="0" tIns="0" rIns="0" bIns="0" rtlCol="0"/>
            <a:lstStyle/>
            <a:p>
              <a:endParaRPr/>
            </a:p>
          </p:txBody>
        </p:sp>
        <p:sp>
          <p:nvSpPr>
            <p:cNvPr id="7" name="object 4">
              <a:extLst>
                <a:ext uri="{FF2B5EF4-FFF2-40B4-BE49-F238E27FC236}">
                  <a16:creationId xmlns:a16="http://schemas.microsoft.com/office/drawing/2014/main" id="{8985E7A9-136B-8FD9-4DDA-68A1AAD4DF39}"/>
                </a:ext>
              </a:extLst>
            </p:cNvPr>
            <p:cNvSpPr txBox="1"/>
            <p:nvPr/>
          </p:nvSpPr>
          <p:spPr>
            <a:xfrm>
              <a:off x="4841854" y="1485673"/>
              <a:ext cx="1197610" cy="233679"/>
            </a:xfrm>
            <a:prstGeom prst="rect">
              <a:avLst/>
            </a:prstGeom>
          </p:spPr>
          <p:txBody>
            <a:bodyPr vert="horz" wrap="square" lIns="0" tIns="14604" rIns="0" bIns="0" rtlCol="0">
              <a:spAutoFit/>
            </a:bodyPr>
            <a:lstStyle/>
            <a:p>
              <a:pPr marL="12700">
                <a:lnSpc>
                  <a:spcPct val="100000"/>
                </a:lnSpc>
                <a:spcBef>
                  <a:spcPts val="114"/>
                </a:spcBef>
              </a:pPr>
              <a:r>
                <a:rPr sz="1350" spc="-50" dirty="0">
                  <a:solidFill>
                    <a:srgbClr val="434343"/>
                  </a:solidFill>
                  <a:latin typeface="Arial Black"/>
                  <a:cs typeface="Arial Black"/>
                </a:rPr>
                <a:t>Target</a:t>
              </a:r>
              <a:r>
                <a:rPr sz="1350" spc="-110" dirty="0">
                  <a:solidFill>
                    <a:srgbClr val="434343"/>
                  </a:solidFill>
                  <a:latin typeface="Arial Black"/>
                  <a:cs typeface="Arial Black"/>
                </a:rPr>
                <a:t> </a:t>
              </a:r>
              <a:r>
                <a:rPr sz="1350" spc="-20" dirty="0">
                  <a:solidFill>
                    <a:srgbClr val="434343"/>
                  </a:solidFill>
                  <a:latin typeface="Arial Black"/>
                  <a:cs typeface="Arial Black"/>
                </a:rPr>
                <a:t>Model</a:t>
              </a:r>
              <a:endParaRPr sz="1350">
                <a:latin typeface="Arial Black"/>
                <a:cs typeface="Arial Black"/>
              </a:endParaRPr>
            </a:p>
          </p:txBody>
        </p:sp>
        <p:grpSp>
          <p:nvGrpSpPr>
            <p:cNvPr id="8" name="object 5">
              <a:extLst>
                <a:ext uri="{FF2B5EF4-FFF2-40B4-BE49-F238E27FC236}">
                  <a16:creationId xmlns:a16="http://schemas.microsoft.com/office/drawing/2014/main" id="{B5A065CA-6B42-70B3-42CB-0E201F0B0EB8}"/>
                </a:ext>
              </a:extLst>
            </p:cNvPr>
            <p:cNvGrpSpPr/>
            <p:nvPr/>
          </p:nvGrpSpPr>
          <p:grpSpPr>
            <a:xfrm>
              <a:off x="3930300" y="2344665"/>
              <a:ext cx="2896235" cy="180975"/>
              <a:chOff x="3930300" y="2344665"/>
              <a:chExt cx="2896235" cy="180975"/>
            </a:xfrm>
          </p:grpSpPr>
          <p:sp>
            <p:nvSpPr>
              <p:cNvPr id="12" name="object 6">
                <a:extLst>
                  <a:ext uri="{FF2B5EF4-FFF2-40B4-BE49-F238E27FC236}">
                    <a16:creationId xmlns:a16="http://schemas.microsoft.com/office/drawing/2014/main" id="{E653E139-2343-FCCA-FC54-20E31BF32615}"/>
                  </a:ext>
                </a:extLst>
              </p:cNvPr>
              <p:cNvSpPr/>
              <p:nvPr/>
            </p:nvSpPr>
            <p:spPr>
              <a:xfrm>
                <a:off x="3935062" y="2436100"/>
                <a:ext cx="509270" cy="5715"/>
              </a:xfrm>
              <a:custGeom>
                <a:avLst/>
                <a:gdLst/>
                <a:ahLst/>
                <a:cxnLst/>
                <a:rect l="l" t="t" r="r" b="b"/>
                <a:pathLst>
                  <a:path w="509270" h="5714">
                    <a:moveTo>
                      <a:pt x="0" y="0"/>
                    </a:moveTo>
                    <a:lnTo>
                      <a:pt x="509252" y="5124"/>
                    </a:lnTo>
                  </a:path>
                </a:pathLst>
              </a:custGeom>
              <a:ln w="9524">
                <a:solidFill>
                  <a:srgbClr val="595959"/>
                </a:solidFill>
              </a:ln>
            </p:spPr>
            <p:txBody>
              <a:bodyPr wrap="square" lIns="0" tIns="0" rIns="0" bIns="0" rtlCol="0"/>
              <a:lstStyle/>
              <a:p>
                <a:endParaRPr/>
              </a:p>
            </p:txBody>
          </p:sp>
          <p:sp>
            <p:nvSpPr>
              <p:cNvPr id="13" name="object 7">
                <a:extLst>
                  <a:ext uri="{FF2B5EF4-FFF2-40B4-BE49-F238E27FC236}">
                    <a16:creationId xmlns:a16="http://schemas.microsoft.com/office/drawing/2014/main" id="{559BD6F7-83C3-42C9-8792-1DC6A2884CDB}"/>
                  </a:ext>
                </a:extLst>
              </p:cNvPr>
              <p:cNvSpPr/>
              <p:nvPr/>
            </p:nvSpPr>
            <p:spPr>
              <a:xfrm>
                <a:off x="4444157" y="2425493"/>
                <a:ext cx="43815" cy="31750"/>
              </a:xfrm>
              <a:custGeom>
                <a:avLst/>
                <a:gdLst/>
                <a:ahLst/>
                <a:cxnLst/>
                <a:rect l="l" t="t" r="r" b="b"/>
                <a:pathLst>
                  <a:path w="43814" h="31750">
                    <a:moveTo>
                      <a:pt x="0" y="31463"/>
                    </a:moveTo>
                    <a:lnTo>
                      <a:pt x="316" y="0"/>
                    </a:lnTo>
                    <a:lnTo>
                      <a:pt x="43381" y="16166"/>
                    </a:lnTo>
                    <a:lnTo>
                      <a:pt x="0" y="31463"/>
                    </a:lnTo>
                    <a:close/>
                  </a:path>
                </a:pathLst>
              </a:custGeom>
              <a:solidFill>
                <a:srgbClr val="595959"/>
              </a:solidFill>
            </p:spPr>
            <p:txBody>
              <a:bodyPr wrap="square" lIns="0" tIns="0" rIns="0" bIns="0" rtlCol="0"/>
              <a:lstStyle/>
              <a:p>
                <a:endParaRPr/>
              </a:p>
            </p:txBody>
          </p:sp>
          <p:sp>
            <p:nvSpPr>
              <p:cNvPr id="14" name="object 8">
                <a:extLst>
                  <a:ext uri="{FF2B5EF4-FFF2-40B4-BE49-F238E27FC236}">
                    <a16:creationId xmlns:a16="http://schemas.microsoft.com/office/drawing/2014/main" id="{DE5F2FD8-1ACC-92B5-E920-6523F9532C6A}"/>
                  </a:ext>
                </a:extLst>
              </p:cNvPr>
              <p:cNvSpPr/>
              <p:nvPr/>
            </p:nvSpPr>
            <p:spPr>
              <a:xfrm>
                <a:off x="4444157" y="2425493"/>
                <a:ext cx="43815" cy="31750"/>
              </a:xfrm>
              <a:custGeom>
                <a:avLst/>
                <a:gdLst/>
                <a:ahLst/>
                <a:cxnLst/>
                <a:rect l="l" t="t" r="r" b="b"/>
                <a:pathLst>
                  <a:path w="43814" h="31750">
                    <a:moveTo>
                      <a:pt x="0" y="31463"/>
                    </a:moveTo>
                    <a:lnTo>
                      <a:pt x="43381" y="16166"/>
                    </a:lnTo>
                    <a:lnTo>
                      <a:pt x="316" y="0"/>
                    </a:lnTo>
                    <a:lnTo>
                      <a:pt x="0" y="31463"/>
                    </a:lnTo>
                    <a:close/>
                  </a:path>
                </a:pathLst>
              </a:custGeom>
              <a:ln w="9524">
                <a:solidFill>
                  <a:srgbClr val="595959"/>
                </a:solidFill>
              </a:ln>
            </p:spPr>
            <p:txBody>
              <a:bodyPr wrap="square" lIns="0" tIns="0" rIns="0" bIns="0" rtlCol="0"/>
              <a:lstStyle/>
              <a:p>
                <a:endParaRPr/>
              </a:p>
            </p:txBody>
          </p:sp>
          <p:pic>
            <p:nvPicPr>
              <p:cNvPr id="15" name="object 9">
                <a:extLst>
                  <a:ext uri="{FF2B5EF4-FFF2-40B4-BE49-F238E27FC236}">
                    <a16:creationId xmlns:a16="http://schemas.microsoft.com/office/drawing/2014/main" id="{6B02E598-0EAF-F52E-F7AC-0CA0EDEA212A}"/>
                  </a:ext>
                </a:extLst>
              </p:cNvPr>
              <p:cNvPicPr/>
              <p:nvPr/>
            </p:nvPicPr>
            <p:blipFill>
              <a:blip r:embed="rId2" cstate="print"/>
              <a:stretch>
                <a:fillRect/>
              </a:stretch>
            </p:blipFill>
            <p:spPr>
              <a:xfrm>
                <a:off x="5277551" y="2344794"/>
                <a:ext cx="308174" cy="180374"/>
              </a:xfrm>
              <a:prstGeom prst="rect">
                <a:avLst/>
              </a:prstGeom>
            </p:spPr>
          </p:pic>
          <p:pic>
            <p:nvPicPr>
              <p:cNvPr id="16" name="object 10">
                <a:extLst>
                  <a:ext uri="{FF2B5EF4-FFF2-40B4-BE49-F238E27FC236}">
                    <a16:creationId xmlns:a16="http://schemas.microsoft.com/office/drawing/2014/main" id="{5A0B64B6-A8CD-2445-08B9-D2CBEFF1C643}"/>
                  </a:ext>
                </a:extLst>
              </p:cNvPr>
              <p:cNvPicPr/>
              <p:nvPr/>
            </p:nvPicPr>
            <p:blipFill>
              <a:blip r:embed="rId3" cstate="print"/>
              <a:stretch>
                <a:fillRect/>
              </a:stretch>
            </p:blipFill>
            <p:spPr>
              <a:xfrm>
                <a:off x="5619301" y="2344785"/>
                <a:ext cx="308174" cy="180374"/>
              </a:xfrm>
              <a:prstGeom prst="rect">
                <a:avLst/>
              </a:prstGeom>
            </p:spPr>
          </p:pic>
          <p:sp>
            <p:nvSpPr>
              <p:cNvPr id="17" name="object 11">
                <a:extLst>
                  <a:ext uri="{FF2B5EF4-FFF2-40B4-BE49-F238E27FC236}">
                    <a16:creationId xmlns:a16="http://schemas.microsoft.com/office/drawing/2014/main" id="{7485F909-8D52-5BBE-077D-ED1D345DFB93}"/>
                  </a:ext>
                </a:extLst>
              </p:cNvPr>
              <p:cNvSpPr/>
              <p:nvPr/>
            </p:nvSpPr>
            <p:spPr>
              <a:xfrm>
                <a:off x="5966414" y="2347523"/>
                <a:ext cx="302895" cy="175260"/>
              </a:xfrm>
              <a:custGeom>
                <a:avLst/>
                <a:gdLst/>
                <a:ahLst/>
                <a:cxnLst/>
                <a:rect l="l" t="t" r="r" b="b"/>
                <a:pathLst>
                  <a:path w="302895" h="175260">
                    <a:moveTo>
                      <a:pt x="273549" y="174899"/>
                    </a:moveTo>
                    <a:lnTo>
                      <a:pt x="29150" y="174899"/>
                    </a:lnTo>
                    <a:lnTo>
                      <a:pt x="17803" y="172609"/>
                    </a:lnTo>
                    <a:lnTo>
                      <a:pt x="8537" y="166361"/>
                    </a:lnTo>
                    <a:lnTo>
                      <a:pt x="2290" y="157096"/>
                    </a:lnTo>
                    <a:lnTo>
                      <a:pt x="0" y="145749"/>
                    </a:lnTo>
                    <a:lnTo>
                      <a:pt x="0" y="29150"/>
                    </a:lnTo>
                    <a:lnTo>
                      <a:pt x="2290" y="17803"/>
                    </a:lnTo>
                    <a:lnTo>
                      <a:pt x="8537" y="8537"/>
                    </a:lnTo>
                    <a:lnTo>
                      <a:pt x="17803" y="2290"/>
                    </a:lnTo>
                    <a:lnTo>
                      <a:pt x="29150" y="0"/>
                    </a:lnTo>
                    <a:lnTo>
                      <a:pt x="281280" y="0"/>
                    </a:lnTo>
                    <a:lnTo>
                      <a:pt x="288694" y="3070"/>
                    </a:lnTo>
                    <a:lnTo>
                      <a:pt x="299628" y="14004"/>
                    </a:lnTo>
                    <a:lnTo>
                      <a:pt x="302699" y="21419"/>
                    </a:lnTo>
                    <a:lnTo>
                      <a:pt x="302699" y="145749"/>
                    </a:lnTo>
                    <a:lnTo>
                      <a:pt x="300409" y="157096"/>
                    </a:lnTo>
                    <a:lnTo>
                      <a:pt x="294161" y="166361"/>
                    </a:lnTo>
                    <a:lnTo>
                      <a:pt x="284896" y="172609"/>
                    </a:lnTo>
                    <a:lnTo>
                      <a:pt x="273549" y="174899"/>
                    </a:lnTo>
                    <a:close/>
                  </a:path>
                </a:pathLst>
              </a:custGeom>
              <a:solidFill>
                <a:srgbClr val="E9F1F4"/>
              </a:solidFill>
            </p:spPr>
            <p:txBody>
              <a:bodyPr wrap="square" lIns="0" tIns="0" rIns="0" bIns="0" rtlCol="0"/>
              <a:lstStyle/>
              <a:p>
                <a:endParaRPr/>
              </a:p>
            </p:txBody>
          </p:sp>
          <p:pic>
            <p:nvPicPr>
              <p:cNvPr id="18" name="object 12">
                <a:extLst>
                  <a:ext uri="{FF2B5EF4-FFF2-40B4-BE49-F238E27FC236}">
                    <a16:creationId xmlns:a16="http://schemas.microsoft.com/office/drawing/2014/main" id="{6A858512-D40C-E9B5-52E9-B4634D8806EE}"/>
                  </a:ext>
                </a:extLst>
              </p:cNvPr>
              <p:cNvPicPr/>
              <p:nvPr/>
            </p:nvPicPr>
            <p:blipFill>
              <a:blip r:embed="rId4" cstate="print"/>
              <a:stretch>
                <a:fillRect/>
              </a:stretch>
            </p:blipFill>
            <p:spPr>
              <a:xfrm>
                <a:off x="4943077" y="2344778"/>
                <a:ext cx="308174" cy="180374"/>
              </a:xfrm>
              <a:prstGeom prst="rect">
                <a:avLst/>
              </a:prstGeom>
            </p:spPr>
          </p:pic>
          <p:sp>
            <p:nvSpPr>
              <p:cNvPr id="19" name="object 13">
                <a:extLst>
                  <a:ext uri="{FF2B5EF4-FFF2-40B4-BE49-F238E27FC236}">
                    <a16:creationId xmlns:a16="http://schemas.microsoft.com/office/drawing/2014/main" id="{BD1AE8AF-8F67-F7BB-A0C7-0AAFC27F6A51}"/>
                  </a:ext>
                </a:extLst>
              </p:cNvPr>
              <p:cNvSpPr/>
              <p:nvPr/>
            </p:nvSpPr>
            <p:spPr>
              <a:xfrm>
                <a:off x="5966414" y="2347523"/>
                <a:ext cx="302895" cy="175260"/>
              </a:xfrm>
              <a:custGeom>
                <a:avLst/>
                <a:gdLst/>
                <a:ahLst/>
                <a:cxnLst/>
                <a:rect l="l" t="t" r="r" b="b"/>
                <a:pathLst>
                  <a:path w="302895" h="175260">
                    <a:moveTo>
                      <a:pt x="0" y="29150"/>
                    </a:moveTo>
                    <a:lnTo>
                      <a:pt x="2290" y="17803"/>
                    </a:lnTo>
                    <a:lnTo>
                      <a:pt x="8537" y="8537"/>
                    </a:lnTo>
                    <a:lnTo>
                      <a:pt x="17803" y="2290"/>
                    </a:lnTo>
                    <a:lnTo>
                      <a:pt x="29150" y="0"/>
                    </a:lnTo>
                    <a:lnTo>
                      <a:pt x="273549" y="0"/>
                    </a:lnTo>
                    <a:lnTo>
                      <a:pt x="281280" y="0"/>
                    </a:lnTo>
                    <a:lnTo>
                      <a:pt x="288694" y="3070"/>
                    </a:lnTo>
                    <a:lnTo>
                      <a:pt x="294161" y="8537"/>
                    </a:lnTo>
                    <a:lnTo>
                      <a:pt x="299628" y="14004"/>
                    </a:lnTo>
                    <a:lnTo>
                      <a:pt x="302699" y="21419"/>
                    </a:lnTo>
                    <a:lnTo>
                      <a:pt x="302699" y="29150"/>
                    </a:lnTo>
                    <a:lnTo>
                      <a:pt x="302699" y="145749"/>
                    </a:lnTo>
                    <a:lnTo>
                      <a:pt x="300409" y="157096"/>
                    </a:lnTo>
                    <a:lnTo>
                      <a:pt x="294161" y="166361"/>
                    </a:lnTo>
                    <a:lnTo>
                      <a:pt x="284896" y="172609"/>
                    </a:lnTo>
                    <a:lnTo>
                      <a:pt x="273549" y="174899"/>
                    </a:lnTo>
                    <a:lnTo>
                      <a:pt x="29150" y="174899"/>
                    </a:lnTo>
                    <a:lnTo>
                      <a:pt x="17803" y="172609"/>
                    </a:lnTo>
                    <a:lnTo>
                      <a:pt x="8537" y="166361"/>
                    </a:lnTo>
                    <a:lnTo>
                      <a:pt x="2290" y="157096"/>
                    </a:lnTo>
                    <a:lnTo>
                      <a:pt x="0" y="145749"/>
                    </a:lnTo>
                    <a:lnTo>
                      <a:pt x="0" y="29150"/>
                    </a:lnTo>
                    <a:close/>
                  </a:path>
                </a:pathLst>
              </a:custGeom>
              <a:ln w="5474">
                <a:solidFill>
                  <a:srgbClr val="595959"/>
                </a:solidFill>
              </a:ln>
            </p:spPr>
            <p:txBody>
              <a:bodyPr wrap="square" lIns="0" tIns="0" rIns="0" bIns="0" rtlCol="0"/>
              <a:lstStyle/>
              <a:p>
                <a:endParaRPr/>
              </a:p>
            </p:txBody>
          </p:sp>
          <p:pic>
            <p:nvPicPr>
              <p:cNvPr id="20" name="object 14">
                <a:extLst>
                  <a:ext uri="{FF2B5EF4-FFF2-40B4-BE49-F238E27FC236}">
                    <a16:creationId xmlns:a16="http://schemas.microsoft.com/office/drawing/2014/main" id="{429970A4-48DD-51B5-E26C-6DD1598C885F}"/>
                  </a:ext>
                </a:extLst>
              </p:cNvPr>
              <p:cNvPicPr/>
              <p:nvPr/>
            </p:nvPicPr>
            <p:blipFill>
              <a:blip r:embed="rId5" cstate="print"/>
              <a:stretch>
                <a:fillRect/>
              </a:stretch>
            </p:blipFill>
            <p:spPr>
              <a:xfrm>
                <a:off x="4608627" y="2344787"/>
                <a:ext cx="308174" cy="180374"/>
              </a:xfrm>
              <a:prstGeom prst="rect">
                <a:avLst/>
              </a:prstGeom>
            </p:spPr>
          </p:pic>
          <p:pic>
            <p:nvPicPr>
              <p:cNvPr id="21" name="object 15">
                <a:extLst>
                  <a:ext uri="{FF2B5EF4-FFF2-40B4-BE49-F238E27FC236}">
                    <a16:creationId xmlns:a16="http://schemas.microsoft.com/office/drawing/2014/main" id="{70C7B02E-BE9B-562D-2DDF-FB7FAD4B95EB}"/>
                  </a:ext>
                </a:extLst>
              </p:cNvPr>
              <p:cNvPicPr/>
              <p:nvPr/>
            </p:nvPicPr>
            <p:blipFill>
              <a:blip r:embed="rId6" cstate="print"/>
              <a:stretch>
                <a:fillRect/>
              </a:stretch>
            </p:blipFill>
            <p:spPr>
              <a:xfrm>
                <a:off x="6035234" y="2360566"/>
                <a:ext cx="189920" cy="149872"/>
              </a:xfrm>
              <a:prstGeom prst="rect">
                <a:avLst/>
              </a:prstGeom>
            </p:spPr>
          </p:pic>
          <p:sp>
            <p:nvSpPr>
              <p:cNvPr id="22" name="object 16">
                <a:extLst>
                  <a:ext uri="{FF2B5EF4-FFF2-40B4-BE49-F238E27FC236}">
                    <a16:creationId xmlns:a16="http://schemas.microsoft.com/office/drawing/2014/main" id="{9DC21F2C-145B-B508-DFE3-B8034424808E}"/>
                  </a:ext>
                </a:extLst>
              </p:cNvPr>
              <p:cNvSpPr/>
              <p:nvPr/>
            </p:nvSpPr>
            <p:spPr>
              <a:xfrm>
                <a:off x="6269112" y="2433562"/>
                <a:ext cx="509270" cy="5715"/>
              </a:xfrm>
              <a:custGeom>
                <a:avLst/>
                <a:gdLst/>
                <a:ahLst/>
                <a:cxnLst/>
                <a:rect l="l" t="t" r="r" b="b"/>
                <a:pathLst>
                  <a:path w="509270" h="5714">
                    <a:moveTo>
                      <a:pt x="0" y="0"/>
                    </a:moveTo>
                    <a:lnTo>
                      <a:pt x="509252" y="5124"/>
                    </a:lnTo>
                  </a:path>
                </a:pathLst>
              </a:custGeom>
              <a:ln w="9524">
                <a:solidFill>
                  <a:srgbClr val="595959"/>
                </a:solidFill>
              </a:ln>
            </p:spPr>
            <p:txBody>
              <a:bodyPr wrap="square" lIns="0" tIns="0" rIns="0" bIns="0" rtlCol="0"/>
              <a:lstStyle/>
              <a:p>
                <a:endParaRPr/>
              </a:p>
            </p:txBody>
          </p:sp>
          <p:sp>
            <p:nvSpPr>
              <p:cNvPr id="23" name="object 17">
                <a:extLst>
                  <a:ext uri="{FF2B5EF4-FFF2-40B4-BE49-F238E27FC236}">
                    <a16:creationId xmlns:a16="http://schemas.microsoft.com/office/drawing/2014/main" id="{4A27D0E2-DC5C-7653-747B-5D58A9C06E79}"/>
                  </a:ext>
                </a:extLst>
              </p:cNvPr>
              <p:cNvSpPr/>
              <p:nvPr/>
            </p:nvSpPr>
            <p:spPr>
              <a:xfrm>
                <a:off x="6778207" y="2422955"/>
                <a:ext cx="43815" cy="31750"/>
              </a:xfrm>
              <a:custGeom>
                <a:avLst/>
                <a:gdLst/>
                <a:ahLst/>
                <a:cxnLst/>
                <a:rect l="l" t="t" r="r" b="b"/>
                <a:pathLst>
                  <a:path w="43815" h="31750">
                    <a:moveTo>
                      <a:pt x="0" y="31463"/>
                    </a:moveTo>
                    <a:lnTo>
                      <a:pt x="316" y="0"/>
                    </a:lnTo>
                    <a:lnTo>
                      <a:pt x="43381" y="16166"/>
                    </a:lnTo>
                    <a:lnTo>
                      <a:pt x="0" y="31463"/>
                    </a:lnTo>
                    <a:close/>
                  </a:path>
                </a:pathLst>
              </a:custGeom>
              <a:solidFill>
                <a:srgbClr val="595959"/>
              </a:solidFill>
            </p:spPr>
            <p:txBody>
              <a:bodyPr wrap="square" lIns="0" tIns="0" rIns="0" bIns="0" rtlCol="0"/>
              <a:lstStyle/>
              <a:p>
                <a:endParaRPr/>
              </a:p>
            </p:txBody>
          </p:sp>
          <p:sp>
            <p:nvSpPr>
              <p:cNvPr id="24" name="object 18">
                <a:extLst>
                  <a:ext uri="{FF2B5EF4-FFF2-40B4-BE49-F238E27FC236}">
                    <a16:creationId xmlns:a16="http://schemas.microsoft.com/office/drawing/2014/main" id="{224E525C-6AFD-599D-A6C0-BC3078EC7714}"/>
                  </a:ext>
                </a:extLst>
              </p:cNvPr>
              <p:cNvSpPr/>
              <p:nvPr/>
            </p:nvSpPr>
            <p:spPr>
              <a:xfrm>
                <a:off x="6778207" y="2422955"/>
                <a:ext cx="43815" cy="31750"/>
              </a:xfrm>
              <a:custGeom>
                <a:avLst/>
                <a:gdLst/>
                <a:ahLst/>
                <a:cxnLst/>
                <a:rect l="l" t="t" r="r" b="b"/>
                <a:pathLst>
                  <a:path w="43815" h="31750">
                    <a:moveTo>
                      <a:pt x="0" y="31463"/>
                    </a:moveTo>
                    <a:lnTo>
                      <a:pt x="43381" y="16166"/>
                    </a:lnTo>
                    <a:lnTo>
                      <a:pt x="316" y="0"/>
                    </a:lnTo>
                    <a:lnTo>
                      <a:pt x="0" y="31463"/>
                    </a:lnTo>
                    <a:close/>
                  </a:path>
                </a:pathLst>
              </a:custGeom>
              <a:ln w="9524">
                <a:solidFill>
                  <a:srgbClr val="595959"/>
                </a:solidFill>
              </a:ln>
            </p:spPr>
            <p:txBody>
              <a:bodyPr wrap="square" lIns="0" tIns="0" rIns="0" bIns="0" rtlCol="0"/>
              <a:lstStyle/>
              <a:p>
                <a:endParaRPr/>
              </a:p>
            </p:txBody>
          </p:sp>
        </p:grpSp>
        <p:sp>
          <p:nvSpPr>
            <p:cNvPr id="9" name="object 19">
              <a:extLst>
                <a:ext uri="{FF2B5EF4-FFF2-40B4-BE49-F238E27FC236}">
                  <a16:creationId xmlns:a16="http://schemas.microsoft.com/office/drawing/2014/main" id="{24E6D8B1-F80E-AA3E-9129-55154A209E0C}"/>
                </a:ext>
              </a:extLst>
            </p:cNvPr>
            <p:cNvSpPr txBox="1"/>
            <p:nvPr/>
          </p:nvSpPr>
          <p:spPr>
            <a:xfrm>
              <a:off x="4887066" y="2615607"/>
              <a:ext cx="1090295" cy="238760"/>
            </a:xfrm>
            <a:prstGeom prst="rect">
              <a:avLst/>
            </a:prstGeom>
          </p:spPr>
          <p:txBody>
            <a:bodyPr vert="horz" wrap="square" lIns="0" tIns="12700" rIns="0" bIns="0" rtlCol="0">
              <a:spAutoFit/>
            </a:bodyPr>
            <a:lstStyle/>
            <a:p>
              <a:pPr marL="12700">
                <a:lnSpc>
                  <a:spcPct val="100000"/>
                </a:lnSpc>
                <a:spcBef>
                  <a:spcPts val="100"/>
                </a:spcBef>
              </a:pPr>
              <a:r>
                <a:rPr sz="1400" dirty="0">
                  <a:latin typeface="Lucida Sans Unicode"/>
                  <a:cs typeface="Lucida Sans Unicode"/>
                </a:rPr>
                <a:t>draft</a:t>
              </a:r>
              <a:r>
                <a:rPr sz="1400" spc="25" dirty="0">
                  <a:latin typeface="Lucida Sans Unicode"/>
                  <a:cs typeface="Lucida Sans Unicode"/>
                </a:rPr>
                <a:t> </a:t>
              </a:r>
              <a:r>
                <a:rPr sz="1400" spc="-10" dirty="0">
                  <a:latin typeface="Lucida Sans Unicode"/>
                  <a:cs typeface="Lucida Sans Unicode"/>
                </a:rPr>
                <a:t>tokens</a:t>
              </a:r>
              <a:endParaRPr sz="1400" dirty="0">
                <a:latin typeface="Lucida Sans Unicode"/>
                <a:cs typeface="Lucida Sans Unicode"/>
              </a:endParaRPr>
            </a:p>
          </p:txBody>
        </p:sp>
        <p:sp>
          <p:nvSpPr>
            <p:cNvPr id="10" name="object 20">
              <a:extLst>
                <a:ext uri="{FF2B5EF4-FFF2-40B4-BE49-F238E27FC236}">
                  <a16:creationId xmlns:a16="http://schemas.microsoft.com/office/drawing/2014/main" id="{36A0A661-6823-C53C-DDF8-49EAA5C46F8F}"/>
                </a:ext>
              </a:extLst>
            </p:cNvPr>
            <p:cNvSpPr txBox="1"/>
            <p:nvPr/>
          </p:nvSpPr>
          <p:spPr>
            <a:xfrm>
              <a:off x="4660595" y="2107389"/>
              <a:ext cx="1559560" cy="208279"/>
            </a:xfrm>
            <a:prstGeom prst="rect">
              <a:avLst/>
            </a:prstGeom>
          </p:spPr>
          <p:txBody>
            <a:bodyPr vert="horz" wrap="square" lIns="0" tIns="12700" rIns="0" bIns="0" rtlCol="0">
              <a:spAutoFit/>
            </a:bodyPr>
            <a:lstStyle/>
            <a:p>
              <a:pPr marL="12700">
                <a:lnSpc>
                  <a:spcPct val="100000"/>
                </a:lnSpc>
                <a:spcBef>
                  <a:spcPts val="100"/>
                </a:spcBef>
              </a:pPr>
              <a:r>
                <a:rPr sz="1200" dirty="0">
                  <a:solidFill>
                    <a:srgbClr val="F65B66"/>
                  </a:solidFill>
                  <a:latin typeface="Lucida Sans Unicode"/>
                  <a:cs typeface="Lucida Sans Unicode"/>
                </a:rPr>
                <a:t>checking</a:t>
              </a:r>
              <a:r>
                <a:rPr sz="1200" spc="65" dirty="0">
                  <a:solidFill>
                    <a:srgbClr val="F65B66"/>
                  </a:solidFill>
                  <a:latin typeface="Lucida Sans Unicode"/>
                  <a:cs typeface="Lucida Sans Unicode"/>
                </a:rPr>
                <a:t> </a:t>
              </a:r>
              <a:r>
                <a:rPr sz="1200" spc="-20" dirty="0">
                  <a:solidFill>
                    <a:srgbClr val="F65B66"/>
                  </a:solidFill>
                  <a:latin typeface="Lucida Sans Unicode"/>
                  <a:cs typeface="Lucida Sans Unicode"/>
                </a:rPr>
                <a:t>is</a:t>
              </a:r>
              <a:r>
                <a:rPr sz="1200" spc="65" dirty="0">
                  <a:solidFill>
                    <a:srgbClr val="F65B66"/>
                  </a:solidFill>
                  <a:latin typeface="Lucida Sans Unicode"/>
                  <a:cs typeface="Lucida Sans Unicode"/>
                </a:rPr>
                <a:t> </a:t>
              </a:r>
              <a:r>
                <a:rPr sz="1200" spc="55" dirty="0">
                  <a:solidFill>
                    <a:srgbClr val="F65B66"/>
                  </a:solidFill>
                  <a:latin typeface="Lucida Sans Unicode"/>
                  <a:cs typeface="Lucida Sans Unicode"/>
                </a:rPr>
                <a:t>cheaper</a:t>
              </a:r>
              <a:endParaRPr sz="1200" dirty="0">
                <a:latin typeface="Lucida Sans Unicode"/>
                <a:cs typeface="Lucida Sans Unicode"/>
              </a:endParaRPr>
            </a:p>
          </p:txBody>
        </p:sp>
        <p:pic>
          <p:nvPicPr>
            <p:cNvPr id="11" name="object 22">
              <a:extLst>
                <a:ext uri="{FF2B5EF4-FFF2-40B4-BE49-F238E27FC236}">
                  <a16:creationId xmlns:a16="http://schemas.microsoft.com/office/drawing/2014/main" id="{34821104-0428-0C0B-8D6E-0FFE662D344A}"/>
                </a:ext>
              </a:extLst>
            </p:cNvPr>
            <p:cNvPicPr/>
            <p:nvPr/>
          </p:nvPicPr>
          <p:blipFill>
            <a:blip r:embed="rId7" cstate="print"/>
            <a:stretch>
              <a:fillRect/>
            </a:stretch>
          </p:blipFill>
          <p:spPr>
            <a:xfrm>
              <a:off x="4572000" y="1687087"/>
              <a:ext cx="443483" cy="457199"/>
            </a:xfrm>
            <a:prstGeom prst="rect">
              <a:avLst/>
            </a:prstGeom>
          </p:spPr>
        </p:pic>
      </p:grpSp>
      <p:grpSp>
        <p:nvGrpSpPr>
          <p:cNvPr id="25" name="Group 24">
            <a:extLst>
              <a:ext uri="{FF2B5EF4-FFF2-40B4-BE49-F238E27FC236}">
                <a16:creationId xmlns:a16="http://schemas.microsoft.com/office/drawing/2014/main" id="{8583AE3D-364D-8484-924F-2AE22226092E}"/>
              </a:ext>
            </a:extLst>
          </p:cNvPr>
          <p:cNvGrpSpPr/>
          <p:nvPr/>
        </p:nvGrpSpPr>
        <p:grpSpPr>
          <a:xfrm>
            <a:off x="7808814" y="3934592"/>
            <a:ext cx="3316427" cy="1877695"/>
            <a:chOff x="3062662" y="1502927"/>
            <a:chExt cx="3316427" cy="1877695"/>
          </a:xfrm>
        </p:grpSpPr>
        <p:sp>
          <p:nvSpPr>
            <p:cNvPr id="26" name="object 2">
              <a:extLst>
                <a:ext uri="{FF2B5EF4-FFF2-40B4-BE49-F238E27FC236}">
                  <a16:creationId xmlns:a16="http://schemas.microsoft.com/office/drawing/2014/main" id="{3CA521BB-4A01-4503-C6CB-64C105A817BC}"/>
                </a:ext>
              </a:extLst>
            </p:cNvPr>
            <p:cNvSpPr txBox="1"/>
            <p:nvPr/>
          </p:nvSpPr>
          <p:spPr>
            <a:xfrm>
              <a:off x="3062662" y="1999600"/>
              <a:ext cx="872490" cy="873125"/>
            </a:xfrm>
            <a:prstGeom prst="rect">
              <a:avLst/>
            </a:prstGeom>
            <a:solidFill>
              <a:srgbClr val="E3C1E1"/>
            </a:solidFill>
            <a:ln w="16249">
              <a:solidFill>
                <a:srgbClr val="000000"/>
              </a:solidFill>
            </a:ln>
          </p:spPr>
          <p:txBody>
            <a:bodyPr vert="horz" wrap="square" lIns="0" tIns="53975" rIns="0" bIns="0" rtlCol="0">
              <a:spAutoFit/>
            </a:bodyPr>
            <a:lstStyle/>
            <a:p>
              <a:pPr>
                <a:lnSpc>
                  <a:spcPct val="100000"/>
                </a:lnSpc>
                <a:spcBef>
                  <a:spcPts val="425"/>
                </a:spcBef>
              </a:pPr>
              <a:endParaRPr sz="1250">
                <a:latin typeface="Times New Roman"/>
                <a:cs typeface="Times New Roman"/>
              </a:endParaRPr>
            </a:p>
            <a:p>
              <a:pPr marL="183515" marR="175260" indent="43180">
                <a:lnSpc>
                  <a:spcPct val="101200"/>
                </a:lnSpc>
              </a:pPr>
              <a:r>
                <a:rPr sz="1250" spc="-10" dirty="0">
                  <a:solidFill>
                    <a:srgbClr val="434343"/>
                  </a:solidFill>
                  <a:latin typeface="Arial Black"/>
                  <a:cs typeface="Arial Black"/>
                </a:rPr>
                <a:t>Draft </a:t>
              </a:r>
              <a:r>
                <a:rPr sz="1250" spc="-40" dirty="0">
                  <a:solidFill>
                    <a:srgbClr val="434343"/>
                  </a:solidFill>
                  <a:latin typeface="Arial Black"/>
                  <a:cs typeface="Arial Black"/>
                </a:rPr>
                <a:t>Model</a:t>
              </a:r>
              <a:endParaRPr sz="1250">
                <a:latin typeface="Arial Black"/>
                <a:cs typeface="Arial Black"/>
              </a:endParaRPr>
            </a:p>
          </p:txBody>
        </p:sp>
        <p:grpSp>
          <p:nvGrpSpPr>
            <p:cNvPr id="27" name="object 3">
              <a:extLst>
                <a:ext uri="{FF2B5EF4-FFF2-40B4-BE49-F238E27FC236}">
                  <a16:creationId xmlns:a16="http://schemas.microsoft.com/office/drawing/2014/main" id="{E32315BD-A2E1-CA44-0E28-2875EBDBEE67}"/>
                </a:ext>
              </a:extLst>
            </p:cNvPr>
            <p:cNvGrpSpPr/>
            <p:nvPr/>
          </p:nvGrpSpPr>
          <p:grpSpPr>
            <a:xfrm>
              <a:off x="3930300" y="2420730"/>
              <a:ext cx="562610" cy="41275"/>
              <a:chOff x="3930300" y="2420730"/>
              <a:chExt cx="562610" cy="41275"/>
            </a:xfrm>
          </p:grpSpPr>
          <p:sp>
            <p:nvSpPr>
              <p:cNvPr id="40" name="object 4">
                <a:extLst>
                  <a:ext uri="{FF2B5EF4-FFF2-40B4-BE49-F238E27FC236}">
                    <a16:creationId xmlns:a16="http://schemas.microsoft.com/office/drawing/2014/main" id="{410ED4D9-D54D-D5FE-619B-BF21DA19AE30}"/>
                  </a:ext>
                </a:extLst>
              </p:cNvPr>
              <p:cNvSpPr/>
              <p:nvPr/>
            </p:nvSpPr>
            <p:spPr>
              <a:xfrm>
                <a:off x="3935062" y="2436100"/>
                <a:ext cx="509270" cy="5715"/>
              </a:xfrm>
              <a:custGeom>
                <a:avLst/>
                <a:gdLst/>
                <a:ahLst/>
                <a:cxnLst/>
                <a:rect l="l" t="t" r="r" b="b"/>
                <a:pathLst>
                  <a:path w="509270" h="5714">
                    <a:moveTo>
                      <a:pt x="0" y="0"/>
                    </a:moveTo>
                    <a:lnTo>
                      <a:pt x="509252" y="5124"/>
                    </a:lnTo>
                  </a:path>
                </a:pathLst>
              </a:custGeom>
              <a:ln w="9524">
                <a:solidFill>
                  <a:srgbClr val="595959"/>
                </a:solidFill>
              </a:ln>
            </p:spPr>
            <p:txBody>
              <a:bodyPr wrap="square" lIns="0" tIns="0" rIns="0" bIns="0" rtlCol="0"/>
              <a:lstStyle/>
              <a:p>
                <a:endParaRPr/>
              </a:p>
            </p:txBody>
          </p:sp>
          <p:sp>
            <p:nvSpPr>
              <p:cNvPr id="41" name="object 5">
                <a:extLst>
                  <a:ext uri="{FF2B5EF4-FFF2-40B4-BE49-F238E27FC236}">
                    <a16:creationId xmlns:a16="http://schemas.microsoft.com/office/drawing/2014/main" id="{457201CD-1C75-1E0F-0972-12E75C3D30EE}"/>
                  </a:ext>
                </a:extLst>
              </p:cNvPr>
              <p:cNvSpPr/>
              <p:nvPr/>
            </p:nvSpPr>
            <p:spPr>
              <a:xfrm>
                <a:off x="4444157" y="2425493"/>
                <a:ext cx="43815" cy="31750"/>
              </a:xfrm>
              <a:custGeom>
                <a:avLst/>
                <a:gdLst/>
                <a:ahLst/>
                <a:cxnLst/>
                <a:rect l="l" t="t" r="r" b="b"/>
                <a:pathLst>
                  <a:path w="43814" h="31750">
                    <a:moveTo>
                      <a:pt x="0" y="31463"/>
                    </a:moveTo>
                    <a:lnTo>
                      <a:pt x="316" y="0"/>
                    </a:lnTo>
                    <a:lnTo>
                      <a:pt x="43381" y="16166"/>
                    </a:lnTo>
                    <a:lnTo>
                      <a:pt x="0" y="31463"/>
                    </a:lnTo>
                    <a:close/>
                  </a:path>
                </a:pathLst>
              </a:custGeom>
              <a:solidFill>
                <a:srgbClr val="595959"/>
              </a:solidFill>
            </p:spPr>
            <p:txBody>
              <a:bodyPr wrap="square" lIns="0" tIns="0" rIns="0" bIns="0" rtlCol="0"/>
              <a:lstStyle/>
              <a:p>
                <a:endParaRPr/>
              </a:p>
            </p:txBody>
          </p:sp>
          <p:sp>
            <p:nvSpPr>
              <p:cNvPr id="42" name="object 6">
                <a:extLst>
                  <a:ext uri="{FF2B5EF4-FFF2-40B4-BE49-F238E27FC236}">
                    <a16:creationId xmlns:a16="http://schemas.microsoft.com/office/drawing/2014/main" id="{F170B8CF-4449-0701-C453-BFB015D6CE06}"/>
                  </a:ext>
                </a:extLst>
              </p:cNvPr>
              <p:cNvSpPr/>
              <p:nvPr/>
            </p:nvSpPr>
            <p:spPr>
              <a:xfrm>
                <a:off x="4444157" y="2425493"/>
                <a:ext cx="43815" cy="31750"/>
              </a:xfrm>
              <a:custGeom>
                <a:avLst/>
                <a:gdLst/>
                <a:ahLst/>
                <a:cxnLst/>
                <a:rect l="l" t="t" r="r" b="b"/>
                <a:pathLst>
                  <a:path w="43814" h="31750">
                    <a:moveTo>
                      <a:pt x="0" y="31463"/>
                    </a:moveTo>
                    <a:lnTo>
                      <a:pt x="43381" y="16166"/>
                    </a:lnTo>
                    <a:lnTo>
                      <a:pt x="316" y="0"/>
                    </a:lnTo>
                    <a:lnTo>
                      <a:pt x="0" y="31463"/>
                    </a:lnTo>
                    <a:close/>
                  </a:path>
                </a:pathLst>
              </a:custGeom>
              <a:ln w="9524">
                <a:solidFill>
                  <a:srgbClr val="595959"/>
                </a:solidFill>
              </a:ln>
            </p:spPr>
            <p:txBody>
              <a:bodyPr wrap="square" lIns="0" tIns="0" rIns="0" bIns="0" rtlCol="0"/>
              <a:lstStyle/>
              <a:p>
                <a:endParaRPr/>
              </a:p>
            </p:txBody>
          </p:sp>
        </p:grpSp>
        <p:grpSp>
          <p:nvGrpSpPr>
            <p:cNvPr id="28" name="object 7">
              <a:extLst>
                <a:ext uri="{FF2B5EF4-FFF2-40B4-BE49-F238E27FC236}">
                  <a16:creationId xmlns:a16="http://schemas.microsoft.com/office/drawing/2014/main" id="{F092E7C6-D294-5C81-E0D0-356346B98718}"/>
                </a:ext>
              </a:extLst>
            </p:cNvPr>
            <p:cNvGrpSpPr/>
            <p:nvPr/>
          </p:nvGrpSpPr>
          <p:grpSpPr>
            <a:xfrm>
              <a:off x="4608626" y="2344778"/>
              <a:ext cx="1663700" cy="180975"/>
              <a:chOff x="4608626" y="2344778"/>
              <a:chExt cx="1663700" cy="180975"/>
            </a:xfrm>
          </p:grpSpPr>
          <p:sp>
            <p:nvSpPr>
              <p:cNvPr id="31" name="object 8">
                <a:extLst>
                  <a:ext uri="{FF2B5EF4-FFF2-40B4-BE49-F238E27FC236}">
                    <a16:creationId xmlns:a16="http://schemas.microsoft.com/office/drawing/2014/main" id="{2B82C0F6-DCB0-B133-1CB5-578DBD7196A0}"/>
                  </a:ext>
                </a:extLst>
              </p:cNvPr>
              <p:cNvSpPr/>
              <p:nvPr/>
            </p:nvSpPr>
            <p:spPr>
              <a:xfrm>
                <a:off x="5280289" y="2347531"/>
                <a:ext cx="302895" cy="175260"/>
              </a:xfrm>
              <a:custGeom>
                <a:avLst/>
                <a:gdLst/>
                <a:ahLst/>
                <a:cxnLst/>
                <a:rect l="l" t="t" r="r" b="b"/>
                <a:pathLst>
                  <a:path w="302895" h="175260">
                    <a:moveTo>
                      <a:pt x="273549" y="174899"/>
                    </a:moveTo>
                    <a:lnTo>
                      <a:pt x="29150" y="174899"/>
                    </a:lnTo>
                    <a:lnTo>
                      <a:pt x="17803" y="172609"/>
                    </a:lnTo>
                    <a:lnTo>
                      <a:pt x="8537" y="166362"/>
                    </a:lnTo>
                    <a:lnTo>
                      <a:pt x="2290" y="157096"/>
                    </a:lnTo>
                    <a:lnTo>
                      <a:pt x="0" y="145749"/>
                    </a:lnTo>
                    <a:lnTo>
                      <a:pt x="0" y="29150"/>
                    </a:lnTo>
                    <a:lnTo>
                      <a:pt x="2290" y="17803"/>
                    </a:lnTo>
                    <a:lnTo>
                      <a:pt x="8537" y="8538"/>
                    </a:lnTo>
                    <a:lnTo>
                      <a:pt x="17803" y="2290"/>
                    </a:lnTo>
                    <a:lnTo>
                      <a:pt x="29150" y="0"/>
                    </a:lnTo>
                    <a:lnTo>
                      <a:pt x="281280" y="0"/>
                    </a:lnTo>
                    <a:lnTo>
                      <a:pt x="288694" y="3071"/>
                    </a:lnTo>
                    <a:lnTo>
                      <a:pt x="299628" y="14004"/>
                    </a:lnTo>
                    <a:lnTo>
                      <a:pt x="302699" y="21419"/>
                    </a:lnTo>
                    <a:lnTo>
                      <a:pt x="302699" y="145749"/>
                    </a:lnTo>
                    <a:lnTo>
                      <a:pt x="300409" y="157096"/>
                    </a:lnTo>
                    <a:lnTo>
                      <a:pt x="294161" y="166362"/>
                    </a:lnTo>
                    <a:lnTo>
                      <a:pt x="284896" y="172609"/>
                    </a:lnTo>
                    <a:lnTo>
                      <a:pt x="273549" y="174899"/>
                    </a:lnTo>
                    <a:close/>
                  </a:path>
                </a:pathLst>
              </a:custGeom>
              <a:solidFill>
                <a:srgbClr val="E9F1F4"/>
              </a:solidFill>
            </p:spPr>
            <p:txBody>
              <a:bodyPr wrap="square" lIns="0" tIns="0" rIns="0" bIns="0" rtlCol="0"/>
              <a:lstStyle/>
              <a:p>
                <a:endParaRPr/>
              </a:p>
            </p:txBody>
          </p:sp>
          <p:sp>
            <p:nvSpPr>
              <p:cNvPr id="32" name="object 9">
                <a:extLst>
                  <a:ext uri="{FF2B5EF4-FFF2-40B4-BE49-F238E27FC236}">
                    <a16:creationId xmlns:a16="http://schemas.microsoft.com/office/drawing/2014/main" id="{27F1C3C0-EDE7-D01D-679A-59B8DBAB267A}"/>
                  </a:ext>
                </a:extLst>
              </p:cNvPr>
              <p:cNvSpPr/>
              <p:nvPr/>
            </p:nvSpPr>
            <p:spPr>
              <a:xfrm>
                <a:off x="5280289" y="2347531"/>
                <a:ext cx="302895" cy="175260"/>
              </a:xfrm>
              <a:custGeom>
                <a:avLst/>
                <a:gdLst/>
                <a:ahLst/>
                <a:cxnLst/>
                <a:rect l="l" t="t" r="r" b="b"/>
                <a:pathLst>
                  <a:path w="302895" h="175260">
                    <a:moveTo>
                      <a:pt x="0" y="29150"/>
                    </a:moveTo>
                    <a:lnTo>
                      <a:pt x="2290" y="17803"/>
                    </a:lnTo>
                    <a:lnTo>
                      <a:pt x="8537" y="8538"/>
                    </a:lnTo>
                    <a:lnTo>
                      <a:pt x="17803" y="2290"/>
                    </a:lnTo>
                    <a:lnTo>
                      <a:pt x="29150" y="0"/>
                    </a:lnTo>
                    <a:lnTo>
                      <a:pt x="273549" y="0"/>
                    </a:lnTo>
                    <a:lnTo>
                      <a:pt x="281280" y="0"/>
                    </a:lnTo>
                    <a:lnTo>
                      <a:pt x="288694" y="3071"/>
                    </a:lnTo>
                    <a:lnTo>
                      <a:pt x="294161" y="8537"/>
                    </a:lnTo>
                    <a:lnTo>
                      <a:pt x="299628" y="14004"/>
                    </a:lnTo>
                    <a:lnTo>
                      <a:pt x="302699" y="21419"/>
                    </a:lnTo>
                    <a:lnTo>
                      <a:pt x="302699" y="29150"/>
                    </a:lnTo>
                    <a:lnTo>
                      <a:pt x="302699" y="145749"/>
                    </a:lnTo>
                    <a:lnTo>
                      <a:pt x="300409" y="157096"/>
                    </a:lnTo>
                    <a:lnTo>
                      <a:pt x="294161" y="166362"/>
                    </a:lnTo>
                    <a:lnTo>
                      <a:pt x="284896" y="172609"/>
                    </a:lnTo>
                    <a:lnTo>
                      <a:pt x="273549" y="174899"/>
                    </a:lnTo>
                    <a:lnTo>
                      <a:pt x="29150" y="174899"/>
                    </a:lnTo>
                    <a:lnTo>
                      <a:pt x="17803" y="172609"/>
                    </a:lnTo>
                    <a:lnTo>
                      <a:pt x="8537" y="166362"/>
                    </a:lnTo>
                    <a:lnTo>
                      <a:pt x="2290" y="157096"/>
                    </a:lnTo>
                    <a:lnTo>
                      <a:pt x="0" y="145749"/>
                    </a:lnTo>
                    <a:lnTo>
                      <a:pt x="0" y="29150"/>
                    </a:lnTo>
                    <a:close/>
                  </a:path>
                </a:pathLst>
              </a:custGeom>
              <a:ln w="5474">
                <a:solidFill>
                  <a:srgbClr val="595959"/>
                </a:solidFill>
              </a:ln>
            </p:spPr>
            <p:txBody>
              <a:bodyPr wrap="square" lIns="0" tIns="0" rIns="0" bIns="0" rtlCol="0"/>
              <a:lstStyle/>
              <a:p>
                <a:endParaRPr/>
              </a:p>
            </p:txBody>
          </p:sp>
          <p:sp>
            <p:nvSpPr>
              <p:cNvPr id="33" name="object 10">
                <a:extLst>
                  <a:ext uri="{FF2B5EF4-FFF2-40B4-BE49-F238E27FC236}">
                    <a16:creationId xmlns:a16="http://schemas.microsoft.com/office/drawing/2014/main" id="{C68F94C5-DC3E-AB6B-0C85-C22F46BD5689}"/>
                  </a:ext>
                </a:extLst>
              </p:cNvPr>
              <p:cNvSpPr/>
              <p:nvPr/>
            </p:nvSpPr>
            <p:spPr>
              <a:xfrm>
                <a:off x="5622039" y="2347522"/>
                <a:ext cx="302895" cy="175260"/>
              </a:xfrm>
              <a:custGeom>
                <a:avLst/>
                <a:gdLst/>
                <a:ahLst/>
                <a:cxnLst/>
                <a:rect l="l" t="t" r="r" b="b"/>
                <a:pathLst>
                  <a:path w="302895" h="175260">
                    <a:moveTo>
                      <a:pt x="273549" y="174899"/>
                    </a:moveTo>
                    <a:lnTo>
                      <a:pt x="29150" y="174899"/>
                    </a:lnTo>
                    <a:lnTo>
                      <a:pt x="17803" y="172609"/>
                    </a:lnTo>
                    <a:lnTo>
                      <a:pt x="8537" y="166361"/>
                    </a:lnTo>
                    <a:lnTo>
                      <a:pt x="2290" y="157096"/>
                    </a:lnTo>
                    <a:lnTo>
                      <a:pt x="0" y="145749"/>
                    </a:lnTo>
                    <a:lnTo>
                      <a:pt x="0" y="29150"/>
                    </a:lnTo>
                    <a:lnTo>
                      <a:pt x="2290" y="17803"/>
                    </a:lnTo>
                    <a:lnTo>
                      <a:pt x="8537" y="8537"/>
                    </a:lnTo>
                    <a:lnTo>
                      <a:pt x="17803" y="2290"/>
                    </a:lnTo>
                    <a:lnTo>
                      <a:pt x="29150" y="0"/>
                    </a:lnTo>
                    <a:lnTo>
                      <a:pt x="281280" y="0"/>
                    </a:lnTo>
                    <a:lnTo>
                      <a:pt x="288694" y="3071"/>
                    </a:lnTo>
                    <a:lnTo>
                      <a:pt x="299628" y="14004"/>
                    </a:lnTo>
                    <a:lnTo>
                      <a:pt x="302699" y="21419"/>
                    </a:lnTo>
                    <a:lnTo>
                      <a:pt x="302699" y="145749"/>
                    </a:lnTo>
                    <a:lnTo>
                      <a:pt x="300409" y="157096"/>
                    </a:lnTo>
                    <a:lnTo>
                      <a:pt x="294161" y="166361"/>
                    </a:lnTo>
                    <a:lnTo>
                      <a:pt x="284896" y="172609"/>
                    </a:lnTo>
                    <a:lnTo>
                      <a:pt x="273549" y="174899"/>
                    </a:lnTo>
                    <a:close/>
                  </a:path>
                </a:pathLst>
              </a:custGeom>
              <a:solidFill>
                <a:srgbClr val="E9F1F4"/>
              </a:solidFill>
            </p:spPr>
            <p:txBody>
              <a:bodyPr wrap="square" lIns="0" tIns="0" rIns="0" bIns="0" rtlCol="0"/>
              <a:lstStyle/>
              <a:p>
                <a:endParaRPr/>
              </a:p>
            </p:txBody>
          </p:sp>
          <p:sp>
            <p:nvSpPr>
              <p:cNvPr id="34" name="object 11">
                <a:extLst>
                  <a:ext uri="{FF2B5EF4-FFF2-40B4-BE49-F238E27FC236}">
                    <a16:creationId xmlns:a16="http://schemas.microsoft.com/office/drawing/2014/main" id="{A9088063-69C9-A6B2-A915-8A89B1967A29}"/>
                  </a:ext>
                </a:extLst>
              </p:cNvPr>
              <p:cNvSpPr/>
              <p:nvPr/>
            </p:nvSpPr>
            <p:spPr>
              <a:xfrm>
                <a:off x="5622039" y="2347522"/>
                <a:ext cx="302895" cy="175260"/>
              </a:xfrm>
              <a:custGeom>
                <a:avLst/>
                <a:gdLst/>
                <a:ahLst/>
                <a:cxnLst/>
                <a:rect l="l" t="t" r="r" b="b"/>
                <a:pathLst>
                  <a:path w="302895" h="175260">
                    <a:moveTo>
                      <a:pt x="0" y="29150"/>
                    </a:moveTo>
                    <a:lnTo>
                      <a:pt x="2290" y="17803"/>
                    </a:lnTo>
                    <a:lnTo>
                      <a:pt x="8537" y="8537"/>
                    </a:lnTo>
                    <a:lnTo>
                      <a:pt x="17803" y="2290"/>
                    </a:lnTo>
                    <a:lnTo>
                      <a:pt x="29150" y="0"/>
                    </a:lnTo>
                    <a:lnTo>
                      <a:pt x="273549" y="0"/>
                    </a:lnTo>
                    <a:lnTo>
                      <a:pt x="281280" y="0"/>
                    </a:lnTo>
                    <a:lnTo>
                      <a:pt x="288694" y="3071"/>
                    </a:lnTo>
                    <a:lnTo>
                      <a:pt x="294161" y="8537"/>
                    </a:lnTo>
                    <a:lnTo>
                      <a:pt x="299628" y="14004"/>
                    </a:lnTo>
                    <a:lnTo>
                      <a:pt x="302699" y="21419"/>
                    </a:lnTo>
                    <a:lnTo>
                      <a:pt x="302699" y="29150"/>
                    </a:lnTo>
                    <a:lnTo>
                      <a:pt x="302699" y="145749"/>
                    </a:lnTo>
                    <a:lnTo>
                      <a:pt x="300409" y="157096"/>
                    </a:lnTo>
                    <a:lnTo>
                      <a:pt x="294161" y="166361"/>
                    </a:lnTo>
                    <a:lnTo>
                      <a:pt x="284896" y="172609"/>
                    </a:lnTo>
                    <a:lnTo>
                      <a:pt x="273549" y="174899"/>
                    </a:lnTo>
                    <a:lnTo>
                      <a:pt x="29150" y="174899"/>
                    </a:lnTo>
                    <a:lnTo>
                      <a:pt x="17803" y="172609"/>
                    </a:lnTo>
                    <a:lnTo>
                      <a:pt x="8537" y="166361"/>
                    </a:lnTo>
                    <a:lnTo>
                      <a:pt x="2290" y="157096"/>
                    </a:lnTo>
                    <a:lnTo>
                      <a:pt x="0" y="145749"/>
                    </a:lnTo>
                    <a:lnTo>
                      <a:pt x="0" y="29150"/>
                    </a:lnTo>
                    <a:close/>
                  </a:path>
                </a:pathLst>
              </a:custGeom>
              <a:ln w="5474">
                <a:solidFill>
                  <a:srgbClr val="595959"/>
                </a:solidFill>
              </a:ln>
            </p:spPr>
            <p:txBody>
              <a:bodyPr wrap="square" lIns="0" tIns="0" rIns="0" bIns="0" rtlCol="0"/>
              <a:lstStyle/>
              <a:p>
                <a:endParaRPr/>
              </a:p>
            </p:txBody>
          </p:sp>
          <p:sp>
            <p:nvSpPr>
              <p:cNvPr id="35" name="object 12">
                <a:extLst>
                  <a:ext uri="{FF2B5EF4-FFF2-40B4-BE49-F238E27FC236}">
                    <a16:creationId xmlns:a16="http://schemas.microsoft.com/office/drawing/2014/main" id="{43066E65-FD74-E3AF-1C9C-3B32ACC729C1}"/>
                  </a:ext>
                </a:extLst>
              </p:cNvPr>
              <p:cNvSpPr/>
              <p:nvPr/>
            </p:nvSpPr>
            <p:spPr>
              <a:xfrm>
                <a:off x="5966414" y="2347523"/>
                <a:ext cx="302895" cy="175260"/>
              </a:xfrm>
              <a:custGeom>
                <a:avLst/>
                <a:gdLst/>
                <a:ahLst/>
                <a:cxnLst/>
                <a:rect l="l" t="t" r="r" b="b"/>
                <a:pathLst>
                  <a:path w="302895" h="175260">
                    <a:moveTo>
                      <a:pt x="273549" y="174899"/>
                    </a:moveTo>
                    <a:lnTo>
                      <a:pt x="29150" y="174899"/>
                    </a:lnTo>
                    <a:lnTo>
                      <a:pt x="17803" y="172609"/>
                    </a:lnTo>
                    <a:lnTo>
                      <a:pt x="8537" y="166361"/>
                    </a:lnTo>
                    <a:lnTo>
                      <a:pt x="2290" y="157096"/>
                    </a:lnTo>
                    <a:lnTo>
                      <a:pt x="0" y="145749"/>
                    </a:lnTo>
                    <a:lnTo>
                      <a:pt x="0" y="29150"/>
                    </a:lnTo>
                    <a:lnTo>
                      <a:pt x="2290" y="17803"/>
                    </a:lnTo>
                    <a:lnTo>
                      <a:pt x="8537" y="8537"/>
                    </a:lnTo>
                    <a:lnTo>
                      <a:pt x="17803" y="2290"/>
                    </a:lnTo>
                    <a:lnTo>
                      <a:pt x="29150" y="0"/>
                    </a:lnTo>
                    <a:lnTo>
                      <a:pt x="281280" y="0"/>
                    </a:lnTo>
                    <a:lnTo>
                      <a:pt x="288694" y="3070"/>
                    </a:lnTo>
                    <a:lnTo>
                      <a:pt x="299628" y="14004"/>
                    </a:lnTo>
                    <a:lnTo>
                      <a:pt x="302699" y="21419"/>
                    </a:lnTo>
                    <a:lnTo>
                      <a:pt x="302699" y="145749"/>
                    </a:lnTo>
                    <a:lnTo>
                      <a:pt x="300409" y="157096"/>
                    </a:lnTo>
                    <a:lnTo>
                      <a:pt x="294161" y="166361"/>
                    </a:lnTo>
                    <a:lnTo>
                      <a:pt x="284896" y="172609"/>
                    </a:lnTo>
                    <a:lnTo>
                      <a:pt x="273549" y="174899"/>
                    </a:lnTo>
                    <a:close/>
                  </a:path>
                </a:pathLst>
              </a:custGeom>
              <a:solidFill>
                <a:srgbClr val="E9F1F4"/>
              </a:solidFill>
            </p:spPr>
            <p:txBody>
              <a:bodyPr wrap="square" lIns="0" tIns="0" rIns="0" bIns="0" rtlCol="0"/>
              <a:lstStyle/>
              <a:p>
                <a:endParaRPr/>
              </a:p>
            </p:txBody>
          </p:sp>
          <p:pic>
            <p:nvPicPr>
              <p:cNvPr id="36" name="object 13">
                <a:extLst>
                  <a:ext uri="{FF2B5EF4-FFF2-40B4-BE49-F238E27FC236}">
                    <a16:creationId xmlns:a16="http://schemas.microsoft.com/office/drawing/2014/main" id="{60EDCA99-B1DA-DBA2-F980-78CDFC9A1C9A}"/>
                  </a:ext>
                </a:extLst>
              </p:cNvPr>
              <p:cNvPicPr/>
              <p:nvPr/>
            </p:nvPicPr>
            <p:blipFill>
              <a:blip r:embed="rId4" cstate="print"/>
              <a:stretch>
                <a:fillRect/>
              </a:stretch>
            </p:blipFill>
            <p:spPr>
              <a:xfrm>
                <a:off x="4943076" y="2344778"/>
                <a:ext cx="308174" cy="180374"/>
              </a:xfrm>
              <a:prstGeom prst="rect">
                <a:avLst/>
              </a:prstGeom>
            </p:spPr>
          </p:pic>
          <p:sp>
            <p:nvSpPr>
              <p:cNvPr id="37" name="object 14">
                <a:extLst>
                  <a:ext uri="{FF2B5EF4-FFF2-40B4-BE49-F238E27FC236}">
                    <a16:creationId xmlns:a16="http://schemas.microsoft.com/office/drawing/2014/main" id="{0283E149-D321-C51F-447E-1B8C6E819DE3}"/>
                  </a:ext>
                </a:extLst>
              </p:cNvPr>
              <p:cNvSpPr/>
              <p:nvPr/>
            </p:nvSpPr>
            <p:spPr>
              <a:xfrm>
                <a:off x="5966414" y="2347523"/>
                <a:ext cx="302895" cy="175260"/>
              </a:xfrm>
              <a:custGeom>
                <a:avLst/>
                <a:gdLst/>
                <a:ahLst/>
                <a:cxnLst/>
                <a:rect l="l" t="t" r="r" b="b"/>
                <a:pathLst>
                  <a:path w="302895" h="175260">
                    <a:moveTo>
                      <a:pt x="0" y="29150"/>
                    </a:moveTo>
                    <a:lnTo>
                      <a:pt x="2290" y="17803"/>
                    </a:lnTo>
                    <a:lnTo>
                      <a:pt x="8537" y="8537"/>
                    </a:lnTo>
                    <a:lnTo>
                      <a:pt x="17803" y="2290"/>
                    </a:lnTo>
                    <a:lnTo>
                      <a:pt x="29150" y="0"/>
                    </a:lnTo>
                    <a:lnTo>
                      <a:pt x="273549" y="0"/>
                    </a:lnTo>
                    <a:lnTo>
                      <a:pt x="281280" y="0"/>
                    </a:lnTo>
                    <a:lnTo>
                      <a:pt x="288694" y="3070"/>
                    </a:lnTo>
                    <a:lnTo>
                      <a:pt x="294161" y="8537"/>
                    </a:lnTo>
                    <a:lnTo>
                      <a:pt x="299628" y="14004"/>
                    </a:lnTo>
                    <a:lnTo>
                      <a:pt x="302699" y="21419"/>
                    </a:lnTo>
                    <a:lnTo>
                      <a:pt x="302699" y="29150"/>
                    </a:lnTo>
                    <a:lnTo>
                      <a:pt x="302699" y="145749"/>
                    </a:lnTo>
                    <a:lnTo>
                      <a:pt x="300409" y="157096"/>
                    </a:lnTo>
                    <a:lnTo>
                      <a:pt x="294161" y="166361"/>
                    </a:lnTo>
                    <a:lnTo>
                      <a:pt x="284896" y="172609"/>
                    </a:lnTo>
                    <a:lnTo>
                      <a:pt x="273549" y="174899"/>
                    </a:lnTo>
                    <a:lnTo>
                      <a:pt x="29150" y="174899"/>
                    </a:lnTo>
                    <a:lnTo>
                      <a:pt x="17803" y="172609"/>
                    </a:lnTo>
                    <a:lnTo>
                      <a:pt x="8537" y="166361"/>
                    </a:lnTo>
                    <a:lnTo>
                      <a:pt x="2290" y="157096"/>
                    </a:lnTo>
                    <a:lnTo>
                      <a:pt x="0" y="145749"/>
                    </a:lnTo>
                    <a:lnTo>
                      <a:pt x="0" y="29150"/>
                    </a:lnTo>
                    <a:close/>
                  </a:path>
                </a:pathLst>
              </a:custGeom>
              <a:ln w="5474">
                <a:solidFill>
                  <a:srgbClr val="595959"/>
                </a:solidFill>
              </a:ln>
            </p:spPr>
            <p:txBody>
              <a:bodyPr wrap="square" lIns="0" tIns="0" rIns="0" bIns="0" rtlCol="0"/>
              <a:lstStyle/>
              <a:p>
                <a:endParaRPr/>
              </a:p>
            </p:txBody>
          </p:sp>
          <p:pic>
            <p:nvPicPr>
              <p:cNvPr id="38" name="object 15">
                <a:extLst>
                  <a:ext uri="{FF2B5EF4-FFF2-40B4-BE49-F238E27FC236}">
                    <a16:creationId xmlns:a16="http://schemas.microsoft.com/office/drawing/2014/main" id="{DA0D88FC-867A-3371-1575-6489C7EE5332}"/>
                  </a:ext>
                </a:extLst>
              </p:cNvPr>
              <p:cNvPicPr/>
              <p:nvPr/>
            </p:nvPicPr>
            <p:blipFill>
              <a:blip r:embed="rId5" cstate="print"/>
              <a:stretch>
                <a:fillRect/>
              </a:stretch>
            </p:blipFill>
            <p:spPr>
              <a:xfrm>
                <a:off x="4608626" y="2344787"/>
                <a:ext cx="308174" cy="180374"/>
              </a:xfrm>
              <a:prstGeom prst="rect">
                <a:avLst/>
              </a:prstGeom>
            </p:spPr>
          </p:pic>
          <p:pic>
            <p:nvPicPr>
              <p:cNvPr id="39" name="object 16">
                <a:extLst>
                  <a:ext uri="{FF2B5EF4-FFF2-40B4-BE49-F238E27FC236}">
                    <a16:creationId xmlns:a16="http://schemas.microsoft.com/office/drawing/2014/main" id="{77A78C83-31A9-C7E6-67F9-3F2E7441DB93}"/>
                  </a:ext>
                </a:extLst>
              </p:cNvPr>
              <p:cNvPicPr/>
              <p:nvPr/>
            </p:nvPicPr>
            <p:blipFill>
              <a:blip r:embed="rId8" cstate="print"/>
              <a:stretch>
                <a:fillRect/>
              </a:stretch>
            </p:blipFill>
            <p:spPr>
              <a:xfrm>
                <a:off x="5352796" y="2348661"/>
                <a:ext cx="174317" cy="174899"/>
              </a:xfrm>
              <a:prstGeom prst="rect">
                <a:avLst/>
              </a:prstGeom>
            </p:spPr>
          </p:pic>
        </p:grpSp>
        <p:pic>
          <p:nvPicPr>
            <p:cNvPr id="29" name="object 18">
              <a:extLst>
                <a:ext uri="{FF2B5EF4-FFF2-40B4-BE49-F238E27FC236}">
                  <a16:creationId xmlns:a16="http://schemas.microsoft.com/office/drawing/2014/main" id="{D47B25E0-2599-959F-42F1-558905E5EF96}"/>
                </a:ext>
              </a:extLst>
            </p:cNvPr>
            <p:cNvPicPr/>
            <p:nvPr/>
          </p:nvPicPr>
          <p:blipFill>
            <a:blip r:embed="rId7" cstate="print"/>
            <a:stretch>
              <a:fillRect/>
            </a:stretch>
          </p:blipFill>
          <p:spPr>
            <a:xfrm>
              <a:off x="4572000" y="1687087"/>
              <a:ext cx="443483" cy="457199"/>
            </a:xfrm>
            <a:prstGeom prst="rect">
              <a:avLst/>
            </a:prstGeom>
          </p:spPr>
        </p:pic>
        <p:sp>
          <p:nvSpPr>
            <p:cNvPr id="30" name="object 19">
              <a:extLst>
                <a:ext uri="{FF2B5EF4-FFF2-40B4-BE49-F238E27FC236}">
                  <a16:creationId xmlns:a16="http://schemas.microsoft.com/office/drawing/2014/main" id="{046448D1-6FDE-889D-728C-25AE345558CF}"/>
                </a:ext>
              </a:extLst>
            </p:cNvPr>
            <p:cNvSpPr txBox="1"/>
            <p:nvPr/>
          </p:nvSpPr>
          <p:spPr>
            <a:xfrm>
              <a:off x="4501394" y="1502927"/>
              <a:ext cx="1877695" cy="1877695"/>
            </a:xfrm>
            <a:prstGeom prst="rect">
              <a:avLst/>
            </a:prstGeom>
            <a:ln w="24374">
              <a:solidFill>
                <a:srgbClr val="000000"/>
              </a:solidFill>
            </a:ln>
          </p:spPr>
          <p:txBody>
            <a:bodyPr vert="horz" wrap="square" lIns="0" tIns="0" rIns="0" bIns="0" rtlCol="0">
              <a:spAutoFit/>
            </a:bodyPr>
            <a:lstStyle/>
            <a:p>
              <a:pPr algn="ctr">
                <a:lnSpc>
                  <a:spcPts val="1600"/>
                </a:lnSpc>
              </a:pPr>
              <a:r>
                <a:rPr sz="1350" spc="-50" dirty="0">
                  <a:solidFill>
                    <a:srgbClr val="434343"/>
                  </a:solidFill>
                  <a:latin typeface="Arial Black"/>
                  <a:cs typeface="Arial Black"/>
                </a:rPr>
                <a:t>Target</a:t>
              </a:r>
              <a:r>
                <a:rPr sz="1350" spc="-110" dirty="0">
                  <a:solidFill>
                    <a:srgbClr val="434343"/>
                  </a:solidFill>
                  <a:latin typeface="Arial Black"/>
                  <a:cs typeface="Arial Black"/>
                </a:rPr>
                <a:t> </a:t>
              </a:r>
              <a:r>
                <a:rPr sz="1350" spc="-10" dirty="0">
                  <a:solidFill>
                    <a:srgbClr val="434343"/>
                  </a:solidFill>
                  <a:latin typeface="Arial Black"/>
                  <a:cs typeface="Arial Black"/>
                </a:rPr>
                <a:t>Model</a:t>
              </a:r>
              <a:endParaRPr sz="1350" dirty="0">
                <a:latin typeface="Arial Black"/>
                <a:cs typeface="Arial Black"/>
              </a:endParaRPr>
            </a:p>
            <a:p>
              <a:pPr>
                <a:lnSpc>
                  <a:spcPct val="100000"/>
                </a:lnSpc>
                <a:spcBef>
                  <a:spcPts val="1360"/>
                </a:spcBef>
              </a:pPr>
              <a:endParaRPr sz="1350" dirty="0">
                <a:latin typeface="Arial Black"/>
                <a:cs typeface="Arial Black"/>
              </a:endParaRPr>
            </a:p>
            <a:p>
              <a:pPr algn="ctr">
                <a:lnSpc>
                  <a:spcPct val="100000"/>
                </a:lnSpc>
              </a:pPr>
              <a:r>
                <a:rPr sz="1200" spc="-10" dirty="0">
                  <a:solidFill>
                    <a:srgbClr val="F65B66"/>
                  </a:solidFill>
                  <a:latin typeface="Lucida Sans Unicode"/>
                  <a:cs typeface="Lucida Sans Unicode"/>
                </a:rPr>
                <a:t>resample</a:t>
              </a:r>
              <a:endParaRPr sz="1200" dirty="0">
                <a:latin typeface="Lucida Sans Unicode"/>
                <a:cs typeface="Lucida Sans Unicode"/>
              </a:endParaRPr>
            </a:p>
            <a:p>
              <a:pPr>
                <a:lnSpc>
                  <a:spcPct val="100000"/>
                </a:lnSpc>
                <a:spcBef>
                  <a:spcPts val="710"/>
                </a:spcBef>
              </a:pPr>
              <a:endParaRPr sz="1200" dirty="0">
                <a:latin typeface="Lucida Sans Unicode"/>
                <a:cs typeface="Lucida Sans Unicode"/>
              </a:endParaRPr>
            </a:p>
            <a:p>
              <a:pPr marR="8890" algn="ctr">
                <a:lnSpc>
                  <a:spcPct val="100000"/>
                </a:lnSpc>
              </a:pPr>
              <a:r>
                <a:rPr sz="1400" dirty="0">
                  <a:latin typeface="Lucida Sans Unicode"/>
                  <a:cs typeface="Lucida Sans Unicode"/>
                </a:rPr>
                <a:t>draft</a:t>
              </a:r>
              <a:r>
                <a:rPr sz="1400" spc="25" dirty="0">
                  <a:latin typeface="Lucida Sans Unicode"/>
                  <a:cs typeface="Lucida Sans Unicode"/>
                </a:rPr>
                <a:t> </a:t>
              </a:r>
              <a:r>
                <a:rPr sz="1400" spc="-10" dirty="0">
                  <a:latin typeface="Lucida Sans Unicode"/>
                  <a:cs typeface="Lucida Sans Unicode"/>
                </a:rPr>
                <a:t>tokens</a:t>
              </a:r>
              <a:endParaRPr sz="1400" dirty="0">
                <a:latin typeface="Lucida Sans Unicode"/>
                <a:cs typeface="Lucida Sans Unicode"/>
              </a:endParaRPr>
            </a:p>
          </p:txBody>
        </p:sp>
      </p:grpSp>
      <p:sp>
        <p:nvSpPr>
          <p:cNvPr id="43" name="TextBox 42">
            <a:extLst>
              <a:ext uri="{FF2B5EF4-FFF2-40B4-BE49-F238E27FC236}">
                <a16:creationId xmlns:a16="http://schemas.microsoft.com/office/drawing/2014/main" id="{B33907E5-F298-C967-3107-FF5F7B8DA978}"/>
              </a:ext>
            </a:extLst>
          </p:cNvPr>
          <p:cNvSpPr txBox="1"/>
          <p:nvPr/>
        </p:nvSpPr>
        <p:spPr>
          <a:xfrm>
            <a:off x="4571574" y="1590678"/>
            <a:ext cx="2813277" cy="3477875"/>
          </a:xfrm>
          <a:prstGeom prst="rect">
            <a:avLst/>
          </a:prstGeom>
          <a:solidFill>
            <a:schemeClr val="tx2">
              <a:lumMod val="20000"/>
              <a:lumOff val="80000"/>
            </a:schemeClr>
          </a:solidFill>
        </p:spPr>
        <p:txBody>
          <a:bodyPr wrap="square">
            <a:spAutoFit/>
          </a:bodyPr>
          <a:lstStyle/>
          <a:p>
            <a:pPr marL="285750" indent="-285750">
              <a:buFont typeface="Arial" panose="020B0604020202020204" pitchFamily="34" charset="0"/>
              <a:buChar char="•"/>
            </a:pPr>
            <a:r>
              <a:rPr lang="en-US" sz="2000" dirty="0"/>
              <a:t>A small, cheap </a:t>
            </a:r>
            <a:r>
              <a:rPr lang="en-US" sz="2000" i="1" dirty="0"/>
              <a:t>draft model</a:t>
            </a:r>
            <a:r>
              <a:rPr lang="en-US" sz="2000" dirty="0"/>
              <a:t> guesses next few tokens</a:t>
            </a:r>
          </a:p>
          <a:p>
            <a:pPr marL="285750" indent="-285750">
              <a:buFont typeface="Arial" panose="020B0604020202020204" pitchFamily="34" charset="0"/>
              <a:buChar char="•"/>
            </a:pPr>
            <a:r>
              <a:rPr lang="en-US" sz="2000" dirty="0"/>
              <a:t>Large </a:t>
            </a:r>
            <a:r>
              <a:rPr lang="en-US" sz="2000" i="1" dirty="0"/>
              <a:t>target model</a:t>
            </a:r>
            <a:r>
              <a:rPr lang="en-US" sz="2000" dirty="0"/>
              <a:t> then checks all the guesses in a single forward pass</a:t>
            </a:r>
          </a:p>
          <a:p>
            <a:pPr marL="285750" indent="-285750">
              <a:buFont typeface="Arial" panose="020B0604020202020204" pitchFamily="34" charset="0"/>
              <a:buChar char="•"/>
            </a:pPr>
            <a:r>
              <a:rPr lang="en-US" sz="2000" dirty="0"/>
              <a:t> We keep the guesses the target agrees with and fix the first one it doesn't.</a:t>
            </a:r>
          </a:p>
        </p:txBody>
      </p:sp>
      <p:sp>
        <p:nvSpPr>
          <p:cNvPr id="3" name="object 3">
            <a:extLst>
              <a:ext uri="{FF2B5EF4-FFF2-40B4-BE49-F238E27FC236}">
                <a16:creationId xmlns:a16="http://schemas.microsoft.com/office/drawing/2014/main" id="{50357C90-A8B1-95E0-FD2E-EF79844157A3}"/>
              </a:ext>
            </a:extLst>
          </p:cNvPr>
          <p:cNvSpPr txBox="1"/>
          <p:nvPr/>
        </p:nvSpPr>
        <p:spPr>
          <a:xfrm>
            <a:off x="110940" y="1895857"/>
            <a:ext cx="4168140" cy="304421"/>
          </a:xfrm>
          <a:prstGeom prst="rect">
            <a:avLst/>
          </a:prstGeom>
        </p:spPr>
        <p:txBody>
          <a:bodyPr vert="horz" wrap="square" lIns="0" tIns="16933" rIns="0" bIns="0" rtlCol="0">
            <a:spAutoFit/>
          </a:bodyPr>
          <a:lstStyle/>
          <a:p>
            <a:pPr marL="16933">
              <a:spcBef>
                <a:spcPts val="133"/>
              </a:spcBef>
            </a:pPr>
            <a:r>
              <a:rPr sz="1867" spc="-100" dirty="0">
                <a:solidFill>
                  <a:srgbClr val="F65B66"/>
                </a:solidFill>
                <a:latin typeface="Arial Black"/>
                <a:cs typeface="Arial Black"/>
              </a:rPr>
              <a:t>A</a:t>
            </a:r>
            <a:r>
              <a:rPr sz="1867" spc="-193" dirty="0">
                <a:solidFill>
                  <a:srgbClr val="F65B66"/>
                </a:solidFill>
                <a:latin typeface="Arial Black"/>
                <a:cs typeface="Arial Black"/>
              </a:rPr>
              <a:t> </a:t>
            </a:r>
            <a:r>
              <a:rPr sz="1867" spc="-33" dirty="0">
                <a:solidFill>
                  <a:srgbClr val="F65B66"/>
                </a:solidFill>
                <a:latin typeface="Arial Black"/>
                <a:cs typeface="Arial Black"/>
              </a:rPr>
              <a:t>small</a:t>
            </a:r>
            <a:r>
              <a:rPr sz="1867" spc="-193" dirty="0">
                <a:solidFill>
                  <a:srgbClr val="F65B66"/>
                </a:solidFill>
                <a:latin typeface="Arial Black"/>
                <a:cs typeface="Arial Black"/>
              </a:rPr>
              <a:t> </a:t>
            </a:r>
            <a:r>
              <a:rPr sz="1867" spc="-33" dirty="0">
                <a:solidFill>
                  <a:srgbClr val="F65B66"/>
                </a:solidFill>
                <a:latin typeface="Arial Black"/>
                <a:cs typeface="Arial Black"/>
              </a:rPr>
              <a:t>model</a:t>
            </a:r>
            <a:r>
              <a:rPr sz="1867" spc="-193" dirty="0">
                <a:solidFill>
                  <a:srgbClr val="F65B66"/>
                </a:solidFill>
                <a:latin typeface="Arial Black"/>
                <a:cs typeface="Arial Black"/>
              </a:rPr>
              <a:t> </a:t>
            </a:r>
            <a:r>
              <a:rPr sz="1867" spc="-53" dirty="0">
                <a:solidFill>
                  <a:srgbClr val="F65B66"/>
                </a:solidFill>
                <a:latin typeface="Arial Black"/>
                <a:cs typeface="Arial Black"/>
              </a:rPr>
              <a:t>could</a:t>
            </a:r>
            <a:r>
              <a:rPr sz="1867" spc="-187" dirty="0">
                <a:solidFill>
                  <a:srgbClr val="F65B66"/>
                </a:solidFill>
                <a:latin typeface="Arial Black"/>
                <a:cs typeface="Arial Black"/>
              </a:rPr>
              <a:t> </a:t>
            </a:r>
            <a:r>
              <a:rPr sz="1867" spc="-60" dirty="0">
                <a:solidFill>
                  <a:srgbClr val="F65B66"/>
                </a:solidFill>
                <a:latin typeface="Arial Black"/>
                <a:cs typeface="Arial Black"/>
              </a:rPr>
              <a:t>predict</a:t>
            </a:r>
            <a:r>
              <a:rPr sz="1867" spc="-193" dirty="0">
                <a:solidFill>
                  <a:srgbClr val="F65B66"/>
                </a:solidFill>
                <a:latin typeface="Arial Black"/>
                <a:cs typeface="Arial Black"/>
              </a:rPr>
              <a:t> </a:t>
            </a:r>
            <a:r>
              <a:rPr sz="1867" spc="-47" dirty="0">
                <a:solidFill>
                  <a:srgbClr val="F65B66"/>
                </a:solidFill>
                <a:latin typeface="Arial Black"/>
                <a:cs typeface="Arial Black"/>
              </a:rPr>
              <a:t>these</a:t>
            </a:r>
            <a:endParaRPr sz="1867" dirty="0">
              <a:latin typeface="Arial Black"/>
              <a:cs typeface="Arial Black"/>
            </a:endParaRPr>
          </a:p>
        </p:txBody>
      </p:sp>
      <p:grpSp>
        <p:nvGrpSpPr>
          <p:cNvPr id="44" name="Group 43">
            <a:extLst>
              <a:ext uri="{FF2B5EF4-FFF2-40B4-BE49-F238E27FC236}">
                <a16:creationId xmlns:a16="http://schemas.microsoft.com/office/drawing/2014/main" id="{7D84A341-4313-E427-FF28-70712390CB61}"/>
              </a:ext>
            </a:extLst>
          </p:cNvPr>
          <p:cNvGrpSpPr/>
          <p:nvPr/>
        </p:nvGrpSpPr>
        <p:grpSpPr>
          <a:xfrm>
            <a:off x="601540" y="2477707"/>
            <a:ext cx="2801450" cy="318515"/>
            <a:chOff x="5880183" y="2726200"/>
            <a:chExt cx="2801450" cy="418253"/>
          </a:xfrm>
        </p:grpSpPr>
        <p:grpSp>
          <p:nvGrpSpPr>
            <p:cNvPr id="45" name="object 4">
              <a:extLst>
                <a:ext uri="{FF2B5EF4-FFF2-40B4-BE49-F238E27FC236}">
                  <a16:creationId xmlns:a16="http://schemas.microsoft.com/office/drawing/2014/main" id="{E8D765C6-9136-3D2D-C35D-B1F66CE6C6C3}"/>
                </a:ext>
              </a:extLst>
            </p:cNvPr>
            <p:cNvGrpSpPr/>
            <p:nvPr/>
          </p:nvGrpSpPr>
          <p:grpSpPr>
            <a:xfrm>
              <a:off x="5880183" y="2726200"/>
              <a:ext cx="1399540" cy="418253"/>
              <a:chOff x="4410137" y="2044650"/>
              <a:chExt cx="1049655" cy="313690"/>
            </a:xfrm>
          </p:grpSpPr>
          <p:sp>
            <p:nvSpPr>
              <p:cNvPr id="55" name="object 5">
                <a:extLst>
                  <a:ext uri="{FF2B5EF4-FFF2-40B4-BE49-F238E27FC236}">
                    <a16:creationId xmlns:a16="http://schemas.microsoft.com/office/drawing/2014/main" id="{0000B420-B71C-51B5-F8E9-FF118D328803}"/>
                  </a:ext>
                </a:extLst>
              </p:cNvPr>
              <p:cNvSpPr/>
              <p:nvPr/>
            </p:nvSpPr>
            <p:spPr>
              <a:xfrm>
                <a:off x="4414899" y="2049412"/>
                <a:ext cx="1040130" cy="304165"/>
              </a:xfrm>
              <a:custGeom>
                <a:avLst/>
                <a:gdLst/>
                <a:ahLst/>
                <a:cxnLst/>
                <a:rect l="l" t="t" r="r" b="b"/>
                <a:pathLst>
                  <a:path w="1040129" h="304164">
                    <a:moveTo>
                      <a:pt x="989448" y="303899"/>
                    </a:moveTo>
                    <a:lnTo>
                      <a:pt x="50651" y="303899"/>
                    </a:lnTo>
                    <a:lnTo>
                      <a:pt x="30935" y="299919"/>
                    </a:lnTo>
                    <a:lnTo>
                      <a:pt x="14835" y="289064"/>
                    </a:lnTo>
                    <a:lnTo>
                      <a:pt x="3980" y="272964"/>
                    </a:lnTo>
                    <a:lnTo>
                      <a:pt x="0" y="253248"/>
                    </a:lnTo>
                    <a:lnTo>
                      <a:pt x="0" y="50650"/>
                    </a:lnTo>
                    <a:lnTo>
                      <a:pt x="3980" y="30935"/>
                    </a:lnTo>
                    <a:lnTo>
                      <a:pt x="14835" y="14835"/>
                    </a:lnTo>
                    <a:lnTo>
                      <a:pt x="30935" y="3980"/>
                    </a:lnTo>
                    <a:lnTo>
                      <a:pt x="50651" y="0"/>
                    </a:lnTo>
                    <a:lnTo>
                      <a:pt x="989448" y="0"/>
                    </a:lnTo>
                    <a:lnTo>
                      <a:pt x="1025264" y="14835"/>
                    </a:lnTo>
                    <a:lnTo>
                      <a:pt x="1040099" y="50650"/>
                    </a:lnTo>
                    <a:lnTo>
                      <a:pt x="1040099" y="253248"/>
                    </a:lnTo>
                    <a:lnTo>
                      <a:pt x="1036119" y="272964"/>
                    </a:lnTo>
                    <a:lnTo>
                      <a:pt x="1025264" y="289064"/>
                    </a:lnTo>
                    <a:lnTo>
                      <a:pt x="1009164" y="299919"/>
                    </a:lnTo>
                    <a:lnTo>
                      <a:pt x="989448" y="303899"/>
                    </a:lnTo>
                    <a:close/>
                  </a:path>
                </a:pathLst>
              </a:custGeom>
              <a:solidFill>
                <a:srgbClr val="FFF6F6"/>
              </a:solidFill>
            </p:spPr>
            <p:txBody>
              <a:bodyPr wrap="square" lIns="0" tIns="0" rIns="0" bIns="0" rtlCol="0"/>
              <a:lstStyle/>
              <a:p>
                <a:endParaRPr sz="2400"/>
              </a:p>
            </p:txBody>
          </p:sp>
          <p:sp>
            <p:nvSpPr>
              <p:cNvPr id="56" name="object 6">
                <a:extLst>
                  <a:ext uri="{FF2B5EF4-FFF2-40B4-BE49-F238E27FC236}">
                    <a16:creationId xmlns:a16="http://schemas.microsoft.com/office/drawing/2014/main" id="{9552EA5A-E041-BF19-866C-54B2ECA0E4AB}"/>
                  </a:ext>
                </a:extLst>
              </p:cNvPr>
              <p:cNvSpPr/>
              <p:nvPr/>
            </p:nvSpPr>
            <p:spPr>
              <a:xfrm>
                <a:off x="4414899" y="2049412"/>
                <a:ext cx="1040130" cy="304165"/>
              </a:xfrm>
              <a:custGeom>
                <a:avLst/>
                <a:gdLst/>
                <a:ahLst/>
                <a:cxnLst/>
                <a:rect l="l" t="t" r="r" b="b"/>
                <a:pathLst>
                  <a:path w="1040129" h="304164">
                    <a:moveTo>
                      <a:pt x="0" y="50650"/>
                    </a:moveTo>
                    <a:lnTo>
                      <a:pt x="3980" y="30935"/>
                    </a:lnTo>
                    <a:lnTo>
                      <a:pt x="14835" y="14835"/>
                    </a:lnTo>
                    <a:lnTo>
                      <a:pt x="30935" y="3980"/>
                    </a:lnTo>
                    <a:lnTo>
                      <a:pt x="50651" y="0"/>
                    </a:lnTo>
                    <a:lnTo>
                      <a:pt x="989448" y="0"/>
                    </a:lnTo>
                    <a:lnTo>
                      <a:pt x="1025264" y="14835"/>
                    </a:lnTo>
                    <a:lnTo>
                      <a:pt x="1040099" y="50650"/>
                    </a:lnTo>
                    <a:lnTo>
                      <a:pt x="1040099" y="253248"/>
                    </a:lnTo>
                    <a:lnTo>
                      <a:pt x="1036119" y="272964"/>
                    </a:lnTo>
                    <a:lnTo>
                      <a:pt x="1025264" y="289064"/>
                    </a:lnTo>
                    <a:lnTo>
                      <a:pt x="1009164" y="299919"/>
                    </a:lnTo>
                    <a:lnTo>
                      <a:pt x="989448" y="303899"/>
                    </a:lnTo>
                    <a:lnTo>
                      <a:pt x="50651" y="303899"/>
                    </a:lnTo>
                    <a:lnTo>
                      <a:pt x="30935" y="299919"/>
                    </a:lnTo>
                    <a:lnTo>
                      <a:pt x="14835" y="289064"/>
                    </a:lnTo>
                    <a:lnTo>
                      <a:pt x="3980" y="272964"/>
                    </a:lnTo>
                    <a:lnTo>
                      <a:pt x="0" y="253248"/>
                    </a:lnTo>
                    <a:lnTo>
                      <a:pt x="0" y="50650"/>
                    </a:lnTo>
                    <a:close/>
                  </a:path>
                </a:pathLst>
              </a:custGeom>
              <a:ln w="9524">
                <a:solidFill>
                  <a:srgbClr val="595959"/>
                </a:solidFill>
              </a:ln>
            </p:spPr>
            <p:txBody>
              <a:bodyPr wrap="square" lIns="0" tIns="0" rIns="0" bIns="0" rtlCol="0"/>
              <a:lstStyle/>
              <a:p>
                <a:endParaRPr sz="2400"/>
              </a:p>
            </p:txBody>
          </p:sp>
        </p:grpSp>
        <p:sp>
          <p:nvSpPr>
            <p:cNvPr id="46" name="object 7">
              <a:extLst>
                <a:ext uri="{FF2B5EF4-FFF2-40B4-BE49-F238E27FC236}">
                  <a16:creationId xmlns:a16="http://schemas.microsoft.com/office/drawing/2014/main" id="{1EA26C3C-4480-67F2-67AC-DCBE3619C1B9}"/>
                </a:ext>
              </a:extLst>
            </p:cNvPr>
            <p:cNvSpPr txBox="1"/>
            <p:nvPr/>
          </p:nvSpPr>
          <p:spPr>
            <a:xfrm>
              <a:off x="6003680" y="2766494"/>
              <a:ext cx="1060027" cy="304421"/>
            </a:xfrm>
            <a:prstGeom prst="rect">
              <a:avLst/>
            </a:prstGeom>
          </p:spPr>
          <p:txBody>
            <a:bodyPr vert="horz" wrap="square" lIns="0" tIns="16933" rIns="0" bIns="0" rtlCol="0">
              <a:spAutoFit/>
            </a:bodyPr>
            <a:lstStyle/>
            <a:p>
              <a:pPr marL="16933">
                <a:spcBef>
                  <a:spcPts val="133"/>
                </a:spcBef>
              </a:pPr>
              <a:r>
                <a:rPr sz="1867" spc="-13" dirty="0">
                  <a:latin typeface="Lucida Sans Unicode"/>
                  <a:cs typeface="Lucida Sans Unicode"/>
                </a:rPr>
                <a:t>However</a:t>
              </a:r>
              <a:endParaRPr sz="1867" dirty="0">
                <a:latin typeface="Lucida Sans Unicode"/>
                <a:cs typeface="Lucida Sans Unicode"/>
              </a:endParaRPr>
            </a:p>
          </p:txBody>
        </p:sp>
        <p:grpSp>
          <p:nvGrpSpPr>
            <p:cNvPr id="47" name="object 9">
              <a:extLst>
                <a:ext uri="{FF2B5EF4-FFF2-40B4-BE49-F238E27FC236}">
                  <a16:creationId xmlns:a16="http://schemas.microsoft.com/office/drawing/2014/main" id="{BC2C1031-D6B3-C0B5-D907-E9E8872C0A42}"/>
                </a:ext>
              </a:extLst>
            </p:cNvPr>
            <p:cNvGrpSpPr/>
            <p:nvPr/>
          </p:nvGrpSpPr>
          <p:grpSpPr>
            <a:xfrm>
              <a:off x="7812106" y="2726200"/>
              <a:ext cx="869527" cy="418253"/>
              <a:chOff x="5859079" y="2044650"/>
              <a:chExt cx="652145" cy="313690"/>
            </a:xfrm>
          </p:grpSpPr>
          <p:sp>
            <p:nvSpPr>
              <p:cNvPr id="53" name="object 10">
                <a:extLst>
                  <a:ext uri="{FF2B5EF4-FFF2-40B4-BE49-F238E27FC236}">
                    <a16:creationId xmlns:a16="http://schemas.microsoft.com/office/drawing/2014/main" id="{F4E53BEC-266C-A3C5-62BB-6B37B729E989}"/>
                  </a:ext>
                </a:extLst>
              </p:cNvPr>
              <p:cNvSpPr/>
              <p:nvPr/>
            </p:nvSpPr>
            <p:spPr>
              <a:xfrm>
                <a:off x="5863842" y="2049412"/>
                <a:ext cx="642620" cy="304165"/>
              </a:xfrm>
              <a:custGeom>
                <a:avLst/>
                <a:gdLst/>
                <a:ahLst/>
                <a:cxnLst/>
                <a:rect l="l" t="t" r="r" b="b"/>
                <a:pathLst>
                  <a:path w="642620" h="304164">
                    <a:moveTo>
                      <a:pt x="591649" y="303899"/>
                    </a:moveTo>
                    <a:lnTo>
                      <a:pt x="50650" y="303899"/>
                    </a:lnTo>
                    <a:lnTo>
                      <a:pt x="30935" y="299919"/>
                    </a:lnTo>
                    <a:lnTo>
                      <a:pt x="14835" y="289064"/>
                    </a:lnTo>
                    <a:lnTo>
                      <a:pt x="3980" y="272964"/>
                    </a:lnTo>
                    <a:lnTo>
                      <a:pt x="0" y="253248"/>
                    </a:lnTo>
                    <a:lnTo>
                      <a:pt x="0" y="50650"/>
                    </a:lnTo>
                    <a:lnTo>
                      <a:pt x="3980" y="30935"/>
                    </a:lnTo>
                    <a:lnTo>
                      <a:pt x="14835" y="14835"/>
                    </a:lnTo>
                    <a:lnTo>
                      <a:pt x="30935" y="3980"/>
                    </a:lnTo>
                    <a:lnTo>
                      <a:pt x="50650" y="0"/>
                    </a:lnTo>
                    <a:lnTo>
                      <a:pt x="591649" y="0"/>
                    </a:lnTo>
                    <a:lnTo>
                      <a:pt x="627464" y="14835"/>
                    </a:lnTo>
                    <a:lnTo>
                      <a:pt x="642299" y="50650"/>
                    </a:lnTo>
                    <a:lnTo>
                      <a:pt x="642299" y="253248"/>
                    </a:lnTo>
                    <a:lnTo>
                      <a:pt x="638319" y="272964"/>
                    </a:lnTo>
                    <a:lnTo>
                      <a:pt x="627464" y="289064"/>
                    </a:lnTo>
                    <a:lnTo>
                      <a:pt x="611364" y="299919"/>
                    </a:lnTo>
                    <a:lnTo>
                      <a:pt x="591649" y="303899"/>
                    </a:lnTo>
                    <a:close/>
                  </a:path>
                </a:pathLst>
              </a:custGeom>
              <a:solidFill>
                <a:srgbClr val="E9F1F4"/>
              </a:solidFill>
            </p:spPr>
            <p:txBody>
              <a:bodyPr wrap="square" lIns="0" tIns="0" rIns="0" bIns="0" rtlCol="0"/>
              <a:lstStyle/>
              <a:p>
                <a:endParaRPr sz="2400"/>
              </a:p>
            </p:txBody>
          </p:sp>
          <p:sp>
            <p:nvSpPr>
              <p:cNvPr id="54" name="object 11">
                <a:extLst>
                  <a:ext uri="{FF2B5EF4-FFF2-40B4-BE49-F238E27FC236}">
                    <a16:creationId xmlns:a16="http://schemas.microsoft.com/office/drawing/2014/main" id="{B2EC8F82-30EE-AC45-D4AE-C30318573AA7}"/>
                  </a:ext>
                </a:extLst>
              </p:cNvPr>
              <p:cNvSpPr/>
              <p:nvPr/>
            </p:nvSpPr>
            <p:spPr>
              <a:xfrm>
                <a:off x="5863842" y="2049412"/>
                <a:ext cx="642620" cy="304165"/>
              </a:xfrm>
              <a:custGeom>
                <a:avLst/>
                <a:gdLst/>
                <a:ahLst/>
                <a:cxnLst/>
                <a:rect l="l" t="t" r="r" b="b"/>
                <a:pathLst>
                  <a:path w="642620" h="304164">
                    <a:moveTo>
                      <a:pt x="0" y="50650"/>
                    </a:moveTo>
                    <a:lnTo>
                      <a:pt x="3980" y="30935"/>
                    </a:lnTo>
                    <a:lnTo>
                      <a:pt x="14835" y="14835"/>
                    </a:lnTo>
                    <a:lnTo>
                      <a:pt x="30935" y="3980"/>
                    </a:lnTo>
                    <a:lnTo>
                      <a:pt x="50650" y="0"/>
                    </a:lnTo>
                    <a:lnTo>
                      <a:pt x="591649" y="0"/>
                    </a:lnTo>
                    <a:lnTo>
                      <a:pt x="627464" y="14835"/>
                    </a:lnTo>
                    <a:lnTo>
                      <a:pt x="642299" y="50650"/>
                    </a:lnTo>
                    <a:lnTo>
                      <a:pt x="642299" y="253248"/>
                    </a:lnTo>
                    <a:lnTo>
                      <a:pt x="638319" y="272964"/>
                    </a:lnTo>
                    <a:lnTo>
                      <a:pt x="627464" y="289064"/>
                    </a:lnTo>
                    <a:lnTo>
                      <a:pt x="611364" y="299919"/>
                    </a:lnTo>
                    <a:lnTo>
                      <a:pt x="591649" y="303899"/>
                    </a:lnTo>
                    <a:lnTo>
                      <a:pt x="50650" y="303899"/>
                    </a:lnTo>
                    <a:lnTo>
                      <a:pt x="30935" y="299919"/>
                    </a:lnTo>
                    <a:lnTo>
                      <a:pt x="14835" y="289064"/>
                    </a:lnTo>
                    <a:lnTo>
                      <a:pt x="3980" y="272964"/>
                    </a:lnTo>
                    <a:lnTo>
                      <a:pt x="0" y="253248"/>
                    </a:lnTo>
                    <a:lnTo>
                      <a:pt x="0" y="50650"/>
                    </a:lnTo>
                    <a:close/>
                  </a:path>
                </a:pathLst>
              </a:custGeom>
              <a:ln w="9524">
                <a:solidFill>
                  <a:srgbClr val="595959"/>
                </a:solidFill>
              </a:ln>
            </p:spPr>
            <p:txBody>
              <a:bodyPr wrap="square" lIns="0" tIns="0" rIns="0" bIns="0" rtlCol="0"/>
              <a:lstStyle/>
              <a:p>
                <a:endParaRPr sz="2400"/>
              </a:p>
            </p:txBody>
          </p:sp>
        </p:grpSp>
        <p:sp>
          <p:nvSpPr>
            <p:cNvPr id="48" name="object 12">
              <a:extLst>
                <a:ext uri="{FF2B5EF4-FFF2-40B4-BE49-F238E27FC236}">
                  <a16:creationId xmlns:a16="http://schemas.microsoft.com/office/drawing/2014/main" id="{2970E0EA-1EFD-30E7-8DBF-D976218972C1}"/>
                </a:ext>
              </a:extLst>
            </p:cNvPr>
            <p:cNvSpPr txBox="1"/>
            <p:nvPr/>
          </p:nvSpPr>
          <p:spPr>
            <a:xfrm>
              <a:off x="8206267" y="2766494"/>
              <a:ext cx="81280" cy="304421"/>
            </a:xfrm>
            <a:prstGeom prst="rect">
              <a:avLst/>
            </a:prstGeom>
          </p:spPr>
          <p:txBody>
            <a:bodyPr vert="horz" wrap="square" lIns="0" tIns="16933" rIns="0" bIns="0" rtlCol="0">
              <a:spAutoFit/>
            </a:bodyPr>
            <a:lstStyle/>
            <a:p>
              <a:pPr marL="16933">
                <a:spcBef>
                  <a:spcPts val="133"/>
                </a:spcBef>
              </a:pPr>
              <a:r>
                <a:rPr sz="1867" spc="-152" dirty="0">
                  <a:latin typeface="Lucida Sans Unicode"/>
                  <a:cs typeface="Lucida Sans Unicode"/>
                </a:rPr>
                <a:t>,</a:t>
              </a:r>
              <a:endParaRPr sz="1867">
                <a:latin typeface="Lucida Sans Unicode"/>
                <a:cs typeface="Lucida Sans Unicode"/>
              </a:endParaRPr>
            </a:p>
          </p:txBody>
        </p:sp>
        <p:grpSp>
          <p:nvGrpSpPr>
            <p:cNvPr id="49" name="object 14">
              <a:extLst>
                <a:ext uri="{FF2B5EF4-FFF2-40B4-BE49-F238E27FC236}">
                  <a16:creationId xmlns:a16="http://schemas.microsoft.com/office/drawing/2014/main" id="{5D6C557A-B845-204D-3C76-CCE8D19AE4DB}"/>
                </a:ext>
              </a:extLst>
            </p:cNvPr>
            <p:cNvGrpSpPr/>
            <p:nvPr/>
          </p:nvGrpSpPr>
          <p:grpSpPr>
            <a:xfrm>
              <a:off x="7273332" y="2907824"/>
              <a:ext cx="533400" cy="55033"/>
              <a:chOff x="5454999" y="2180867"/>
              <a:chExt cx="400050" cy="41275"/>
            </a:xfrm>
          </p:grpSpPr>
          <p:sp>
            <p:nvSpPr>
              <p:cNvPr id="50" name="object 15">
                <a:extLst>
                  <a:ext uri="{FF2B5EF4-FFF2-40B4-BE49-F238E27FC236}">
                    <a16:creationId xmlns:a16="http://schemas.microsoft.com/office/drawing/2014/main" id="{0FE40EF6-C872-F8C5-50A5-7CDAE074A3FD}"/>
                  </a:ext>
                </a:extLst>
              </p:cNvPr>
              <p:cNvSpPr/>
              <p:nvPr/>
            </p:nvSpPr>
            <p:spPr>
              <a:xfrm>
                <a:off x="5454999" y="2201362"/>
                <a:ext cx="351790" cy="0"/>
              </a:xfrm>
              <a:custGeom>
                <a:avLst/>
                <a:gdLst/>
                <a:ahLst/>
                <a:cxnLst/>
                <a:rect l="l" t="t" r="r" b="b"/>
                <a:pathLst>
                  <a:path w="351789">
                    <a:moveTo>
                      <a:pt x="0" y="0"/>
                    </a:moveTo>
                    <a:lnTo>
                      <a:pt x="351749" y="0"/>
                    </a:lnTo>
                  </a:path>
                </a:pathLst>
              </a:custGeom>
              <a:ln w="9524">
                <a:solidFill>
                  <a:srgbClr val="595959"/>
                </a:solidFill>
              </a:ln>
            </p:spPr>
            <p:txBody>
              <a:bodyPr wrap="square" lIns="0" tIns="0" rIns="0" bIns="0" rtlCol="0"/>
              <a:lstStyle/>
              <a:p>
                <a:endParaRPr sz="2400"/>
              </a:p>
            </p:txBody>
          </p:sp>
          <p:sp>
            <p:nvSpPr>
              <p:cNvPr id="51" name="object 16">
                <a:extLst>
                  <a:ext uri="{FF2B5EF4-FFF2-40B4-BE49-F238E27FC236}">
                    <a16:creationId xmlns:a16="http://schemas.microsoft.com/office/drawing/2014/main" id="{F67EF6E4-CBC3-54CE-6181-DF4AA1045F26}"/>
                  </a:ext>
                </a:extLst>
              </p:cNvPr>
              <p:cNvSpPr/>
              <p:nvPr/>
            </p:nvSpPr>
            <p:spPr>
              <a:xfrm>
                <a:off x="5806749" y="2185629"/>
                <a:ext cx="43815" cy="31750"/>
              </a:xfrm>
              <a:custGeom>
                <a:avLst/>
                <a:gdLst/>
                <a:ahLst/>
                <a:cxnLst/>
                <a:rect l="l" t="t" r="r" b="b"/>
                <a:pathLst>
                  <a:path w="43814" h="31750">
                    <a:moveTo>
                      <a:pt x="0" y="31465"/>
                    </a:moveTo>
                    <a:lnTo>
                      <a:pt x="0" y="0"/>
                    </a:lnTo>
                    <a:lnTo>
                      <a:pt x="43225" y="15732"/>
                    </a:lnTo>
                    <a:lnTo>
                      <a:pt x="0" y="31465"/>
                    </a:lnTo>
                    <a:close/>
                  </a:path>
                </a:pathLst>
              </a:custGeom>
              <a:solidFill>
                <a:srgbClr val="595959"/>
              </a:solidFill>
            </p:spPr>
            <p:txBody>
              <a:bodyPr wrap="square" lIns="0" tIns="0" rIns="0" bIns="0" rtlCol="0"/>
              <a:lstStyle/>
              <a:p>
                <a:endParaRPr sz="2400"/>
              </a:p>
            </p:txBody>
          </p:sp>
          <p:sp>
            <p:nvSpPr>
              <p:cNvPr id="52" name="object 17">
                <a:extLst>
                  <a:ext uri="{FF2B5EF4-FFF2-40B4-BE49-F238E27FC236}">
                    <a16:creationId xmlns:a16="http://schemas.microsoft.com/office/drawing/2014/main" id="{6EFB0B7A-341C-E281-3C09-564B4DA39CDF}"/>
                  </a:ext>
                </a:extLst>
              </p:cNvPr>
              <p:cNvSpPr/>
              <p:nvPr/>
            </p:nvSpPr>
            <p:spPr>
              <a:xfrm>
                <a:off x="5806749" y="2185629"/>
                <a:ext cx="43815" cy="31750"/>
              </a:xfrm>
              <a:custGeom>
                <a:avLst/>
                <a:gdLst/>
                <a:ahLst/>
                <a:cxnLst/>
                <a:rect l="l" t="t" r="r" b="b"/>
                <a:pathLst>
                  <a:path w="43814" h="31750">
                    <a:moveTo>
                      <a:pt x="0" y="31465"/>
                    </a:moveTo>
                    <a:lnTo>
                      <a:pt x="43225" y="15732"/>
                    </a:lnTo>
                    <a:lnTo>
                      <a:pt x="0" y="0"/>
                    </a:lnTo>
                    <a:lnTo>
                      <a:pt x="0" y="31465"/>
                    </a:lnTo>
                    <a:close/>
                  </a:path>
                </a:pathLst>
              </a:custGeom>
              <a:ln w="9524">
                <a:solidFill>
                  <a:srgbClr val="595959"/>
                </a:solidFill>
              </a:ln>
            </p:spPr>
            <p:txBody>
              <a:bodyPr wrap="square" lIns="0" tIns="0" rIns="0" bIns="0" rtlCol="0"/>
              <a:lstStyle/>
              <a:p>
                <a:endParaRPr sz="2400"/>
              </a:p>
            </p:txBody>
          </p:sp>
        </p:grpSp>
      </p:grpSp>
      <p:grpSp>
        <p:nvGrpSpPr>
          <p:cNvPr id="57" name="Group 56">
            <a:extLst>
              <a:ext uri="{FF2B5EF4-FFF2-40B4-BE49-F238E27FC236}">
                <a16:creationId xmlns:a16="http://schemas.microsoft.com/office/drawing/2014/main" id="{BA5BE7BC-9828-66EE-70DA-4C0F6CE5C3EF}"/>
              </a:ext>
            </a:extLst>
          </p:cNvPr>
          <p:cNvGrpSpPr/>
          <p:nvPr/>
        </p:nvGrpSpPr>
        <p:grpSpPr>
          <a:xfrm>
            <a:off x="253753" y="4082269"/>
            <a:ext cx="3434926" cy="1974498"/>
            <a:chOff x="2944163" y="1245935"/>
            <a:chExt cx="3434926" cy="2592778"/>
          </a:xfrm>
        </p:grpSpPr>
        <p:sp>
          <p:nvSpPr>
            <p:cNvPr id="58" name="object 3">
              <a:extLst>
                <a:ext uri="{FF2B5EF4-FFF2-40B4-BE49-F238E27FC236}">
                  <a16:creationId xmlns:a16="http://schemas.microsoft.com/office/drawing/2014/main" id="{FABF9CCF-B3E4-C357-F27E-529275B1C012}"/>
                </a:ext>
              </a:extLst>
            </p:cNvPr>
            <p:cNvSpPr txBox="1"/>
            <p:nvPr/>
          </p:nvSpPr>
          <p:spPr>
            <a:xfrm>
              <a:off x="3062662" y="1999600"/>
              <a:ext cx="872490" cy="873125"/>
            </a:xfrm>
            <a:prstGeom prst="rect">
              <a:avLst/>
            </a:prstGeom>
            <a:solidFill>
              <a:srgbClr val="E3C1E1"/>
            </a:solidFill>
            <a:ln w="16249">
              <a:solidFill>
                <a:srgbClr val="000000"/>
              </a:solidFill>
            </a:ln>
          </p:spPr>
          <p:txBody>
            <a:bodyPr vert="horz" wrap="square" lIns="0" tIns="56515" rIns="0" bIns="0" rtlCol="0">
              <a:spAutoFit/>
            </a:bodyPr>
            <a:lstStyle/>
            <a:p>
              <a:pPr>
                <a:lnSpc>
                  <a:spcPct val="100000"/>
                </a:lnSpc>
                <a:spcBef>
                  <a:spcPts val="445"/>
                </a:spcBef>
              </a:pPr>
              <a:endParaRPr sz="1250" dirty="0">
                <a:latin typeface="Times New Roman"/>
                <a:cs typeface="Times New Roman"/>
              </a:endParaRPr>
            </a:p>
            <a:p>
              <a:pPr marL="635" algn="ctr">
                <a:lnSpc>
                  <a:spcPct val="100000"/>
                </a:lnSpc>
              </a:pPr>
              <a:r>
                <a:rPr sz="1250" spc="-254" dirty="0">
                  <a:latin typeface="Arial Black"/>
                  <a:cs typeface="Arial Black"/>
                </a:rPr>
                <a:t>1B</a:t>
              </a:r>
              <a:r>
                <a:rPr sz="1250" spc="-150" dirty="0">
                  <a:latin typeface="Arial Black"/>
                  <a:cs typeface="Arial Black"/>
                </a:rPr>
                <a:t> </a:t>
              </a:r>
              <a:r>
                <a:rPr sz="1250" spc="-10" dirty="0">
                  <a:latin typeface="Arial Black"/>
                  <a:cs typeface="Arial Black"/>
                </a:rPr>
                <a:t>Param.</a:t>
              </a:r>
              <a:endParaRPr sz="1250" dirty="0">
                <a:latin typeface="Arial Black"/>
                <a:cs typeface="Arial Black"/>
              </a:endParaRPr>
            </a:p>
            <a:p>
              <a:pPr algn="ctr">
                <a:lnSpc>
                  <a:spcPct val="100000"/>
                </a:lnSpc>
                <a:spcBef>
                  <a:spcPts val="20"/>
                </a:spcBef>
              </a:pPr>
              <a:r>
                <a:rPr sz="1250" spc="-10" dirty="0">
                  <a:latin typeface="Arial Black"/>
                  <a:cs typeface="Arial Black"/>
                </a:rPr>
                <a:t>Model</a:t>
              </a:r>
              <a:endParaRPr sz="1250" dirty="0">
                <a:latin typeface="Arial Black"/>
                <a:cs typeface="Arial Black"/>
              </a:endParaRPr>
            </a:p>
          </p:txBody>
        </p:sp>
        <p:sp>
          <p:nvSpPr>
            <p:cNvPr id="59" name="object 4">
              <a:extLst>
                <a:ext uri="{FF2B5EF4-FFF2-40B4-BE49-F238E27FC236}">
                  <a16:creationId xmlns:a16="http://schemas.microsoft.com/office/drawing/2014/main" id="{16F68D8A-3A7F-A430-8500-A9EC636FEB75}"/>
                </a:ext>
              </a:extLst>
            </p:cNvPr>
            <p:cNvSpPr txBox="1"/>
            <p:nvPr/>
          </p:nvSpPr>
          <p:spPr>
            <a:xfrm>
              <a:off x="2956893" y="1724536"/>
              <a:ext cx="1084580" cy="238760"/>
            </a:xfrm>
            <a:prstGeom prst="rect">
              <a:avLst/>
            </a:prstGeom>
          </p:spPr>
          <p:txBody>
            <a:bodyPr vert="horz" wrap="square" lIns="0" tIns="12700" rIns="0" bIns="0" rtlCol="0">
              <a:spAutoFit/>
            </a:bodyPr>
            <a:lstStyle/>
            <a:p>
              <a:pPr marL="12700">
                <a:lnSpc>
                  <a:spcPct val="100000"/>
                </a:lnSpc>
                <a:spcBef>
                  <a:spcPts val="100"/>
                </a:spcBef>
              </a:pPr>
              <a:r>
                <a:rPr sz="1400" spc="-45" dirty="0">
                  <a:solidFill>
                    <a:srgbClr val="257693"/>
                  </a:solidFill>
                  <a:latin typeface="Arial Black"/>
                  <a:cs typeface="Arial Black"/>
                </a:rPr>
                <a:t>Draft</a:t>
              </a:r>
              <a:r>
                <a:rPr sz="1400" spc="-145" dirty="0">
                  <a:solidFill>
                    <a:srgbClr val="257693"/>
                  </a:solidFill>
                  <a:latin typeface="Arial Black"/>
                  <a:cs typeface="Arial Black"/>
                </a:rPr>
                <a:t> </a:t>
              </a:r>
              <a:r>
                <a:rPr sz="1400" spc="-35" dirty="0">
                  <a:solidFill>
                    <a:srgbClr val="257693"/>
                  </a:solidFill>
                  <a:latin typeface="Arial Black"/>
                  <a:cs typeface="Arial Black"/>
                </a:rPr>
                <a:t>Model</a:t>
              </a:r>
              <a:endParaRPr sz="1400">
                <a:latin typeface="Arial Black"/>
                <a:cs typeface="Arial Black"/>
              </a:endParaRPr>
            </a:p>
          </p:txBody>
        </p:sp>
        <p:sp>
          <p:nvSpPr>
            <p:cNvPr id="60" name="object 5">
              <a:extLst>
                <a:ext uri="{FF2B5EF4-FFF2-40B4-BE49-F238E27FC236}">
                  <a16:creationId xmlns:a16="http://schemas.microsoft.com/office/drawing/2014/main" id="{7BABEB95-BD66-9C42-8C11-010683BDE23F}"/>
                </a:ext>
              </a:extLst>
            </p:cNvPr>
            <p:cNvSpPr txBox="1"/>
            <p:nvPr/>
          </p:nvSpPr>
          <p:spPr>
            <a:xfrm>
              <a:off x="4501394" y="1502927"/>
              <a:ext cx="1877695" cy="1877695"/>
            </a:xfrm>
            <a:prstGeom prst="rect">
              <a:avLst/>
            </a:prstGeom>
            <a:ln w="24374">
              <a:solidFill>
                <a:srgbClr val="000000"/>
              </a:solidFill>
            </a:ln>
          </p:spPr>
          <p:txBody>
            <a:bodyPr vert="horz" wrap="square" lIns="0" tIns="0" rIns="0" bIns="0" rtlCol="0">
              <a:spAutoFit/>
            </a:bodyPr>
            <a:lstStyle/>
            <a:p>
              <a:pPr>
                <a:lnSpc>
                  <a:spcPct val="100000"/>
                </a:lnSpc>
              </a:pPr>
              <a:endParaRPr sz="1350" dirty="0">
                <a:latin typeface="Times New Roman"/>
                <a:cs typeface="Times New Roman"/>
              </a:endParaRPr>
            </a:p>
            <a:p>
              <a:pPr>
                <a:lnSpc>
                  <a:spcPct val="100000"/>
                </a:lnSpc>
              </a:pPr>
              <a:endParaRPr sz="1350" dirty="0">
                <a:latin typeface="Times New Roman"/>
                <a:cs typeface="Times New Roman"/>
              </a:endParaRPr>
            </a:p>
            <a:p>
              <a:pPr>
                <a:lnSpc>
                  <a:spcPct val="100000"/>
                </a:lnSpc>
                <a:spcBef>
                  <a:spcPts val="1055"/>
                </a:spcBef>
              </a:pPr>
              <a:endParaRPr sz="1350" dirty="0">
                <a:latin typeface="Times New Roman"/>
                <a:cs typeface="Times New Roman"/>
              </a:endParaRPr>
            </a:p>
            <a:p>
              <a:pPr algn="ctr">
                <a:lnSpc>
                  <a:spcPct val="100000"/>
                </a:lnSpc>
              </a:pPr>
              <a:r>
                <a:rPr sz="1350" spc="-120" dirty="0">
                  <a:latin typeface="Arial Black"/>
                  <a:cs typeface="Arial Black"/>
                </a:rPr>
                <a:t>70B</a:t>
              </a:r>
              <a:r>
                <a:rPr sz="1350" spc="-150" dirty="0">
                  <a:latin typeface="Arial Black"/>
                  <a:cs typeface="Arial Black"/>
                </a:rPr>
                <a:t> </a:t>
              </a:r>
              <a:r>
                <a:rPr sz="1350" spc="-10" dirty="0">
                  <a:latin typeface="Arial Black"/>
                  <a:cs typeface="Arial Black"/>
                </a:rPr>
                <a:t>Param.</a:t>
              </a:r>
              <a:endParaRPr sz="1350" dirty="0">
                <a:latin typeface="Arial Black"/>
                <a:cs typeface="Arial Black"/>
              </a:endParaRPr>
            </a:p>
            <a:p>
              <a:pPr algn="ctr">
                <a:lnSpc>
                  <a:spcPct val="100000"/>
                </a:lnSpc>
                <a:spcBef>
                  <a:spcPts val="20"/>
                </a:spcBef>
              </a:pPr>
              <a:r>
                <a:rPr sz="1350" spc="-10" dirty="0">
                  <a:latin typeface="Arial Black"/>
                  <a:cs typeface="Arial Black"/>
                </a:rPr>
                <a:t>Model</a:t>
              </a:r>
              <a:endParaRPr sz="1350" dirty="0">
                <a:latin typeface="Arial Black"/>
                <a:cs typeface="Arial Black"/>
              </a:endParaRPr>
            </a:p>
          </p:txBody>
        </p:sp>
        <p:sp>
          <p:nvSpPr>
            <p:cNvPr id="61" name="object 6">
              <a:extLst>
                <a:ext uri="{FF2B5EF4-FFF2-40B4-BE49-F238E27FC236}">
                  <a16:creationId xmlns:a16="http://schemas.microsoft.com/office/drawing/2014/main" id="{061FF6BF-5013-8727-E025-96514B300570}"/>
                </a:ext>
              </a:extLst>
            </p:cNvPr>
            <p:cNvSpPr txBox="1"/>
            <p:nvPr/>
          </p:nvSpPr>
          <p:spPr>
            <a:xfrm>
              <a:off x="4446283" y="1245935"/>
              <a:ext cx="1226820" cy="238760"/>
            </a:xfrm>
            <a:prstGeom prst="rect">
              <a:avLst/>
            </a:prstGeom>
          </p:spPr>
          <p:txBody>
            <a:bodyPr vert="horz" wrap="square" lIns="0" tIns="12700" rIns="0" bIns="0" rtlCol="0">
              <a:spAutoFit/>
            </a:bodyPr>
            <a:lstStyle/>
            <a:p>
              <a:pPr marL="12700">
                <a:lnSpc>
                  <a:spcPct val="100000"/>
                </a:lnSpc>
                <a:spcBef>
                  <a:spcPts val="100"/>
                </a:spcBef>
              </a:pPr>
              <a:r>
                <a:rPr sz="1400" spc="-65" dirty="0">
                  <a:solidFill>
                    <a:srgbClr val="257693"/>
                  </a:solidFill>
                  <a:latin typeface="Arial Black"/>
                  <a:cs typeface="Arial Black"/>
                </a:rPr>
                <a:t>Target</a:t>
              </a:r>
              <a:r>
                <a:rPr sz="1400" spc="-145" dirty="0">
                  <a:solidFill>
                    <a:srgbClr val="257693"/>
                  </a:solidFill>
                  <a:latin typeface="Arial Black"/>
                  <a:cs typeface="Arial Black"/>
                </a:rPr>
                <a:t> </a:t>
              </a:r>
              <a:r>
                <a:rPr sz="1400" spc="-25" dirty="0">
                  <a:solidFill>
                    <a:srgbClr val="257693"/>
                  </a:solidFill>
                  <a:latin typeface="Arial Black"/>
                  <a:cs typeface="Arial Black"/>
                </a:rPr>
                <a:t>Model</a:t>
              </a:r>
              <a:endParaRPr sz="1400" dirty="0">
                <a:latin typeface="Arial Black"/>
                <a:cs typeface="Arial Black"/>
              </a:endParaRPr>
            </a:p>
          </p:txBody>
        </p:sp>
        <p:sp>
          <p:nvSpPr>
            <p:cNvPr id="62" name="object 7">
              <a:extLst>
                <a:ext uri="{FF2B5EF4-FFF2-40B4-BE49-F238E27FC236}">
                  <a16:creationId xmlns:a16="http://schemas.microsoft.com/office/drawing/2014/main" id="{EE58346A-09B4-ED9C-1263-A1C47A245FFC}"/>
                </a:ext>
              </a:extLst>
            </p:cNvPr>
            <p:cNvSpPr txBox="1"/>
            <p:nvPr/>
          </p:nvSpPr>
          <p:spPr>
            <a:xfrm>
              <a:off x="2944163" y="2939529"/>
              <a:ext cx="1109980" cy="391160"/>
            </a:xfrm>
            <a:prstGeom prst="rect">
              <a:avLst/>
            </a:prstGeom>
          </p:spPr>
          <p:txBody>
            <a:bodyPr vert="horz" wrap="square" lIns="0" tIns="12700" rIns="0" bIns="0" rtlCol="0">
              <a:spAutoFit/>
            </a:bodyPr>
            <a:lstStyle/>
            <a:p>
              <a:pPr marL="12700" marR="5080" indent="295275">
                <a:lnSpc>
                  <a:spcPct val="100000"/>
                </a:lnSpc>
                <a:spcBef>
                  <a:spcPts val="100"/>
                </a:spcBef>
              </a:pPr>
              <a:r>
                <a:rPr sz="1200" spc="-10" dirty="0">
                  <a:solidFill>
                    <a:srgbClr val="F65B66"/>
                  </a:solidFill>
                  <a:latin typeface="Arial Black"/>
                  <a:cs typeface="Arial Black"/>
                </a:rPr>
                <a:t>Faster </a:t>
              </a:r>
              <a:r>
                <a:rPr sz="1200" spc="-114" dirty="0">
                  <a:solidFill>
                    <a:srgbClr val="F65B66"/>
                  </a:solidFill>
                  <a:latin typeface="Arial Black"/>
                  <a:cs typeface="Arial Black"/>
                </a:rPr>
                <a:t>Less</a:t>
              </a:r>
              <a:r>
                <a:rPr sz="1200" spc="-125" dirty="0">
                  <a:solidFill>
                    <a:srgbClr val="F65B66"/>
                  </a:solidFill>
                  <a:latin typeface="Arial Black"/>
                  <a:cs typeface="Arial Black"/>
                </a:rPr>
                <a:t> </a:t>
              </a:r>
              <a:r>
                <a:rPr sz="1200" spc="-40" dirty="0">
                  <a:solidFill>
                    <a:srgbClr val="F65B66"/>
                  </a:solidFill>
                  <a:latin typeface="Arial Black"/>
                  <a:cs typeface="Arial Black"/>
                </a:rPr>
                <a:t>accurate</a:t>
              </a:r>
              <a:endParaRPr sz="1200">
                <a:latin typeface="Arial Black"/>
                <a:cs typeface="Arial Black"/>
              </a:endParaRPr>
            </a:p>
          </p:txBody>
        </p:sp>
        <p:sp>
          <p:nvSpPr>
            <p:cNvPr id="63" name="object 8">
              <a:extLst>
                <a:ext uri="{FF2B5EF4-FFF2-40B4-BE49-F238E27FC236}">
                  <a16:creationId xmlns:a16="http://schemas.microsoft.com/office/drawing/2014/main" id="{91974C04-344E-8270-DCAB-EE83C4176A9C}"/>
                </a:ext>
              </a:extLst>
            </p:cNvPr>
            <p:cNvSpPr txBox="1"/>
            <p:nvPr/>
          </p:nvSpPr>
          <p:spPr>
            <a:xfrm>
              <a:off x="4885420" y="3447553"/>
              <a:ext cx="1169035" cy="391160"/>
            </a:xfrm>
            <a:prstGeom prst="rect">
              <a:avLst/>
            </a:prstGeom>
          </p:spPr>
          <p:txBody>
            <a:bodyPr vert="horz" wrap="square" lIns="0" tIns="12700" rIns="0" bIns="0" rtlCol="0">
              <a:spAutoFit/>
            </a:bodyPr>
            <a:lstStyle/>
            <a:p>
              <a:pPr marL="12700" marR="5080" indent="307975">
                <a:lnSpc>
                  <a:spcPct val="100000"/>
                </a:lnSpc>
                <a:spcBef>
                  <a:spcPts val="100"/>
                </a:spcBef>
              </a:pPr>
              <a:r>
                <a:rPr sz="1200" spc="-10" dirty="0">
                  <a:solidFill>
                    <a:srgbClr val="F65B66"/>
                  </a:solidFill>
                  <a:latin typeface="Arial Black"/>
                  <a:cs typeface="Arial Black"/>
                </a:rPr>
                <a:t>Slower </a:t>
              </a:r>
              <a:r>
                <a:rPr sz="1200" spc="-50" dirty="0">
                  <a:solidFill>
                    <a:srgbClr val="F65B66"/>
                  </a:solidFill>
                  <a:latin typeface="Arial Black"/>
                  <a:cs typeface="Arial Black"/>
                </a:rPr>
                <a:t>More</a:t>
              </a:r>
              <a:r>
                <a:rPr sz="1200" spc="-114" dirty="0">
                  <a:solidFill>
                    <a:srgbClr val="F65B66"/>
                  </a:solidFill>
                  <a:latin typeface="Arial Black"/>
                  <a:cs typeface="Arial Black"/>
                </a:rPr>
                <a:t> </a:t>
              </a:r>
              <a:r>
                <a:rPr sz="1200" spc="-40" dirty="0">
                  <a:solidFill>
                    <a:srgbClr val="F65B66"/>
                  </a:solidFill>
                  <a:latin typeface="Arial Black"/>
                  <a:cs typeface="Arial Black"/>
                </a:rPr>
                <a:t>accurate</a:t>
              </a:r>
              <a:endParaRPr sz="1200">
                <a:latin typeface="Arial Black"/>
                <a:cs typeface="Arial Black"/>
              </a:endParaRPr>
            </a:p>
          </p:txBody>
        </p:sp>
      </p:grpSp>
    </p:spTree>
    <p:extLst>
      <p:ext uri="{BB962C8B-B14F-4D97-AF65-F5344CB8AC3E}">
        <p14:creationId xmlns:p14="http://schemas.microsoft.com/office/powerpoint/2010/main" val="13672988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52647" y="2212386"/>
            <a:ext cx="1722967" cy="1155701"/>
          </a:xfrm>
          <a:prstGeom prst="rect">
            <a:avLst/>
          </a:prstGeom>
          <a:ln w="24374">
            <a:solidFill>
              <a:srgbClr val="000000"/>
            </a:solidFill>
          </a:ln>
        </p:spPr>
        <p:txBody>
          <a:bodyPr vert="horz" wrap="square" lIns="0" tIns="0" rIns="0" bIns="0" rtlCol="0">
            <a:spAutoFit/>
          </a:bodyPr>
          <a:lstStyle/>
          <a:p>
            <a:pPr>
              <a:lnSpc>
                <a:spcPct val="100000"/>
              </a:lnSpc>
            </a:pPr>
            <a:endParaRPr>
              <a:latin typeface="Times New Roman"/>
              <a:cs typeface="Times New Roman"/>
            </a:endParaRPr>
          </a:p>
          <a:p>
            <a:pPr>
              <a:spcBef>
                <a:spcPts val="380"/>
              </a:spcBef>
            </a:pPr>
            <a:endParaRPr>
              <a:latin typeface="Times New Roman"/>
              <a:cs typeface="Times New Roman"/>
            </a:endParaRPr>
          </a:p>
          <a:p>
            <a:pPr marL="496981" marR="457189" indent="-29633">
              <a:lnSpc>
                <a:spcPct val="101099"/>
              </a:lnSpc>
            </a:pPr>
            <a:r>
              <a:rPr spc="-67" dirty="0">
                <a:solidFill>
                  <a:srgbClr val="434343"/>
                </a:solidFill>
                <a:latin typeface="Arial Black"/>
                <a:cs typeface="Arial Black"/>
              </a:rPr>
              <a:t>Target </a:t>
            </a:r>
            <a:r>
              <a:rPr spc="-13" dirty="0">
                <a:solidFill>
                  <a:srgbClr val="434343"/>
                </a:solidFill>
                <a:latin typeface="Arial Black"/>
                <a:cs typeface="Arial Black"/>
              </a:rPr>
              <a:t>Model</a:t>
            </a:r>
            <a:endParaRPr>
              <a:latin typeface="Arial Black"/>
              <a:cs typeface="Arial Black"/>
            </a:endParaRPr>
          </a:p>
        </p:txBody>
      </p:sp>
      <p:grpSp>
        <p:nvGrpSpPr>
          <p:cNvPr id="3" name="object 3"/>
          <p:cNvGrpSpPr/>
          <p:nvPr/>
        </p:nvGrpSpPr>
        <p:grpSpPr>
          <a:xfrm>
            <a:off x="791083" y="3049293"/>
            <a:ext cx="750147" cy="55033"/>
            <a:chOff x="593312" y="1725104"/>
            <a:chExt cx="562610" cy="41275"/>
          </a:xfrm>
        </p:grpSpPr>
        <p:sp>
          <p:nvSpPr>
            <p:cNvPr id="4" name="object 4"/>
            <p:cNvSpPr/>
            <p:nvPr/>
          </p:nvSpPr>
          <p:spPr>
            <a:xfrm>
              <a:off x="598074" y="1740474"/>
              <a:ext cx="509270" cy="5715"/>
            </a:xfrm>
            <a:custGeom>
              <a:avLst/>
              <a:gdLst/>
              <a:ahLst/>
              <a:cxnLst/>
              <a:rect l="l" t="t" r="r" b="b"/>
              <a:pathLst>
                <a:path w="509269" h="5714">
                  <a:moveTo>
                    <a:pt x="0" y="0"/>
                  </a:moveTo>
                  <a:lnTo>
                    <a:pt x="509252" y="5124"/>
                  </a:lnTo>
                </a:path>
              </a:pathLst>
            </a:custGeom>
            <a:ln w="9524">
              <a:solidFill>
                <a:srgbClr val="595959"/>
              </a:solidFill>
            </a:ln>
          </p:spPr>
          <p:txBody>
            <a:bodyPr wrap="square" lIns="0" tIns="0" rIns="0" bIns="0" rtlCol="0"/>
            <a:lstStyle/>
            <a:p>
              <a:endParaRPr sz="2400"/>
            </a:p>
          </p:txBody>
        </p:sp>
        <p:sp>
          <p:nvSpPr>
            <p:cNvPr id="5" name="object 5"/>
            <p:cNvSpPr/>
            <p:nvPr/>
          </p:nvSpPr>
          <p:spPr>
            <a:xfrm>
              <a:off x="1107169" y="1729867"/>
              <a:ext cx="43815" cy="31750"/>
            </a:xfrm>
            <a:custGeom>
              <a:avLst/>
              <a:gdLst/>
              <a:ahLst/>
              <a:cxnLst/>
              <a:rect l="l" t="t" r="r" b="b"/>
              <a:pathLst>
                <a:path w="43815" h="31750">
                  <a:moveTo>
                    <a:pt x="0" y="31463"/>
                  </a:moveTo>
                  <a:lnTo>
                    <a:pt x="316" y="0"/>
                  </a:lnTo>
                  <a:lnTo>
                    <a:pt x="43381" y="16166"/>
                  </a:lnTo>
                  <a:lnTo>
                    <a:pt x="0" y="31463"/>
                  </a:lnTo>
                  <a:close/>
                </a:path>
              </a:pathLst>
            </a:custGeom>
            <a:solidFill>
              <a:srgbClr val="595959"/>
            </a:solidFill>
          </p:spPr>
          <p:txBody>
            <a:bodyPr wrap="square" lIns="0" tIns="0" rIns="0" bIns="0" rtlCol="0"/>
            <a:lstStyle/>
            <a:p>
              <a:endParaRPr sz="2400"/>
            </a:p>
          </p:txBody>
        </p:sp>
        <p:sp>
          <p:nvSpPr>
            <p:cNvPr id="6" name="object 6"/>
            <p:cNvSpPr/>
            <p:nvPr/>
          </p:nvSpPr>
          <p:spPr>
            <a:xfrm>
              <a:off x="1107169" y="1729867"/>
              <a:ext cx="43815" cy="31750"/>
            </a:xfrm>
            <a:custGeom>
              <a:avLst/>
              <a:gdLst/>
              <a:ahLst/>
              <a:cxnLst/>
              <a:rect l="l" t="t" r="r" b="b"/>
              <a:pathLst>
                <a:path w="43815" h="31750">
                  <a:moveTo>
                    <a:pt x="0" y="31463"/>
                  </a:moveTo>
                  <a:lnTo>
                    <a:pt x="43381" y="16166"/>
                  </a:lnTo>
                  <a:lnTo>
                    <a:pt x="316" y="0"/>
                  </a:lnTo>
                  <a:lnTo>
                    <a:pt x="0" y="31463"/>
                  </a:lnTo>
                  <a:close/>
                </a:path>
              </a:pathLst>
            </a:custGeom>
            <a:ln w="9524">
              <a:solidFill>
                <a:srgbClr val="595959"/>
              </a:solidFill>
            </a:ln>
          </p:spPr>
          <p:txBody>
            <a:bodyPr wrap="square" lIns="0" tIns="0" rIns="0" bIns="0" rtlCol="0"/>
            <a:lstStyle/>
            <a:p>
              <a:endParaRPr sz="2400"/>
            </a:p>
          </p:txBody>
        </p:sp>
      </p:grpSp>
      <p:sp>
        <p:nvSpPr>
          <p:cNvPr id="7" name="object 7"/>
          <p:cNvSpPr txBox="1"/>
          <p:nvPr/>
        </p:nvSpPr>
        <p:spPr>
          <a:xfrm>
            <a:off x="804516" y="1766509"/>
            <a:ext cx="1767840" cy="263320"/>
          </a:xfrm>
          <a:prstGeom prst="rect">
            <a:avLst/>
          </a:prstGeom>
        </p:spPr>
        <p:txBody>
          <a:bodyPr vert="horz" wrap="square" lIns="0" tIns="16933" rIns="0" bIns="0" rtlCol="0">
            <a:spAutoFit/>
          </a:bodyPr>
          <a:lstStyle/>
          <a:p>
            <a:pPr marL="16933">
              <a:spcBef>
                <a:spcPts val="133"/>
              </a:spcBef>
            </a:pPr>
            <a:r>
              <a:rPr sz="1600" b="1" spc="-13" dirty="0">
                <a:solidFill>
                  <a:srgbClr val="257693"/>
                </a:solidFill>
                <a:latin typeface="Arial"/>
                <a:cs typeface="Arial"/>
              </a:rPr>
              <a:t>Target</a:t>
            </a:r>
            <a:r>
              <a:rPr sz="1600" b="1" spc="-73" dirty="0">
                <a:solidFill>
                  <a:srgbClr val="257693"/>
                </a:solidFill>
                <a:latin typeface="Arial"/>
                <a:cs typeface="Arial"/>
              </a:rPr>
              <a:t> </a:t>
            </a:r>
            <a:r>
              <a:rPr sz="1600" b="1" dirty="0">
                <a:solidFill>
                  <a:srgbClr val="257693"/>
                </a:solidFill>
                <a:latin typeface="Arial"/>
                <a:cs typeface="Arial"/>
              </a:rPr>
              <a:t>model</a:t>
            </a:r>
            <a:r>
              <a:rPr sz="1600" b="1" spc="-67" dirty="0">
                <a:solidFill>
                  <a:srgbClr val="257693"/>
                </a:solidFill>
                <a:latin typeface="Arial"/>
                <a:cs typeface="Arial"/>
              </a:rPr>
              <a:t> </a:t>
            </a:r>
            <a:r>
              <a:rPr sz="1600" b="1" spc="-27" dirty="0">
                <a:solidFill>
                  <a:srgbClr val="257693"/>
                </a:solidFill>
                <a:latin typeface="Arial"/>
                <a:cs typeface="Arial"/>
              </a:rPr>
              <a:t>only</a:t>
            </a:r>
            <a:endParaRPr sz="1600">
              <a:latin typeface="Arial"/>
              <a:cs typeface="Arial"/>
            </a:endParaRPr>
          </a:p>
        </p:txBody>
      </p:sp>
      <p:sp>
        <p:nvSpPr>
          <p:cNvPr id="8" name="object 8"/>
          <p:cNvSpPr txBox="1"/>
          <p:nvPr/>
        </p:nvSpPr>
        <p:spPr>
          <a:xfrm>
            <a:off x="3609047" y="4790887"/>
            <a:ext cx="1722967" cy="1155701"/>
          </a:xfrm>
          <a:prstGeom prst="rect">
            <a:avLst/>
          </a:prstGeom>
          <a:ln w="24374">
            <a:solidFill>
              <a:srgbClr val="000000"/>
            </a:solidFill>
          </a:ln>
        </p:spPr>
        <p:txBody>
          <a:bodyPr vert="horz" wrap="square" lIns="0" tIns="0" rIns="0" bIns="0" rtlCol="0">
            <a:spAutoFit/>
          </a:bodyPr>
          <a:lstStyle/>
          <a:p>
            <a:pPr>
              <a:lnSpc>
                <a:spcPct val="100000"/>
              </a:lnSpc>
            </a:pPr>
            <a:endParaRPr>
              <a:latin typeface="Times New Roman"/>
              <a:cs typeface="Times New Roman"/>
            </a:endParaRPr>
          </a:p>
          <a:p>
            <a:pPr>
              <a:spcBef>
                <a:spcPts val="380"/>
              </a:spcBef>
            </a:pPr>
            <a:endParaRPr>
              <a:latin typeface="Times New Roman"/>
              <a:cs typeface="Times New Roman"/>
            </a:endParaRPr>
          </a:p>
          <a:p>
            <a:pPr marL="521534" marR="457189" indent="-54185">
              <a:lnSpc>
                <a:spcPct val="101099"/>
              </a:lnSpc>
            </a:pPr>
            <a:r>
              <a:rPr spc="-67" dirty="0">
                <a:solidFill>
                  <a:srgbClr val="434343"/>
                </a:solidFill>
                <a:latin typeface="Arial Black"/>
                <a:cs typeface="Arial Black"/>
              </a:rPr>
              <a:t>Target </a:t>
            </a:r>
            <a:r>
              <a:rPr spc="-47" dirty="0">
                <a:solidFill>
                  <a:srgbClr val="434343"/>
                </a:solidFill>
                <a:latin typeface="Arial Black"/>
                <a:cs typeface="Arial Black"/>
              </a:rPr>
              <a:t>Model</a:t>
            </a:r>
            <a:endParaRPr>
              <a:latin typeface="Arial Black"/>
              <a:cs typeface="Arial Black"/>
            </a:endParaRPr>
          </a:p>
        </p:txBody>
      </p:sp>
      <p:grpSp>
        <p:nvGrpSpPr>
          <p:cNvPr id="9" name="object 9"/>
          <p:cNvGrpSpPr/>
          <p:nvPr/>
        </p:nvGrpSpPr>
        <p:grpSpPr>
          <a:xfrm>
            <a:off x="2841816" y="5627794"/>
            <a:ext cx="750147" cy="55033"/>
            <a:chOff x="2131362" y="3658980"/>
            <a:chExt cx="562610" cy="41275"/>
          </a:xfrm>
        </p:grpSpPr>
        <p:sp>
          <p:nvSpPr>
            <p:cNvPr id="10" name="object 10"/>
            <p:cNvSpPr/>
            <p:nvPr/>
          </p:nvSpPr>
          <p:spPr>
            <a:xfrm>
              <a:off x="2136125" y="3674350"/>
              <a:ext cx="509270" cy="5715"/>
            </a:xfrm>
            <a:custGeom>
              <a:avLst/>
              <a:gdLst/>
              <a:ahLst/>
              <a:cxnLst/>
              <a:rect l="l" t="t" r="r" b="b"/>
              <a:pathLst>
                <a:path w="509269" h="5714">
                  <a:moveTo>
                    <a:pt x="0" y="0"/>
                  </a:moveTo>
                  <a:lnTo>
                    <a:pt x="509252" y="5124"/>
                  </a:lnTo>
                </a:path>
              </a:pathLst>
            </a:custGeom>
            <a:ln w="9524">
              <a:solidFill>
                <a:srgbClr val="595959"/>
              </a:solidFill>
            </a:ln>
          </p:spPr>
          <p:txBody>
            <a:bodyPr wrap="square" lIns="0" tIns="0" rIns="0" bIns="0" rtlCol="0"/>
            <a:lstStyle/>
            <a:p>
              <a:endParaRPr sz="2400"/>
            </a:p>
          </p:txBody>
        </p:sp>
        <p:sp>
          <p:nvSpPr>
            <p:cNvPr id="11" name="object 11"/>
            <p:cNvSpPr/>
            <p:nvPr/>
          </p:nvSpPr>
          <p:spPr>
            <a:xfrm>
              <a:off x="2645219" y="3663743"/>
              <a:ext cx="43815" cy="31750"/>
            </a:xfrm>
            <a:custGeom>
              <a:avLst/>
              <a:gdLst/>
              <a:ahLst/>
              <a:cxnLst/>
              <a:rect l="l" t="t" r="r" b="b"/>
              <a:pathLst>
                <a:path w="43814" h="31750">
                  <a:moveTo>
                    <a:pt x="0" y="31463"/>
                  </a:moveTo>
                  <a:lnTo>
                    <a:pt x="316" y="0"/>
                  </a:lnTo>
                  <a:lnTo>
                    <a:pt x="43381" y="16166"/>
                  </a:lnTo>
                  <a:lnTo>
                    <a:pt x="0" y="31463"/>
                  </a:lnTo>
                  <a:close/>
                </a:path>
              </a:pathLst>
            </a:custGeom>
            <a:solidFill>
              <a:srgbClr val="595959"/>
            </a:solidFill>
          </p:spPr>
          <p:txBody>
            <a:bodyPr wrap="square" lIns="0" tIns="0" rIns="0" bIns="0" rtlCol="0"/>
            <a:lstStyle/>
            <a:p>
              <a:endParaRPr sz="2400"/>
            </a:p>
          </p:txBody>
        </p:sp>
        <p:sp>
          <p:nvSpPr>
            <p:cNvPr id="12" name="object 12"/>
            <p:cNvSpPr/>
            <p:nvPr/>
          </p:nvSpPr>
          <p:spPr>
            <a:xfrm>
              <a:off x="2645219" y="3663743"/>
              <a:ext cx="43815" cy="31750"/>
            </a:xfrm>
            <a:custGeom>
              <a:avLst/>
              <a:gdLst/>
              <a:ahLst/>
              <a:cxnLst/>
              <a:rect l="l" t="t" r="r" b="b"/>
              <a:pathLst>
                <a:path w="43814" h="31750">
                  <a:moveTo>
                    <a:pt x="0" y="31463"/>
                  </a:moveTo>
                  <a:lnTo>
                    <a:pt x="43381" y="16166"/>
                  </a:lnTo>
                  <a:lnTo>
                    <a:pt x="316" y="0"/>
                  </a:lnTo>
                  <a:lnTo>
                    <a:pt x="0" y="31463"/>
                  </a:lnTo>
                  <a:close/>
                </a:path>
              </a:pathLst>
            </a:custGeom>
            <a:ln w="9524">
              <a:solidFill>
                <a:srgbClr val="595959"/>
              </a:solidFill>
            </a:ln>
          </p:spPr>
          <p:txBody>
            <a:bodyPr wrap="square" lIns="0" tIns="0" rIns="0" bIns="0" rtlCol="0"/>
            <a:lstStyle/>
            <a:p>
              <a:endParaRPr sz="2400"/>
            </a:p>
          </p:txBody>
        </p:sp>
      </p:grpSp>
      <p:sp>
        <p:nvSpPr>
          <p:cNvPr id="13" name="object 13"/>
          <p:cNvSpPr txBox="1"/>
          <p:nvPr/>
        </p:nvSpPr>
        <p:spPr>
          <a:xfrm>
            <a:off x="1684965" y="5070087"/>
            <a:ext cx="1163320" cy="838970"/>
          </a:xfrm>
          <a:prstGeom prst="rect">
            <a:avLst/>
          </a:prstGeom>
          <a:solidFill>
            <a:srgbClr val="E3C1E1"/>
          </a:solidFill>
          <a:ln w="16249">
            <a:solidFill>
              <a:srgbClr val="000000"/>
            </a:solidFill>
          </a:ln>
        </p:spPr>
        <p:txBody>
          <a:bodyPr vert="horz" wrap="square" lIns="0" tIns="71967" rIns="0" bIns="0" rtlCol="0">
            <a:spAutoFit/>
          </a:bodyPr>
          <a:lstStyle/>
          <a:p>
            <a:pPr>
              <a:spcBef>
                <a:spcPts val="567"/>
              </a:spcBef>
            </a:pPr>
            <a:endParaRPr sz="1667">
              <a:latin typeface="Times New Roman"/>
              <a:cs typeface="Times New Roman"/>
            </a:endParaRPr>
          </a:p>
          <a:p>
            <a:pPr marL="244681" marR="233674" indent="57572">
              <a:lnSpc>
                <a:spcPct val="101200"/>
              </a:lnSpc>
            </a:pPr>
            <a:r>
              <a:rPr sz="1667" spc="-13" dirty="0">
                <a:solidFill>
                  <a:srgbClr val="434343"/>
                </a:solidFill>
                <a:latin typeface="Arial Black"/>
                <a:cs typeface="Arial Black"/>
              </a:rPr>
              <a:t>Draft </a:t>
            </a:r>
            <a:r>
              <a:rPr sz="1667" spc="-53" dirty="0">
                <a:solidFill>
                  <a:srgbClr val="434343"/>
                </a:solidFill>
                <a:latin typeface="Arial Black"/>
                <a:cs typeface="Arial Black"/>
              </a:rPr>
              <a:t>Model</a:t>
            </a:r>
            <a:endParaRPr sz="1667">
              <a:latin typeface="Arial Black"/>
              <a:cs typeface="Arial Black"/>
            </a:endParaRPr>
          </a:p>
        </p:txBody>
      </p:sp>
      <p:grpSp>
        <p:nvGrpSpPr>
          <p:cNvPr id="14" name="object 14"/>
          <p:cNvGrpSpPr/>
          <p:nvPr/>
        </p:nvGrpSpPr>
        <p:grpSpPr>
          <a:xfrm>
            <a:off x="911449" y="5627794"/>
            <a:ext cx="750147" cy="55033"/>
            <a:chOff x="683587" y="3658980"/>
            <a:chExt cx="562610" cy="41275"/>
          </a:xfrm>
        </p:grpSpPr>
        <p:sp>
          <p:nvSpPr>
            <p:cNvPr id="15" name="object 15"/>
            <p:cNvSpPr/>
            <p:nvPr/>
          </p:nvSpPr>
          <p:spPr>
            <a:xfrm>
              <a:off x="688349" y="3674350"/>
              <a:ext cx="509270" cy="5715"/>
            </a:xfrm>
            <a:custGeom>
              <a:avLst/>
              <a:gdLst/>
              <a:ahLst/>
              <a:cxnLst/>
              <a:rect l="l" t="t" r="r" b="b"/>
              <a:pathLst>
                <a:path w="509269" h="5714">
                  <a:moveTo>
                    <a:pt x="0" y="0"/>
                  </a:moveTo>
                  <a:lnTo>
                    <a:pt x="509252" y="5124"/>
                  </a:lnTo>
                </a:path>
              </a:pathLst>
            </a:custGeom>
            <a:ln w="9524">
              <a:solidFill>
                <a:srgbClr val="595959"/>
              </a:solidFill>
            </a:ln>
          </p:spPr>
          <p:txBody>
            <a:bodyPr wrap="square" lIns="0" tIns="0" rIns="0" bIns="0" rtlCol="0"/>
            <a:lstStyle/>
            <a:p>
              <a:endParaRPr sz="2400"/>
            </a:p>
          </p:txBody>
        </p:sp>
        <p:sp>
          <p:nvSpPr>
            <p:cNvPr id="16" name="object 16"/>
            <p:cNvSpPr/>
            <p:nvPr/>
          </p:nvSpPr>
          <p:spPr>
            <a:xfrm>
              <a:off x="1197444" y="3663743"/>
              <a:ext cx="43815" cy="31750"/>
            </a:xfrm>
            <a:custGeom>
              <a:avLst/>
              <a:gdLst/>
              <a:ahLst/>
              <a:cxnLst/>
              <a:rect l="l" t="t" r="r" b="b"/>
              <a:pathLst>
                <a:path w="43815" h="31750">
                  <a:moveTo>
                    <a:pt x="0" y="31463"/>
                  </a:moveTo>
                  <a:lnTo>
                    <a:pt x="316" y="0"/>
                  </a:lnTo>
                  <a:lnTo>
                    <a:pt x="43381" y="16166"/>
                  </a:lnTo>
                  <a:lnTo>
                    <a:pt x="0" y="31463"/>
                  </a:lnTo>
                  <a:close/>
                </a:path>
              </a:pathLst>
            </a:custGeom>
            <a:solidFill>
              <a:srgbClr val="595959"/>
            </a:solidFill>
          </p:spPr>
          <p:txBody>
            <a:bodyPr wrap="square" lIns="0" tIns="0" rIns="0" bIns="0" rtlCol="0"/>
            <a:lstStyle/>
            <a:p>
              <a:endParaRPr sz="2400"/>
            </a:p>
          </p:txBody>
        </p:sp>
        <p:sp>
          <p:nvSpPr>
            <p:cNvPr id="17" name="object 17"/>
            <p:cNvSpPr/>
            <p:nvPr/>
          </p:nvSpPr>
          <p:spPr>
            <a:xfrm>
              <a:off x="1197444" y="3663743"/>
              <a:ext cx="43815" cy="31750"/>
            </a:xfrm>
            <a:custGeom>
              <a:avLst/>
              <a:gdLst/>
              <a:ahLst/>
              <a:cxnLst/>
              <a:rect l="l" t="t" r="r" b="b"/>
              <a:pathLst>
                <a:path w="43815" h="31750">
                  <a:moveTo>
                    <a:pt x="0" y="31463"/>
                  </a:moveTo>
                  <a:lnTo>
                    <a:pt x="43381" y="16166"/>
                  </a:lnTo>
                  <a:lnTo>
                    <a:pt x="316" y="0"/>
                  </a:lnTo>
                  <a:lnTo>
                    <a:pt x="0" y="31463"/>
                  </a:lnTo>
                  <a:close/>
                </a:path>
              </a:pathLst>
            </a:custGeom>
            <a:ln w="9524">
              <a:solidFill>
                <a:srgbClr val="595959"/>
              </a:solidFill>
            </a:ln>
          </p:spPr>
          <p:txBody>
            <a:bodyPr wrap="square" lIns="0" tIns="0" rIns="0" bIns="0" rtlCol="0"/>
            <a:lstStyle/>
            <a:p>
              <a:endParaRPr sz="2400"/>
            </a:p>
          </p:txBody>
        </p:sp>
      </p:grpSp>
      <p:sp>
        <p:nvSpPr>
          <p:cNvPr id="18" name="object 18"/>
          <p:cNvSpPr/>
          <p:nvPr/>
        </p:nvSpPr>
        <p:spPr>
          <a:xfrm>
            <a:off x="844450" y="4167969"/>
            <a:ext cx="5560905" cy="11853"/>
          </a:xfrm>
          <a:custGeom>
            <a:avLst/>
            <a:gdLst/>
            <a:ahLst/>
            <a:cxnLst/>
            <a:rect l="l" t="t" r="r" b="b"/>
            <a:pathLst>
              <a:path w="4170679" h="8889">
                <a:moveTo>
                  <a:pt x="0" y="0"/>
                </a:moveTo>
                <a:lnTo>
                  <a:pt x="4170299" y="8699"/>
                </a:lnTo>
              </a:path>
            </a:pathLst>
          </a:custGeom>
          <a:ln w="9524">
            <a:solidFill>
              <a:srgbClr val="595959"/>
            </a:solidFill>
          </a:ln>
        </p:spPr>
        <p:txBody>
          <a:bodyPr wrap="square" lIns="0" tIns="0" rIns="0" bIns="0" rtlCol="0"/>
          <a:lstStyle/>
          <a:p>
            <a:endParaRPr sz="2400"/>
          </a:p>
        </p:txBody>
      </p:sp>
      <p:sp>
        <p:nvSpPr>
          <p:cNvPr id="19" name="object 19"/>
          <p:cNvSpPr txBox="1"/>
          <p:nvPr/>
        </p:nvSpPr>
        <p:spPr>
          <a:xfrm>
            <a:off x="804516" y="4301135"/>
            <a:ext cx="2121747" cy="263320"/>
          </a:xfrm>
          <a:prstGeom prst="rect">
            <a:avLst/>
          </a:prstGeom>
        </p:spPr>
        <p:txBody>
          <a:bodyPr vert="horz" wrap="square" lIns="0" tIns="16933" rIns="0" bIns="0" rtlCol="0">
            <a:spAutoFit/>
          </a:bodyPr>
          <a:lstStyle/>
          <a:p>
            <a:pPr marL="16933">
              <a:spcBef>
                <a:spcPts val="133"/>
              </a:spcBef>
            </a:pPr>
            <a:r>
              <a:rPr sz="1600" b="1" dirty="0">
                <a:solidFill>
                  <a:srgbClr val="257693"/>
                </a:solidFill>
                <a:latin typeface="Arial"/>
                <a:cs typeface="Arial"/>
              </a:rPr>
              <a:t>Speculative</a:t>
            </a:r>
            <a:r>
              <a:rPr sz="1600" b="1" spc="-73" dirty="0">
                <a:solidFill>
                  <a:srgbClr val="257693"/>
                </a:solidFill>
                <a:latin typeface="Arial"/>
                <a:cs typeface="Arial"/>
              </a:rPr>
              <a:t> </a:t>
            </a:r>
            <a:r>
              <a:rPr sz="1600" b="1" spc="-13" dirty="0">
                <a:solidFill>
                  <a:srgbClr val="257693"/>
                </a:solidFill>
                <a:latin typeface="Arial"/>
                <a:cs typeface="Arial"/>
              </a:rPr>
              <a:t>decoding</a:t>
            </a:r>
            <a:endParaRPr sz="1600">
              <a:latin typeface="Arial"/>
              <a:cs typeface="Arial"/>
            </a:endParaRPr>
          </a:p>
        </p:txBody>
      </p:sp>
      <p:sp>
        <p:nvSpPr>
          <p:cNvPr id="20" name="object 20" descr="$PPTXTitle"/>
          <p:cNvSpPr txBox="1">
            <a:spLocks noGrp="1"/>
          </p:cNvSpPr>
          <p:nvPr>
            <p:ph type="title"/>
          </p:nvPr>
        </p:nvSpPr>
        <p:spPr>
          <a:xfrm>
            <a:off x="309316" y="671823"/>
            <a:ext cx="14020800" cy="509541"/>
          </a:xfrm>
          <a:prstGeom prst="rect">
            <a:avLst/>
          </a:prstGeom>
        </p:spPr>
        <p:txBody>
          <a:bodyPr vert="horz" wrap="square" lIns="0" tIns="16933" rIns="0" bIns="0" rtlCol="0" anchor="ctr">
            <a:spAutoFit/>
          </a:bodyPr>
          <a:lstStyle/>
          <a:p>
            <a:pPr marL="279393">
              <a:spcBef>
                <a:spcPts val="133"/>
              </a:spcBef>
            </a:pPr>
            <a:r>
              <a:rPr dirty="0"/>
              <a:t>Fewer</a:t>
            </a:r>
            <a:r>
              <a:rPr spc="-13" dirty="0"/>
              <a:t> </a:t>
            </a:r>
            <a:r>
              <a:rPr spc="67" dirty="0"/>
              <a:t>big-</a:t>
            </a:r>
            <a:r>
              <a:rPr spc="73" dirty="0"/>
              <a:t>model</a:t>
            </a:r>
            <a:r>
              <a:rPr spc="-13" dirty="0"/>
              <a:t> </a:t>
            </a:r>
            <a:r>
              <a:rPr spc="120" dirty="0"/>
              <a:t>passes</a:t>
            </a:r>
          </a:p>
        </p:txBody>
      </p:sp>
      <p:sp>
        <p:nvSpPr>
          <p:cNvPr id="21" name="object 21"/>
          <p:cNvSpPr txBox="1"/>
          <p:nvPr/>
        </p:nvSpPr>
        <p:spPr>
          <a:xfrm>
            <a:off x="3700733" y="2894161"/>
            <a:ext cx="3553460" cy="386430"/>
          </a:xfrm>
          <a:prstGeom prst="rect">
            <a:avLst/>
          </a:prstGeom>
        </p:spPr>
        <p:txBody>
          <a:bodyPr vert="horz" wrap="square" lIns="0" tIns="16933" rIns="0" bIns="0" rtlCol="0">
            <a:spAutoFit/>
          </a:bodyPr>
          <a:lstStyle/>
          <a:p>
            <a:pPr marL="16933">
              <a:spcBef>
                <a:spcPts val="133"/>
              </a:spcBef>
            </a:pPr>
            <a:r>
              <a:rPr sz="2400" spc="-60" dirty="0">
                <a:solidFill>
                  <a:srgbClr val="F65B66"/>
                </a:solidFill>
                <a:latin typeface="Arial Black"/>
                <a:cs typeface="Arial Black"/>
              </a:rPr>
              <a:t>500</a:t>
            </a:r>
            <a:r>
              <a:rPr sz="2400" spc="-87" dirty="0">
                <a:solidFill>
                  <a:srgbClr val="F65B66"/>
                </a:solidFill>
                <a:latin typeface="Arial Black"/>
                <a:cs typeface="Arial Black"/>
              </a:rPr>
              <a:t> </a:t>
            </a:r>
            <a:r>
              <a:rPr sz="2400" dirty="0">
                <a:solidFill>
                  <a:srgbClr val="F65B66"/>
                </a:solidFill>
                <a:latin typeface="Arial Black"/>
                <a:cs typeface="Arial Black"/>
              </a:rPr>
              <a:t>big-model</a:t>
            </a:r>
            <a:r>
              <a:rPr sz="2400" spc="-80" dirty="0">
                <a:solidFill>
                  <a:srgbClr val="F65B66"/>
                </a:solidFill>
                <a:latin typeface="Arial Black"/>
                <a:cs typeface="Arial Black"/>
              </a:rPr>
              <a:t> </a:t>
            </a:r>
            <a:r>
              <a:rPr sz="2400" spc="-53" dirty="0">
                <a:solidFill>
                  <a:srgbClr val="F65B66"/>
                </a:solidFill>
                <a:latin typeface="Arial Black"/>
                <a:cs typeface="Arial Black"/>
              </a:rPr>
              <a:t>passes</a:t>
            </a:r>
            <a:endParaRPr sz="2400">
              <a:latin typeface="Arial Black"/>
              <a:cs typeface="Arial Black"/>
            </a:endParaRPr>
          </a:p>
        </p:txBody>
      </p:sp>
      <p:sp>
        <p:nvSpPr>
          <p:cNvPr id="22" name="object 22"/>
          <p:cNvSpPr txBox="1"/>
          <p:nvPr/>
        </p:nvSpPr>
        <p:spPr>
          <a:xfrm>
            <a:off x="5554932" y="5355460"/>
            <a:ext cx="4441613" cy="386430"/>
          </a:xfrm>
          <a:prstGeom prst="rect">
            <a:avLst/>
          </a:prstGeom>
        </p:spPr>
        <p:txBody>
          <a:bodyPr vert="horz" wrap="square" lIns="0" tIns="16933" rIns="0" bIns="0" rtlCol="0">
            <a:spAutoFit/>
          </a:bodyPr>
          <a:lstStyle/>
          <a:p>
            <a:pPr marL="16933">
              <a:spcBef>
                <a:spcPts val="133"/>
              </a:spcBef>
            </a:pPr>
            <a:r>
              <a:rPr sz="2400" spc="-87" dirty="0">
                <a:solidFill>
                  <a:srgbClr val="F65B66"/>
                </a:solidFill>
                <a:latin typeface="Arial Black"/>
                <a:cs typeface="Arial Black"/>
              </a:rPr>
              <a:t>~50%-</a:t>
            </a:r>
            <a:r>
              <a:rPr sz="2400" spc="-93" dirty="0">
                <a:solidFill>
                  <a:srgbClr val="F65B66"/>
                </a:solidFill>
                <a:latin typeface="Arial Black"/>
                <a:cs typeface="Arial Black"/>
              </a:rPr>
              <a:t>67%</a:t>
            </a:r>
            <a:r>
              <a:rPr sz="2400" spc="-233" dirty="0">
                <a:solidFill>
                  <a:srgbClr val="F65B66"/>
                </a:solidFill>
                <a:latin typeface="Arial Black"/>
                <a:cs typeface="Arial Black"/>
              </a:rPr>
              <a:t> </a:t>
            </a:r>
            <a:r>
              <a:rPr sz="2400" spc="-67" dirty="0">
                <a:solidFill>
                  <a:srgbClr val="F65B66"/>
                </a:solidFill>
                <a:latin typeface="Arial Black"/>
                <a:cs typeface="Arial Black"/>
              </a:rPr>
              <a:t>reduction</a:t>
            </a:r>
            <a:r>
              <a:rPr sz="2400" spc="-227" dirty="0">
                <a:solidFill>
                  <a:srgbClr val="F65B66"/>
                </a:solidFill>
                <a:latin typeface="Arial Black"/>
                <a:cs typeface="Arial Black"/>
              </a:rPr>
              <a:t> </a:t>
            </a:r>
            <a:r>
              <a:rPr sz="2400" spc="-27" dirty="0">
                <a:solidFill>
                  <a:srgbClr val="F65B66"/>
                </a:solidFill>
                <a:latin typeface="Arial Black"/>
                <a:cs typeface="Arial Black"/>
              </a:rPr>
              <a:t>typical</a:t>
            </a:r>
            <a:endParaRPr sz="2400">
              <a:latin typeface="Arial Black"/>
              <a:cs typeface="Arial Black"/>
            </a:endParaRPr>
          </a:p>
        </p:txBody>
      </p:sp>
      <p:sp>
        <p:nvSpPr>
          <p:cNvPr id="64" name="TextBox 63">
            <a:extLst>
              <a:ext uri="{FF2B5EF4-FFF2-40B4-BE49-F238E27FC236}">
                <a16:creationId xmlns:a16="http://schemas.microsoft.com/office/drawing/2014/main" id="{0AD4FFEB-B6AF-BAD7-8CC4-904087299011}"/>
              </a:ext>
            </a:extLst>
          </p:cNvPr>
          <p:cNvSpPr txBox="1"/>
          <p:nvPr/>
        </p:nvSpPr>
        <p:spPr>
          <a:xfrm>
            <a:off x="8036256" y="1512904"/>
            <a:ext cx="3553460" cy="1862048"/>
          </a:xfrm>
          <a:prstGeom prst="rect">
            <a:avLst/>
          </a:prstGeom>
        </p:spPr>
        <p:txBody>
          <a:bodyPr vert="horz" wrap="square" lIns="0" tIns="15240" rIns="0" bIns="0" rtlCol="0">
            <a:spAutoFit/>
          </a:bodyPr>
          <a:lstStyle>
            <a:defPPr>
              <a:defRPr lang="en-US"/>
            </a:defPPr>
            <a:lvl1pPr>
              <a:spcBef>
                <a:spcPts val="120"/>
              </a:spcBef>
              <a:defRPr sz="2000" b="1">
                <a:latin typeface="Cambria" panose="02040503050406030204" pitchFamily="18" charset="0"/>
                <a:ea typeface="Cambria" panose="02040503050406030204" pitchFamily="18" charset="0"/>
              </a:defRPr>
            </a:lvl1pPr>
          </a:lstStyle>
          <a:p>
            <a:r>
              <a:rPr lang="en-US" b="0" dirty="0"/>
              <a:t>Instead of relying on a slow forward pass for </a:t>
            </a:r>
            <a:r>
              <a:rPr lang="en-US" b="0" i="1" dirty="0"/>
              <a:t>every single word</a:t>
            </a:r>
            <a:r>
              <a:rPr lang="en-US" b="0" dirty="0"/>
              <a:t>, you effectively get multiple tokens for the computational cost of a single verification step.</a:t>
            </a:r>
          </a:p>
        </p:txBody>
      </p:sp>
    </p:spTree>
    <p:extLst>
      <p:ext uri="{BB962C8B-B14F-4D97-AF65-F5344CB8AC3E}">
        <p14:creationId xmlns:p14="http://schemas.microsoft.com/office/powerpoint/2010/main" val="26132570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0CA04-EB70-98C8-120C-7A26A6C06D9D}"/>
              </a:ext>
            </a:extLst>
          </p:cNvPr>
          <p:cNvSpPr>
            <a:spLocks noGrp="1"/>
          </p:cNvSpPr>
          <p:nvPr>
            <p:ph type="title"/>
          </p:nvPr>
        </p:nvSpPr>
        <p:spPr/>
        <p:txBody>
          <a:bodyPr/>
          <a:lstStyle/>
          <a:p>
            <a:r>
              <a:rPr lang="en-IN" spc="60" dirty="0"/>
              <a:t>One</a:t>
            </a:r>
            <a:r>
              <a:rPr lang="en-IN" spc="15" dirty="0"/>
              <a:t> </a:t>
            </a:r>
            <a:r>
              <a:rPr lang="en-IN" dirty="0"/>
              <a:t>forward</a:t>
            </a:r>
            <a:r>
              <a:rPr lang="en-IN" spc="20" dirty="0"/>
              <a:t> </a:t>
            </a:r>
            <a:r>
              <a:rPr lang="en-IN" spc="85" dirty="0"/>
              <a:t>pass</a:t>
            </a:r>
            <a:endParaRPr lang="en-IN" dirty="0"/>
          </a:p>
        </p:txBody>
      </p:sp>
      <p:pic>
        <p:nvPicPr>
          <p:cNvPr id="9" name="Picture 8">
            <a:extLst>
              <a:ext uri="{FF2B5EF4-FFF2-40B4-BE49-F238E27FC236}">
                <a16:creationId xmlns:a16="http://schemas.microsoft.com/office/drawing/2014/main" id="{43A08299-5637-E5F6-511B-8D59E1347039}"/>
              </a:ext>
            </a:extLst>
          </p:cNvPr>
          <p:cNvPicPr>
            <a:picLocks noChangeAspect="1"/>
          </p:cNvPicPr>
          <p:nvPr/>
        </p:nvPicPr>
        <p:blipFill>
          <a:blip r:embed="rId2"/>
          <a:stretch>
            <a:fillRect/>
          </a:stretch>
        </p:blipFill>
        <p:spPr>
          <a:xfrm>
            <a:off x="986417" y="1761006"/>
            <a:ext cx="10058131" cy="3335988"/>
          </a:xfrm>
          <a:prstGeom prst="rect">
            <a:avLst/>
          </a:prstGeom>
        </p:spPr>
      </p:pic>
    </p:spTree>
    <p:extLst>
      <p:ext uri="{BB962C8B-B14F-4D97-AF65-F5344CB8AC3E}">
        <p14:creationId xmlns:p14="http://schemas.microsoft.com/office/powerpoint/2010/main" val="16703649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09316" y="671823"/>
            <a:ext cx="14020800" cy="509541"/>
          </a:xfrm>
          <a:prstGeom prst="rect">
            <a:avLst/>
          </a:prstGeom>
        </p:spPr>
        <p:txBody>
          <a:bodyPr vert="horz" wrap="square" lIns="0" tIns="16933" rIns="0" bIns="0" rtlCol="0" anchor="ctr">
            <a:spAutoFit/>
          </a:bodyPr>
          <a:lstStyle/>
          <a:p>
            <a:pPr marL="279393">
              <a:spcBef>
                <a:spcPts val="133"/>
              </a:spcBef>
            </a:pPr>
            <a:r>
              <a:rPr spc="107" dirty="0"/>
              <a:t>Speculative</a:t>
            </a:r>
            <a:r>
              <a:rPr spc="-120" dirty="0"/>
              <a:t> </a:t>
            </a:r>
            <a:r>
              <a:rPr spc="93" dirty="0"/>
              <a:t>decoding</a:t>
            </a:r>
          </a:p>
        </p:txBody>
      </p:sp>
      <p:sp>
        <p:nvSpPr>
          <p:cNvPr id="3" name="object 3"/>
          <p:cNvSpPr txBox="1"/>
          <p:nvPr/>
        </p:nvSpPr>
        <p:spPr>
          <a:xfrm>
            <a:off x="4468749" y="2669401"/>
            <a:ext cx="1163320" cy="838970"/>
          </a:xfrm>
          <a:prstGeom prst="rect">
            <a:avLst/>
          </a:prstGeom>
          <a:solidFill>
            <a:srgbClr val="E3C1E1"/>
          </a:solidFill>
          <a:ln w="16249">
            <a:solidFill>
              <a:srgbClr val="000000"/>
            </a:solidFill>
          </a:ln>
        </p:spPr>
        <p:txBody>
          <a:bodyPr vert="horz" wrap="square" lIns="0" tIns="71967" rIns="0" bIns="0" rtlCol="0">
            <a:spAutoFit/>
          </a:bodyPr>
          <a:lstStyle/>
          <a:p>
            <a:pPr>
              <a:spcBef>
                <a:spcPts val="567"/>
              </a:spcBef>
            </a:pPr>
            <a:endParaRPr sz="1667" dirty="0">
              <a:latin typeface="Times New Roman"/>
              <a:cs typeface="Times New Roman"/>
            </a:endParaRPr>
          </a:p>
          <a:p>
            <a:pPr marL="244681" marR="233674" indent="57572">
              <a:lnSpc>
                <a:spcPct val="101200"/>
              </a:lnSpc>
            </a:pPr>
            <a:r>
              <a:rPr sz="1667" spc="-13" dirty="0">
                <a:solidFill>
                  <a:srgbClr val="434343"/>
                </a:solidFill>
                <a:latin typeface="Arial Black"/>
                <a:cs typeface="Arial Black"/>
              </a:rPr>
              <a:t>Draft </a:t>
            </a:r>
            <a:r>
              <a:rPr sz="1667" spc="-53" dirty="0">
                <a:solidFill>
                  <a:srgbClr val="434343"/>
                </a:solidFill>
                <a:latin typeface="Arial Black"/>
                <a:cs typeface="Arial Black"/>
              </a:rPr>
              <a:t>Model</a:t>
            </a:r>
            <a:endParaRPr sz="1667" dirty="0">
              <a:latin typeface="Arial Black"/>
              <a:cs typeface="Arial Black"/>
            </a:endParaRPr>
          </a:p>
        </p:txBody>
      </p:sp>
      <p:grpSp>
        <p:nvGrpSpPr>
          <p:cNvPr id="4" name="object 4"/>
          <p:cNvGrpSpPr/>
          <p:nvPr/>
        </p:nvGrpSpPr>
        <p:grpSpPr>
          <a:xfrm>
            <a:off x="86783" y="3113968"/>
            <a:ext cx="4370493" cy="306493"/>
            <a:chOff x="65087" y="2335476"/>
            <a:chExt cx="3277870" cy="229870"/>
          </a:xfrm>
        </p:grpSpPr>
        <p:sp>
          <p:nvSpPr>
            <p:cNvPr id="5" name="object 5"/>
            <p:cNvSpPr/>
            <p:nvPr/>
          </p:nvSpPr>
          <p:spPr>
            <a:xfrm>
              <a:off x="2954962" y="2438550"/>
              <a:ext cx="339725" cy="0"/>
            </a:xfrm>
            <a:custGeom>
              <a:avLst/>
              <a:gdLst/>
              <a:ahLst/>
              <a:cxnLst/>
              <a:rect l="l" t="t" r="r" b="b"/>
              <a:pathLst>
                <a:path w="339725">
                  <a:moveTo>
                    <a:pt x="0" y="0"/>
                  </a:moveTo>
                  <a:lnTo>
                    <a:pt x="339449" y="0"/>
                  </a:lnTo>
                </a:path>
              </a:pathLst>
            </a:custGeom>
            <a:ln w="9524">
              <a:solidFill>
                <a:srgbClr val="434343"/>
              </a:solidFill>
            </a:ln>
          </p:spPr>
          <p:txBody>
            <a:bodyPr wrap="square" lIns="0" tIns="0" rIns="0" bIns="0" rtlCol="0"/>
            <a:lstStyle/>
            <a:p>
              <a:endParaRPr sz="2400"/>
            </a:p>
          </p:txBody>
        </p:sp>
        <p:sp>
          <p:nvSpPr>
            <p:cNvPr id="6" name="object 6"/>
            <p:cNvSpPr/>
            <p:nvPr/>
          </p:nvSpPr>
          <p:spPr>
            <a:xfrm>
              <a:off x="3294412" y="2422817"/>
              <a:ext cx="43815" cy="31750"/>
            </a:xfrm>
            <a:custGeom>
              <a:avLst/>
              <a:gdLst/>
              <a:ahLst/>
              <a:cxnLst/>
              <a:rect l="l" t="t" r="r" b="b"/>
              <a:pathLst>
                <a:path w="43814" h="31750">
                  <a:moveTo>
                    <a:pt x="0" y="31465"/>
                  </a:moveTo>
                  <a:lnTo>
                    <a:pt x="0" y="0"/>
                  </a:lnTo>
                  <a:lnTo>
                    <a:pt x="43225" y="15732"/>
                  </a:lnTo>
                  <a:lnTo>
                    <a:pt x="0" y="31465"/>
                  </a:lnTo>
                  <a:close/>
                </a:path>
              </a:pathLst>
            </a:custGeom>
            <a:solidFill>
              <a:srgbClr val="434343"/>
            </a:solidFill>
          </p:spPr>
          <p:txBody>
            <a:bodyPr wrap="square" lIns="0" tIns="0" rIns="0" bIns="0" rtlCol="0"/>
            <a:lstStyle/>
            <a:p>
              <a:endParaRPr sz="2400"/>
            </a:p>
          </p:txBody>
        </p:sp>
        <p:sp>
          <p:nvSpPr>
            <p:cNvPr id="7" name="object 7"/>
            <p:cNvSpPr/>
            <p:nvPr/>
          </p:nvSpPr>
          <p:spPr>
            <a:xfrm>
              <a:off x="3294412" y="2422817"/>
              <a:ext cx="43815" cy="31750"/>
            </a:xfrm>
            <a:custGeom>
              <a:avLst/>
              <a:gdLst/>
              <a:ahLst/>
              <a:cxnLst/>
              <a:rect l="l" t="t" r="r" b="b"/>
              <a:pathLst>
                <a:path w="43814" h="31750">
                  <a:moveTo>
                    <a:pt x="0" y="31465"/>
                  </a:moveTo>
                  <a:lnTo>
                    <a:pt x="43225" y="15732"/>
                  </a:lnTo>
                  <a:lnTo>
                    <a:pt x="0" y="0"/>
                  </a:lnTo>
                  <a:lnTo>
                    <a:pt x="0" y="31465"/>
                  </a:lnTo>
                  <a:close/>
                </a:path>
              </a:pathLst>
            </a:custGeom>
            <a:ln w="9524">
              <a:solidFill>
                <a:srgbClr val="434343"/>
              </a:solidFill>
            </a:ln>
          </p:spPr>
          <p:txBody>
            <a:bodyPr wrap="square" lIns="0" tIns="0" rIns="0" bIns="0" rtlCol="0"/>
            <a:lstStyle/>
            <a:p>
              <a:endParaRPr sz="2400"/>
            </a:p>
          </p:txBody>
        </p:sp>
        <p:sp>
          <p:nvSpPr>
            <p:cNvPr id="8" name="object 8"/>
            <p:cNvSpPr/>
            <p:nvPr/>
          </p:nvSpPr>
          <p:spPr>
            <a:xfrm>
              <a:off x="69850" y="2340239"/>
              <a:ext cx="532130" cy="220345"/>
            </a:xfrm>
            <a:custGeom>
              <a:avLst/>
              <a:gdLst/>
              <a:ahLst/>
              <a:cxnLst/>
              <a:rect l="l" t="t" r="r" b="b"/>
              <a:pathLst>
                <a:path w="532130" h="220344">
                  <a:moveTo>
                    <a:pt x="4952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495249" y="0"/>
                  </a:lnTo>
                  <a:lnTo>
                    <a:pt x="529110" y="22624"/>
                  </a:lnTo>
                  <a:lnTo>
                    <a:pt x="531899" y="36650"/>
                  </a:lnTo>
                  <a:lnTo>
                    <a:pt x="531899" y="183249"/>
                  </a:lnTo>
                  <a:lnTo>
                    <a:pt x="529019" y="197515"/>
                  </a:lnTo>
                  <a:lnTo>
                    <a:pt x="521165" y="209165"/>
                  </a:lnTo>
                  <a:lnTo>
                    <a:pt x="509515" y="217019"/>
                  </a:lnTo>
                  <a:lnTo>
                    <a:pt x="495249" y="219899"/>
                  </a:lnTo>
                  <a:close/>
                </a:path>
              </a:pathLst>
            </a:custGeom>
            <a:solidFill>
              <a:srgbClr val="FFF6F6"/>
            </a:solidFill>
          </p:spPr>
          <p:txBody>
            <a:bodyPr wrap="square" lIns="0" tIns="0" rIns="0" bIns="0" rtlCol="0"/>
            <a:lstStyle/>
            <a:p>
              <a:endParaRPr sz="2400"/>
            </a:p>
          </p:txBody>
        </p:sp>
        <p:sp>
          <p:nvSpPr>
            <p:cNvPr id="9" name="object 9"/>
            <p:cNvSpPr/>
            <p:nvPr/>
          </p:nvSpPr>
          <p:spPr>
            <a:xfrm>
              <a:off x="69850" y="2340239"/>
              <a:ext cx="532130" cy="220345"/>
            </a:xfrm>
            <a:custGeom>
              <a:avLst/>
              <a:gdLst/>
              <a:ahLst/>
              <a:cxnLst/>
              <a:rect l="l" t="t" r="r" b="b"/>
              <a:pathLst>
                <a:path w="532130" h="220344">
                  <a:moveTo>
                    <a:pt x="0" y="36650"/>
                  </a:moveTo>
                  <a:lnTo>
                    <a:pt x="2880" y="22384"/>
                  </a:lnTo>
                  <a:lnTo>
                    <a:pt x="10734" y="10734"/>
                  </a:lnTo>
                  <a:lnTo>
                    <a:pt x="22384" y="2880"/>
                  </a:lnTo>
                  <a:lnTo>
                    <a:pt x="36650" y="0"/>
                  </a:lnTo>
                  <a:lnTo>
                    <a:pt x="495249" y="0"/>
                  </a:lnTo>
                  <a:lnTo>
                    <a:pt x="529110" y="22624"/>
                  </a:lnTo>
                  <a:lnTo>
                    <a:pt x="531899" y="36650"/>
                  </a:lnTo>
                  <a:lnTo>
                    <a:pt x="531899" y="183249"/>
                  </a:lnTo>
                  <a:lnTo>
                    <a:pt x="529019" y="197515"/>
                  </a:lnTo>
                  <a:lnTo>
                    <a:pt x="521165" y="209165"/>
                  </a:lnTo>
                  <a:lnTo>
                    <a:pt x="509515" y="217019"/>
                  </a:lnTo>
                  <a:lnTo>
                    <a:pt x="4952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sp>
          <p:nvSpPr>
            <p:cNvPr id="10" name="object 10"/>
            <p:cNvSpPr/>
            <p:nvPr/>
          </p:nvSpPr>
          <p:spPr>
            <a:xfrm>
              <a:off x="642664" y="2340239"/>
              <a:ext cx="739140" cy="220345"/>
            </a:xfrm>
            <a:custGeom>
              <a:avLst/>
              <a:gdLst/>
              <a:ahLst/>
              <a:cxnLst/>
              <a:rect l="l" t="t" r="r" b="b"/>
              <a:pathLst>
                <a:path w="739140" h="220344">
                  <a:moveTo>
                    <a:pt x="7022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702249" y="0"/>
                  </a:lnTo>
                  <a:lnTo>
                    <a:pt x="736110" y="22624"/>
                  </a:lnTo>
                  <a:lnTo>
                    <a:pt x="738900" y="36650"/>
                  </a:lnTo>
                  <a:lnTo>
                    <a:pt x="738900" y="183249"/>
                  </a:lnTo>
                  <a:lnTo>
                    <a:pt x="736019" y="197515"/>
                  </a:lnTo>
                  <a:lnTo>
                    <a:pt x="728165" y="209165"/>
                  </a:lnTo>
                  <a:lnTo>
                    <a:pt x="716515" y="217019"/>
                  </a:lnTo>
                  <a:lnTo>
                    <a:pt x="702249" y="219899"/>
                  </a:lnTo>
                  <a:close/>
                </a:path>
              </a:pathLst>
            </a:custGeom>
            <a:solidFill>
              <a:srgbClr val="FFF6F6"/>
            </a:solidFill>
          </p:spPr>
          <p:txBody>
            <a:bodyPr wrap="square" lIns="0" tIns="0" rIns="0" bIns="0" rtlCol="0"/>
            <a:lstStyle/>
            <a:p>
              <a:endParaRPr sz="2400"/>
            </a:p>
          </p:txBody>
        </p:sp>
        <p:sp>
          <p:nvSpPr>
            <p:cNvPr id="11" name="object 11"/>
            <p:cNvSpPr/>
            <p:nvPr/>
          </p:nvSpPr>
          <p:spPr>
            <a:xfrm>
              <a:off x="642664" y="2340239"/>
              <a:ext cx="739140" cy="220345"/>
            </a:xfrm>
            <a:custGeom>
              <a:avLst/>
              <a:gdLst/>
              <a:ahLst/>
              <a:cxnLst/>
              <a:rect l="l" t="t" r="r" b="b"/>
              <a:pathLst>
                <a:path w="739140" h="220344">
                  <a:moveTo>
                    <a:pt x="0" y="36650"/>
                  </a:moveTo>
                  <a:lnTo>
                    <a:pt x="2880" y="22384"/>
                  </a:lnTo>
                  <a:lnTo>
                    <a:pt x="10734" y="10734"/>
                  </a:lnTo>
                  <a:lnTo>
                    <a:pt x="22384" y="2880"/>
                  </a:lnTo>
                  <a:lnTo>
                    <a:pt x="36650" y="0"/>
                  </a:lnTo>
                  <a:lnTo>
                    <a:pt x="702249" y="0"/>
                  </a:lnTo>
                  <a:lnTo>
                    <a:pt x="736110" y="22624"/>
                  </a:lnTo>
                  <a:lnTo>
                    <a:pt x="738900" y="36650"/>
                  </a:lnTo>
                  <a:lnTo>
                    <a:pt x="738900" y="183249"/>
                  </a:lnTo>
                  <a:lnTo>
                    <a:pt x="736019" y="197515"/>
                  </a:lnTo>
                  <a:lnTo>
                    <a:pt x="728165" y="209165"/>
                  </a:lnTo>
                  <a:lnTo>
                    <a:pt x="716515" y="217019"/>
                  </a:lnTo>
                  <a:lnTo>
                    <a:pt x="7022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sp>
          <p:nvSpPr>
            <p:cNvPr id="12" name="object 12"/>
            <p:cNvSpPr/>
            <p:nvPr/>
          </p:nvSpPr>
          <p:spPr>
            <a:xfrm>
              <a:off x="1421448" y="2340239"/>
              <a:ext cx="365760" cy="220345"/>
            </a:xfrm>
            <a:custGeom>
              <a:avLst/>
              <a:gdLst/>
              <a:ahLst/>
              <a:cxnLst/>
              <a:rect l="l" t="t" r="r" b="b"/>
              <a:pathLst>
                <a:path w="365760" h="220344">
                  <a:moveTo>
                    <a:pt x="3290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329049" y="0"/>
                  </a:lnTo>
                  <a:lnTo>
                    <a:pt x="362910" y="22624"/>
                  </a:lnTo>
                  <a:lnTo>
                    <a:pt x="365699" y="36650"/>
                  </a:lnTo>
                  <a:lnTo>
                    <a:pt x="365699" y="183249"/>
                  </a:lnTo>
                  <a:lnTo>
                    <a:pt x="362819" y="197515"/>
                  </a:lnTo>
                  <a:lnTo>
                    <a:pt x="354965" y="209165"/>
                  </a:lnTo>
                  <a:lnTo>
                    <a:pt x="343315" y="217019"/>
                  </a:lnTo>
                  <a:lnTo>
                    <a:pt x="329049" y="219899"/>
                  </a:lnTo>
                  <a:close/>
                </a:path>
              </a:pathLst>
            </a:custGeom>
            <a:solidFill>
              <a:srgbClr val="FFF6F6"/>
            </a:solidFill>
          </p:spPr>
          <p:txBody>
            <a:bodyPr wrap="square" lIns="0" tIns="0" rIns="0" bIns="0" rtlCol="0"/>
            <a:lstStyle/>
            <a:p>
              <a:endParaRPr sz="2400"/>
            </a:p>
          </p:txBody>
        </p:sp>
        <p:sp>
          <p:nvSpPr>
            <p:cNvPr id="13" name="object 13"/>
            <p:cNvSpPr/>
            <p:nvPr/>
          </p:nvSpPr>
          <p:spPr>
            <a:xfrm>
              <a:off x="1421448" y="2340239"/>
              <a:ext cx="365760" cy="220345"/>
            </a:xfrm>
            <a:custGeom>
              <a:avLst/>
              <a:gdLst/>
              <a:ahLst/>
              <a:cxnLst/>
              <a:rect l="l" t="t" r="r" b="b"/>
              <a:pathLst>
                <a:path w="365760" h="220344">
                  <a:moveTo>
                    <a:pt x="0" y="36650"/>
                  </a:moveTo>
                  <a:lnTo>
                    <a:pt x="2880" y="22384"/>
                  </a:lnTo>
                  <a:lnTo>
                    <a:pt x="10734" y="10734"/>
                  </a:lnTo>
                  <a:lnTo>
                    <a:pt x="22384" y="2880"/>
                  </a:lnTo>
                  <a:lnTo>
                    <a:pt x="36650" y="0"/>
                  </a:lnTo>
                  <a:lnTo>
                    <a:pt x="329049" y="0"/>
                  </a:lnTo>
                  <a:lnTo>
                    <a:pt x="362910" y="22624"/>
                  </a:lnTo>
                  <a:lnTo>
                    <a:pt x="365699" y="36650"/>
                  </a:lnTo>
                  <a:lnTo>
                    <a:pt x="365699" y="183249"/>
                  </a:lnTo>
                  <a:lnTo>
                    <a:pt x="362819" y="197515"/>
                  </a:lnTo>
                  <a:lnTo>
                    <a:pt x="354965" y="209165"/>
                  </a:lnTo>
                  <a:lnTo>
                    <a:pt x="343315" y="217019"/>
                  </a:lnTo>
                  <a:lnTo>
                    <a:pt x="3290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sp>
          <p:nvSpPr>
            <p:cNvPr id="14" name="object 14"/>
            <p:cNvSpPr/>
            <p:nvPr/>
          </p:nvSpPr>
          <p:spPr>
            <a:xfrm>
              <a:off x="1827026" y="2340239"/>
              <a:ext cx="682625" cy="220345"/>
            </a:xfrm>
            <a:custGeom>
              <a:avLst/>
              <a:gdLst/>
              <a:ahLst/>
              <a:cxnLst/>
              <a:rect l="l" t="t" r="r" b="b"/>
              <a:pathLst>
                <a:path w="682625" h="220344">
                  <a:moveTo>
                    <a:pt x="6458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645849" y="0"/>
                  </a:lnTo>
                  <a:lnTo>
                    <a:pt x="679710" y="22624"/>
                  </a:lnTo>
                  <a:lnTo>
                    <a:pt x="682499" y="36650"/>
                  </a:lnTo>
                  <a:lnTo>
                    <a:pt x="682499" y="183249"/>
                  </a:lnTo>
                  <a:lnTo>
                    <a:pt x="679619" y="197515"/>
                  </a:lnTo>
                  <a:lnTo>
                    <a:pt x="671765" y="209165"/>
                  </a:lnTo>
                  <a:lnTo>
                    <a:pt x="660115" y="217019"/>
                  </a:lnTo>
                  <a:lnTo>
                    <a:pt x="645849" y="219899"/>
                  </a:lnTo>
                  <a:close/>
                </a:path>
              </a:pathLst>
            </a:custGeom>
            <a:solidFill>
              <a:srgbClr val="FFF6F6"/>
            </a:solidFill>
          </p:spPr>
          <p:txBody>
            <a:bodyPr wrap="square" lIns="0" tIns="0" rIns="0" bIns="0" rtlCol="0"/>
            <a:lstStyle/>
            <a:p>
              <a:endParaRPr sz="2400"/>
            </a:p>
          </p:txBody>
        </p:sp>
        <p:sp>
          <p:nvSpPr>
            <p:cNvPr id="15" name="object 15"/>
            <p:cNvSpPr/>
            <p:nvPr/>
          </p:nvSpPr>
          <p:spPr>
            <a:xfrm>
              <a:off x="1827026" y="2340239"/>
              <a:ext cx="682625" cy="220345"/>
            </a:xfrm>
            <a:custGeom>
              <a:avLst/>
              <a:gdLst/>
              <a:ahLst/>
              <a:cxnLst/>
              <a:rect l="l" t="t" r="r" b="b"/>
              <a:pathLst>
                <a:path w="682625" h="220344">
                  <a:moveTo>
                    <a:pt x="0" y="36650"/>
                  </a:moveTo>
                  <a:lnTo>
                    <a:pt x="2880" y="22384"/>
                  </a:lnTo>
                  <a:lnTo>
                    <a:pt x="10734" y="10734"/>
                  </a:lnTo>
                  <a:lnTo>
                    <a:pt x="22384" y="2880"/>
                  </a:lnTo>
                  <a:lnTo>
                    <a:pt x="36650" y="0"/>
                  </a:lnTo>
                  <a:lnTo>
                    <a:pt x="645849" y="0"/>
                  </a:lnTo>
                  <a:lnTo>
                    <a:pt x="679710" y="22624"/>
                  </a:lnTo>
                  <a:lnTo>
                    <a:pt x="682499" y="36650"/>
                  </a:lnTo>
                  <a:lnTo>
                    <a:pt x="682499" y="183249"/>
                  </a:lnTo>
                  <a:lnTo>
                    <a:pt x="679619" y="197515"/>
                  </a:lnTo>
                  <a:lnTo>
                    <a:pt x="671765" y="209165"/>
                  </a:lnTo>
                  <a:lnTo>
                    <a:pt x="660115" y="217019"/>
                  </a:lnTo>
                  <a:lnTo>
                    <a:pt x="6458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sp>
          <p:nvSpPr>
            <p:cNvPr id="16" name="object 16"/>
            <p:cNvSpPr/>
            <p:nvPr/>
          </p:nvSpPr>
          <p:spPr>
            <a:xfrm>
              <a:off x="2549400" y="2340239"/>
              <a:ext cx="365760" cy="220345"/>
            </a:xfrm>
            <a:custGeom>
              <a:avLst/>
              <a:gdLst/>
              <a:ahLst/>
              <a:cxnLst/>
              <a:rect l="l" t="t" r="r" b="b"/>
              <a:pathLst>
                <a:path w="365760" h="220344">
                  <a:moveTo>
                    <a:pt x="3290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329049" y="0"/>
                  </a:lnTo>
                  <a:lnTo>
                    <a:pt x="362910" y="22624"/>
                  </a:lnTo>
                  <a:lnTo>
                    <a:pt x="365699" y="36650"/>
                  </a:lnTo>
                  <a:lnTo>
                    <a:pt x="365699" y="183249"/>
                  </a:lnTo>
                  <a:lnTo>
                    <a:pt x="362819" y="197515"/>
                  </a:lnTo>
                  <a:lnTo>
                    <a:pt x="354965" y="209165"/>
                  </a:lnTo>
                  <a:lnTo>
                    <a:pt x="343315" y="217019"/>
                  </a:lnTo>
                  <a:lnTo>
                    <a:pt x="329049" y="219899"/>
                  </a:lnTo>
                  <a:close/>
                </a:path>
              </a:pathLst>
            </a:custGeom>
            <a:solidFill>
              <a:srgbClr val="FFF6F6"/>
            </a:solidFill>
          </p:spPr>
          <p:txBody>
            <a:bodyPr wrap="square" lIns="0" tIns="0" rIns="0" bIns="0" rtlCol="0"/>
            <a:lstStyle/>
            <a:p>
              <a:endParaRPr sz="2400"/>
            </a:p>
          </p:txBody>
        </p:sp>
        <p:sp>
          <p:nvSpPr>
            <p:cNvPr id="17" name="object 17"/>
            <p:cNvSpPr/>
            <p:nvPr/>
          </p:nvSpPr>
          <p:spPr>
            <a:xfrm>
              <a:off x="2549400" y="2340239"/>
              <a:ext cx="365760" cy="220345"/>
            </a:xfrm>
            <a:custGeom>
              <a:avLst/>
              <a:gdLst/>
              <a:ahLst/>
              <a:cxnLst/>
              <a:rect l="l" t="t" r="r" b="b"/>
              <a:pathLst>
                <a:path w="365760" h="220344">
                  <a:moveTo>
                    <a:pt x="0" y="36650"/>
                  </a:moveTo>
                  <a:lnTo>
                    <a:pt x="2880" y="22384"/>
                  </a:lnTo>
                  <a:lnTo>
                    <a:pt x="10734" y="10734"/>
                  </a:lnTo>
                  <a:lnTo>
                    <a:pt x="22384" y="2880"/>
                  </a:lnTo>
                  <a:lnTo>
                    <a:pt x="36650" y="0"/>
                  </a:lnTo>
                  <a:lnTo>
                    <a:pt x="329049" y="0"/>
                  </a:lnTo>
                  <a:lnTo>
                    <a:pt x="362910" y="22624"/>
                  </a:lnTo>
                  <a:lnTo>
                    <a:pt x="365699" y="36650"/>
                  </a:lnTo>
                  <a:lnTo>
                    <a:pt x="365699" y="183249"/>
                  </a:lnTo>
                  <a:lnTo>
                    <a:pt x="362819" y="197515"/>
                  </a:lnTo>
                  <a:lnTo>
                    <a:pt x="354965" y="209165"/>
                  </a:lnTo>
                  <a:lnTo>
                    <a:pt x="343315" y="217019"/>
                  </a:lnTo>
                  <a:lnTo>
                    <a:pt x="3290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grpSp>
      <p:sp>
        <p:nvSpPr>
          <p:cNvPr id="18" name="object 18"/>
          <p:cNvSpPr txBox="1"/>
          <p:nvPr/>
        </p:nvSpPr>
        <p:spPr>
          <a:xfrm>
            <a:off x="217440" y="3098263"/>
            <a:ext cx="3533987" cy="304421"/>
          </a:xfrm>
          <a:prstGeom prst="rect">
            <a:avLst/>
          </a:prstGeom>
        </p:spPr>
        <p:txBody>
          <a:bodyPr vert="horz" wrap="square" lIns="0" tIns="16933" rIns="0" bIns="0" rtlCol="0">
            <a:spAutoFit/>
          </a:bodyPr>
          <a:lstStyle/>
          <a:p>
            <a:pPr marL="16933">
              <a:spcBef>
                <a:spcPts val="133"/>
              </a:spcBef>
              <a:tabLst>
                <a:tab pos="717955" algn="l"/>
                <a:tab pos="1805895" algn="l"/>
                <a:tab pos="2268162" algn="l"/>
                <a:tab pos="3334090" algn="l"/>
              </a:tabLst>
            </a:pPr>
            <a:r>
              <a:rPr sz="1867" spc="-33" dirty="0">
                <a:latin typeface="Lucida Sans Unicode"/>
                <a:cs typeface="Lucida Sans Unicode"/>
              </a:rPr>
              <a:t>The</a:t>
            </a:r>
            <a:r>
              <a:rPr sz="1867" dirty="0">
                <a:latin typeface="Lucida Sans Unicode"/>
                <a:cs typeface="Lucida Sans Unicode"/>
              </a:rPr>
              <a:t>	</a:t>
            </a:r>
            <a:r>
              <a:rPr sz="1867" spc="60" dirty="0">
                <a:latin typeface="Lucida Sans Unicode"/>
                <a:cs typeface="Lucida Sans Unicode"/>
              </a:rPr>
              <a:t>capital</a:t>
            </a:r>
            <a:r>
              <a:rPr sz="1867" dirty="0">
                <a:latin typeface="Lucida Sans Unicode"/>
                <a:cs typeface="Lucida Sans Unicode"/>
              </a:rPr>
              <a:t>	</a:t>
            </a:r>
            <a:r>
              <a:rPr sz="1867" spc="-33" dirty="0">
                <a:latin typeface="Lucida Sans Unicode"/>
                <a:cs typeface="Lucida Sans Unicode"/>
              </a:rPr>
              <a:t>of</a:t>
            </a:r>
            <a:r>
              <a:rPr sz="1867" dirty="0">
                <a:latin typeface="Lucida Sans Unicode"/>
                <a:cs typeface="Lucida Sans Unicode"/>
              </a:rPr>
              <a:t>	</a:t>
            </a:r>
            <a:r>
              <a:rPr sz="1867" spc="53" dirty="0">
                <a:latin typeface="Lucida Sans Unicode"/>
                <a:cs typeface="Lucida Sans Unicode"/>
              </a:rPr>
              <a:t>France</a:t>
            </a:r>
            <a:r>
              <a:rPr sz="1867" dirty="0">
                <a:latin typeface="Lucida Sans Unicode"/>
                <a:cs typeface="Lucida Sans Unicode"/>
              </a:rPr>
              <a:t>	</a:t>
            </a:r>
            <a:r>
              <a:rPr sz="1867" spc="-33" dirty="0">
                <a:latin typeface="Lucida Sans Unicode"/>
                <a:cs typeface="Lucida Sans Unicode"/>
              </a:rPr>
              <a:t>is</a:t>
            </a:r>
            <a:endParaRPr sz="1867">
              <a:latin typeface="Lucida Sans Unicode"/>
              <a:cs typeface="Lucida Sans Unicode"/>
            </a:endParaRPr>
          </a:p>
        </p:txBody>
      </p:sp>
      <p:grpSp>
        <p:nvGrpSpPr>
          <p:cNvPr id="19" name="object 19"/>
          <p:cNvGrpSpPr/>
          <p:nvPr/>
        </p:nvGrpSpPr>
        <p:grpSpPr>
          <a:xfrm>
            <a:off x="5631950" y="3113983"/>
            <a:ext cx="3628813" cy="306493"/>
            <a:chOff x="4223962" y="2335487"/>
            <a:chExt cx="2721610" cy="229870"/>
          </a:xfrm>
        </p:grpSpPr>
        <p:sp>
          <p:nvSpPr>
            <p:cNvPr id="20" name="object 20"/>
            <p:cNvSpPr/>
            <p:nvPr/>
          </p:nvSpPr>
          <p:spPr>
            <a:xfrm>
              <a:off x="4620574" y="2340249"/>
              <a:ext cx="532130" cy="220345"/>
            </a:xfrm>
            <a:custGeom>
              <a:avLst/>
              <a:gdLst/>
              <a:ahLst/>
              <a:cxnLst/>
              <a:rect l="l" t="t" r="r" b="b"/>
              <a:pathLst>
                <a:path w="532129" h="220344">
                  <a:moveTo>
                    <a:pt x="4952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close/>
                </a:path>
              </a:pathLst>
            </a:custGeom>
            <a:solidFill>
              <a:srgbClr val="E9F1F4"/>
            </a:solidFill>
          </p:spPr>
          <p:txBody>
            <a:bodyPr wrap="square" lIns="0" tIns="0" rIns="0" bIns="0" rtlCol="0"/>
            <a:lstStyle/>
            <a:p>
              <a:endParaRPr sz="2400"/>
            </a:p>
          </p:txBody>
        </p:sp>
        <p:sp>
          <p:nvSpPr>
            <p:cNvPr id="21" name="object 21"/>
            <p:cNvSpPr/>
            <p:nvPr/>
          </p:nvSpPr>
          <p:spPr>
            <a:xfrm>
              <a:off x="4620574" y="2340249"/>
              <a:ext cx="532130" cy="220345"/>
            </a:xfrm>
            <a:custGeom>
              <a:avLst/>
              <a:gdLst/>
              <a:ahLst/>
              <a:cxnLst/>
              <a:rect l="l" t="t" r="r" b="b"/>
              <a:pathLst>
                <a:path w="532129" h="220344">
                  <a:moveTo>
                    <a:pt x="0" y="36650"/>
                  </a:move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sp>
          <p:nvSpPr>
            <p:cNvPr id="22" name="object 22"/>
            <p:cNvSpPr/>
            <p:nvPr/>
          </p:nvSpPr>
          <p:spPr>
            <a:xfrm>
              <a:off x="4223962" y="2438549"/>
              <a:ext cx="339725" cy="0"/>
            </a:xfrm>
            <a:custGeom>
              <a:avLst/>
              <a:gdLst/>
              <a:ahLst/>
              <a:cxnLst/>
              <a:rect l="l" t="t" r="r" b="b"/>
              <a:pathLst>
                <a:path w="339725">
                  <a:moveTo>
                    <a:pt x="0" y="0"/>
                  </a:moveTo>
                  <a:lnTo>
                    <a:pt x="339449" y="0"/>
                  </a:lnTo>
                </a:path>
              </a:pathLst>
            </a:custGeom>
            <a:ln w="9524">
              <a:solidFill>
                <a:srgbClr val="434343"/>
              </a:solidFill>
            </a:ln>
          </p:spPr>
          <p:txBody>
            <a:bodyPr wrap="square" lIns="0" tIns="0" rIns="0" bIns="0" rtlCol="0"/>
            <a:lstStyle/>
            <a:p>
              <a:endParaRPr sz="2400"/>
            </a:p>
          </p:txBody>
        </p:sp>
        <p:sp>
          <p:nvSpPr>
            <p:cNvPr id="23" name="object 23"/>
            <p:cNvSpPr/>
            <p:nvPr/>
          </p:nvSpPr>
          <p:spPr>
            <a:xfrm>
              <a:off x="4563412" y="2422817"/>
              <a:ext cx="43815" cy="31750"/>
            </a:xfrm>
            <a:custGeom>
              <a:avLst/>
              <a:gdLst/>
              <a:ahLst/>
              <a:cxnLst/>
              <a:rect l="l" t="t" r="r" b="b"/>
              <a:pathLst>
                <a:path w="43814" h="31750">
                  <a:moveTo>
                    <a:pt x="0" y="31465"/>
                  </a:moveTo>
                  <a:lnTo>
                    <a:pt x="0" y="0"/>
                  </a:lnTo>
                  <a:lnTo>
                    <a:pt x="43225" y="15732"/>
                  </a:lnTo>
                  <a:lnTo>
                    <a:pt x="0" y="31465"/>
                  </a:lnTo>
                  <a:close/>
                </a:path>
              </a:pathLst>
            </a:custGeom>
            <a:solidFill>
              <a:srgbClr val="434343"/>
            </a:solidFill>
          </p:spPr>
          <p:txBody>
            <a:bodyPr wrap="square" lIns="0" tIns="0" rIns="0" bIns="0" rtlCol="0"/>
            <a:lstStyle/>
            <a:p>
              <a:endParaRPr sz="2400"/>
            </a:p>
          </p:txBody>
        </p:sp>
        <p:sp>
          <p:nvSpPr>
            <p:cNvPr id="24" name="object 24"/>
            <p:cNvSpPr/>
            <p:nvPr/>
          </p:nvSpPr>
          <p:spPr>
            <a:xfrm>
              <a:off x="4563412" y="2422817"/>
              <a:ext cx="43815" cy="31750"/>
            </a:xfrm>
            <a:custGeom>
              <a:avLst/>
              <a:gdLst/>
              <a:ahLst/>
              <a:cxnLst/>
              <a:rect l="l" t="t" r="r" b="b"/>
              <a:pathLst>
                <a:path w="43814" h="31750">
                  <a:moveTo>
                    <a:pt x="0" y="31465"/>
                  </a:moveTo>
                  <a:lnTo>
                    <a:pt x="43225" y="15732"/>
                  </a:lnTo>
                  <a:lnTo>
                    <a:pt x="0" y="0"/>
                  </a:lnTo>
                  <a:lnTo>
                    <a:pt x="0" y="31465"/>
                  </a:lnTo>
                  <a:close/>
                </a:path>
              </a:pathLst>
            </a:custGeom>
            <a:ln w="9524">
              <a:solidFill>
                <a:srgbClr val="434343"/>
              </a:solidFill>
            </a:ln>
          </p:spPr>
          <p:txBody>
            <a:bodyPr wrap="square" lIns="0" tIns="0" rIns="0" bIns="0" rtlCol="0"/>
            <a:lstStyle/>
            <a:p>
              <a:endParaRPr sz="2400"/>
            </a:p>
          </p:txBody>
        </p:sp>
        <p:sp>
          <p:nvSpPr>
            <p:cNvPr id="25" name="object 25"/>
            <p:cNvSpPr/>
            <p:nvPr/>
          </p:nvSpPr>
          <p:spPr>
            <a:xfrm>
              <a:off x="5187797" y="2340249"/>
              <a:ext cx="532130" cy="220345"/>
            </a:xfrm>
            <a:custGeom>
              <a:avLst/>
              <a:gdLst/>
              <a:ahLst/>
              <a:cxnLst/>
              <a:rect l="l" t="t" r="r" b="b"/>
              <a:pathLst>
                <a:path w="532129" h="220344">
                  <a:moveTo>
                    <a:pt x="4952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close/>
                </a:path>
              </a:pathLst>
            </a:custGeom>
            <a:solidFill>
              <a:srgbClr val="E9F1F4"/>
            </a:solidFill>
          </p:spPr>
          <p:txBody>
            <a:bodyPr wrap="square" lIns="0" tIns="0" rIns="0" bIns="0" rtlCol="0"/>
            <a:lstStyle/>
            <a:p>
              <a:endParaRPr sz="2400"/>
            </a:p>
          </p:txBody>
        </p:sp>
        <p:sp>
          <p:nvSpPr>
            <p:cNvPr id="26" name="object 26"/>
            <p:cNvSpPr/>
            <p:nvPr/>
          </p:nvSpPr>
          <p:spPr>
            <a:xfrm>
              <a:off x="5187797" y="2340249"/>
              <a:ext cx="532130" cy="220345"/>
            </a:xfrm>
            <a:custGeom>
              <a:avLst/>
              <a:gdLst/>
              <a:ahLst/>
              <a:cxnLst/>
              <a:rect l="l" t="t" r="r" b="b"/>
              <a:pathLst>
                <a:path w="532129" h="220344">
                  <a:moveTo>
                    <a:pt x="0" y="36650"/>
                  </a:move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sp>
          <p:nvSpPr>
            <p:cNvPr id="27" name="object 27"/>
            <p:cNvSpPr/>
            <p:nvPr/>
          </p:nvSpPr>
          <p:spPr>
            <a:xfrm>
              <a:off x="5755124" y="2340249"/>
              <a:ext cx="607695" cy="220345"/>
            </a:xfrm>
            <a:custGeom>
              <a:avLst/>
              <a:gdLst/>
              <a:ahLst/>
              <a:cxnLst/>
              <a:rect l="l" t="t" r="r" b="b"/>
              <a:pathLst>
                <a:path w="607695" h="220344">
                  <a:moveTo>
                    <a:pt x="5705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570549" y="0"/>
                  </a:lnTo>
                  <a:lnTo>
                    <a:pt x="604410" y="22625"/>
                  </a:lnTo>
                  <a:lnTo>
                    <a:pt x="607199" y="36650"/>
                  </a:lnTo>
                  <a:lnTo>
                    <a:pt x="607199" y="183249"/>
                  </a:lnTo>
                  <a:lnTo>
                    <a:pt x="604319" y="197515"/>
                  </a:lnTo>
                  <a:lnTo>
                    <a:pt x="596465" y="209165"/>
                  </a:lnTo>
                  <a:lnTo>
                    <a:pt x="584815" y="217019"/>
                  </a:lnTo>
                  <a:lnTo>
                    <a:pt x="570549" y="219899"/>
                  </a:lnTo>
                  <a:close/>
                </a:path>
              </a:pathLst>
            </a:custGeom>
            <a:solidFill>
              <a:srgbClr val="E9F1F4"/>
            </a:solidFill>
          </p:spPr>
          <p:txBody>
            <a:bodyPr wrap="square" lIns="0" tIns="0" rIns="0" bIns="0" rtlCol="0"/>
            <a:lstStyle/>
            <a:p>
              <a:endParaRPr sz="2400"/>
            </a:p>
          </p:txBody>
        </p:sp>
        <p:sp>
          <p:nvSpPr>
            <p:cNvPr id="28" name="object 28"/>
            <p:cNvSpPr/>
            <p:nvPr/>
          </p:nvSpPr>
          <p:spPr>
            <a:xfrm>
              <a:off x="5755124" y="2340249"/>
              <a:ext cx="607695" cy="220345"/>
            </a:xfrm>
            <a:custGeom>
              <a:avLst/>
              <a:gdLst/>
              <a:ahLst/>
              <a:cxnLst/>
              <a:rect l="l" t="t" r="r" b="b"/>
              <a:pathLst>
                <a:path w="607695" h="220344">
                  <a:moveTo>
                    <a:pt x="0" y="36650"/>
                  </a:moveTo>
                  <a:lnTo>
                    <a:pt x="2880" y="22384"/>
                  </a:lnTo>
                  <a:lnTo>
                    <a:pt x="10734" y="10734"/>
                  </a:lnTo>
                  <a:lnTo>
                    <a:pt x="22384" y="2880"/>
                  </a:lnTo>
                  <a:lnTo>
                    <a:pt x="36650" y="0"/>
                  </a:lnTo>
                  <a:lnTo>
                    <a:pt x="570549" y="0"/>
                  </a:lnTo>
                  <a:lnTo>
                    <a:pt x="604410" y="22625"/>
                  </a:lnTo>
                  <a:lnTo>
                    <a:pt x="607199" y="36650"/>
                  </a:lnTo>
                  <a:lnTo>
                    <a:pt x="607199" y="183249"/>
                  </a:lnTo>
                  <a:lnTo>
                    <a:pt x="604319" y="197515"/>
                  </a:lnTo>
                  <a:lnTo>
                    <a:pt x="596465" y="209165"/>
                  </a:lnTo>
                  <a:lnTo>
                    <a:pt x="584815" y="217019"/>
                  </a:lnTo>
                  <a:lnTo>
                    <a:pt x="5705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sp>
          <p:nvSpPr>
            <p:cNvPr id="29" name="object 29"/>
            <p:cNvSpPr/>
            <p:nvPr/>
          </p:nvSpPr>
          <p:spPr>
            <a:xfrm>
              <a:off x="6408499" y="2340249"/>
              <a:ext cx="532130" cy="220345"/>
            </a:xfrm>
            <a:custGeom>
              <a:avLst/>
              <a:gdLst/>
              <a:ahLst/>
              <a:cxnLst/>
              <a:rect l="l" t="t" r="r" b="b"/>
              <a:pathLst>
                <a:path w="532129" h="220344">
                  <a:moveTo>
                    <a:pt x="4952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close/>
                </a:path>
              </a:pathLst>
            </a:custGeom>
            <a:solidFill>
              <a:srgbClr val="E9F1F4"/>
            </a:solidFill>
          </p:spPr>
          <p:txBody>
            <a:bodyPr wrap="square" lIns="0" tIns="0" rIns="0" bIns="0" rtlCol="0"/>
            <a:lstStyle/>
            <a:p>
              <a:endParaRPr sz="2400"/>
            </a:p>
          </p:txBody>
        </p:sp>
        <p:sp>
          <p:nvSpPr>
            <p:cNvPr id="30" name="object 30"/>
            <p:cNvSpPr/>
            <p:nvPr/>
          </p:nvSpPr>
          <p:spPr>
            <a:xfrm>
              <a:off x="6408499" y="2340249"/>
              <a:ext cx="532130" cy="220345"/>
            </a:xfrm>
            <a:custGeom>
              <a:avLst/>
              <a:gdLst/>
              <a:ahLst/>
              <a:cxnLst/>
              <a:rect l="l" t="t" r="r" b="b"/>
              <a:pathLst>
                <a:path w="532129" h="220344">
                  <a:moveTo>
                    <a:pt x="0" y="36650"/>
                  </a:move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grpSp>
      <p:sp>
        <p:nvSpPr>
          <p:cNvPr id="31" name="object 31"/>
          <p:cNvSpPr txBox="1"/>
          <p:nvPr/>
        </p:nvSpPr>
        <p:spPr>
          <a:xfrm>
            <a:off x="6214585" y="2304063"/>
            <a:ext cx="2898987" cy="1101947"/>
          </a:xfrm>
          <a:prstGeom prst="rect">
            <a:avLst/>
          </a:prstGeom>
        </p:spPr>
        <p:txBody>
          <a:bodyPr vert="horz" wrap="square" lIns="0" tIns="16933" rIns="0" bIns="0" rtlCol="0">
            <a:spAutoFit/>
          </a:bodyPr>
          <a:lstStyle/>
          <a:p>
            <a:pPr marL="655304" marR="6773" indent="-587572">
              <a:spcBef>
                <a:spcPts val="133"/>
              </a:spcBef>
            </a:pPr>
            <a:r>
              <a:rPr sz="2133" b="1" dirty="0">
                <a:solidFill>
                  <a:srgbClr val="F65B66"/>
                </a:solidFill>
                <a:latin typeface="Arial"/>
                <a:cs typeface="Arial"/>
              </a:rPr>
              <a:t>Save</a:t>
            </a:r>
            <a:r>
              <a:rPr sz="2133" b="1" spc="-47" dirty="0">
                <a:solidFill>
                  <a:srgbClr val="F65B66"/>
                </a:solidFill>
                <a:latin typeface="Arial"/>
                <a:cs typeface="Arial"/>
              </a:rPr>
              <a:t> </a:t>
            </a:r>
            <a:r>
              <a:rPr sz="2133" b="1" dirty="0">
                <a:solidFill>
                  <a:srgbClr val="F65B66"/>
                </a:solidFill>
                <a:latin typeface="Arial"/>
                <a:cs typeface="Arial"/>
              </a:rPr>
              <a:t>draft</a:t>
            </a:r>
            <a:r>
              <a:rPr sz="2133" b="1" spc="-40" dirty="0">
                <a:solidFill>
                  <a:srgbClr val="F65B66"/>
                </a:solidFill>
                <a:latin typeface="Arial"/>
                <a:cs typeface="Arial"/>
              </a:rPr>
              <a:t> </a:t>
            </a:r>
            <a:r>
              <a:rPr sz="2133" b="1" dirty="0">
                <a:solidFill>
                  <a:srgbClr val="F65B66"/>
                </a:solidFill>
                <a:latin typeface="Arial"/>
                <a:cs typeface="Arial"/>
              </a:rPr>
              <a:t>tokens</a:t>
            </a:r>
            <a:r>
              <a:rPr sz="2133" b="1" spc="-40" dirty="0">
                <a:solidFill>
                  <a:srgbClr val="F65B66"/>
                </a:solidFill>
                <a:latin typeface="Arial"/>
                <a:cs typeface="Arial"/>
              </a:rPr>
              <a:t> </a:t>
            </a:r>
            <a:r>
              <a:rPr sz="2133" b="1" spc="-33" dirty="0">
                <a:solidFill>
                  <a:srgbClr val="F65B66"/>
                </a:solidFill>
                <a:latin typeface="Arial"/>
                <a:cs typeface="Arial"/>
              </a:rPr>
              <a:t>and </a:t>
            </a:r>
            <a:r>
              <a:rPr sz="2133" b="1" spc="-13" dirty="0">
                <a:solidFill>
                  <a:srgbClr val="F65B66"/>
                </a:solidFill>
                <a:latin typeface="Arial"/>
                <a:cs typeface="Arial"/>
              </a:rPr>
              <a:t>distributions</a:t>
            </a:r>
            <a:endParaRPr sz="2133">
              <a:latin typeface="Arial"/>
              <a:cs typeface="Arial"/>
            </a:endParaRPr>
          </a:p>
          <a:p>
            <a:pPr marL="16933">
              <a:spcBef>
                <a:spcPts val="1133"/>
              </a:spcBef>
              <a:tabLst>
                <a:tab pos="1032061" algn="l"/>
                <a:tab pos="1495176" algn="l"/>
                <a:tab pos="2593275" algn="l"/>
              </a:tabLst>
            </a:pPr>
            <a:r>
              <a:rPr sz="1867" spc="-13" dirty="0">
                <a:latin typeface="Lucida Sans Unicode"/>
                <a:cs typeface="Lucida Sans Unicode"/>
              </a:rPr>
              <a:t>Paris</a:t>
            </a:r>
            <a:r>
              <a:rPr sz="1867" dirty="0">
                <a:latin typeface="Lucida Sans Unicode"/>
                <a:cs typeface="Lucida Sans Unicode"/>
              </a:rPr>
              <a:t>	</a:t>
            </a:r>
            <a:r>
              <a:rPr sz="1867" spc="-67" dirty="0">
                <a:latin typeface="Lucida Sans Unicode"/>
                <a:cs typeface="Lucida Sans Unicode"/>
              </a:rPr>
              <a:t>.</a:t>
            </a:r>
            <a:r>
              <a:rPr sz="1867" dirty="0">
                <a:latin typeface="Lucida Sans Unicode"/>
                <a:cs typeface="Lucida Sans Unicode"/>
              </a:rPr>
              <a:t>	</a:t>
            </a:r>
            <a:r>
              <a:rPr sz="1867" spc="60" dirty="0">
                <a:latin typeface="Lucida Sans Unicode"/>
                <a:cs typeface="Lucida Sans Unicode"/>
              </a:rPr>
              <a:t>Which</a:t>
            </a:r>
            <a:r>
              <a:rPr sz="1867" dirty="0">
                <a:latin typeface="Lucida Sans Unicode"/>
                <a:cs typeface="Lucida Sans Unicode"/>
              </a:rPr>
              <a:t>	</a:t>
            </a:r>
            <a:r>
              <a:rPr sz="1867" spc="-33" dirty="0">
                <a:latin typeface="Lucida Sans Unicode"/>
                <a:cs typeface="Lucida Sans Unicode"/>
              </a:rPr>
              <a:t>is</a:t>
            </a:r>
            <a:endParaRPr sz="1867">
              <a:latin typeface="Lucida Sans Unicode"/>
              <a:cs typeface="Lucida Sans Unicode"/>
            </a:endParaRPr>
          </a:p>
        </p:txBody>
      </p:sp>
      <p:grpSp>
        <p:nvGrpSpPr>
          <p:cNvPr id="32" name="object 32"/>
          <p:cNvGrpSpPr/>
          <p:nvPr/>
        </p:nvGrpSpPr>
        <p:grpSpPr>
          <a:xfrm>
            <a:off x="6209101" y="3554147"/>
            <a:ext cx="688340" cy="280247"/>
            <a:chOff x="4656825" y="2665610"/>
            <a:chExt cx="516255" cy="210185"/>
          </a:xfrm>
        </p:grpSpPr>
        <p:sp>
          <p:nvSpPr>
            <p:cNvPr id="33" name="object 33"/>
            <p:cNvSpPr/>
            <p:nvPr/>
          </p:nvSpPr>
          <p:spPr>
            <a:xfrm>
              <a:off x="5047212" y="2845106"/>
              <a:ext cx="91440" cy="27940"/>
            </a:xfrm>
            <a:custGeom>
              <a:avLst/>
              <a:gdLst/>
              <a:ahLst/>
              <a:cxnLst/>
              <a:rect l="l" t="t" r="r" b="b"/>
              <a:pathLst>
                <a:path w="91439" h="27939">
                  <a:moveTo>
                    <a:pt x="90899" y="27599"/>
                  </a:moveTo>
                  <a:lnTo>
                    <a:pt x="0" y="27599"/>
                  </a:lnTo>
                  <a:lnTo>
                    <a:pt x="0" y="0"/>
                  </a:lnTo>
                  <a:lnTo>
                    <a:pt x="90899" y="0"/>
                  </a:lnTo>
                  <a:lnTo>
                    <a:pt x="90899" y="27599"/>
                  </a:lnTo>
                  <a:close/>
                </a:path>
              </a:pathLst>
            </a:custGeom>
            <a:solidFill>
              <a:srgbClr val="E3C1E1"/>
            </a:solidFill>
          </p:spPr>
          <p:txBody>
            <a:bodyPr wrap="square" lIns="0" tIns="0" rIns="0" bIns="0" rtlCol="0"/>
            <a:lstStyle/>
            <a:p>
              <a:endParaRPr sz="2400"/>
            </a:p>
          </p:txBody>
        </p:sp>
        <p:sp>
          <p:nvSpPr>
            <p:cNvPr id="34" name="object 34"/>
            <p:cNvSpPr/>
            <p:nvPr/>
          </p:nvSpPr>
          <p:spPr>
            <a:xfrm>
              <a:off x="5047212" y="2845106"/>
              <a:ext cx="91440" cy="27940"/>
            </a:xfrm>
            <a:custGeom>
              <a:avLst/>
              <a:gdLst/>
              <a:ahLst/>
              <a:cxnLst/>
              <a:rect l="l" t="t" r="r" b="b"/>
              <a:pathLst>
                <a:path w="91439" h="27939">
                  <a:moveTo>
                    <a:pt x="0" y="0"/>
                  </a:moveTo>
                  <a:lnTo>
                    <a:pt x="90899" y="0"/>
                  </a:lnTo>
                  <a:lnTo>
                    <a:pt x="90899" y="27599"/>
                  </a:lnTo>
                  <a:lnTo>
                    <a:pt x="0" y="27599"/>
                  </a:lnTo>
                  <a:lnTo>
                    <a:pt x="0" y="0"/>
                  </a:lnTo>
                  <a:close/>
                </a:path>
              </a:pathLst>
            </a:custGeom>
            <a:ln w="3175">
              <a:solidFill>
                <a:srgbClr val="965AC8"/>
              </a:solidFill>
            </a:ln>
          </p:spPr>
          <p:txBody>
            <a:bodyPr wrap="square" lIns="0" tIns="0" rIns="0" bIns="0" rtlCol="0"/>
            <a:lstStyle/>
            <a:p>
              <a:endParaRPr sz="2400"/>
            </a:p>
          </p:txBody>
        </p:sp>
        <p:sp>
          <p:nvSpPr>
            <p:cNvPr id="35" name="object 35"/>
            <p:cNvSpPr/>
            <p:nvPr/>
          </p:nvSpPr>
          <p:spPr>
            <a:xfrm>
              <a:off x="4819775" y="2751273"/>
              <a:ext cx="91440" cy="120650"/>
            </a:xfrm>
            <a:custGeom>
              <a:avLst/>
              <a:gdLst/>
              <a:ahLst/>
              <a:cxnLst/>
              <a:rect l="l" t="t" r="r" b="b"/>
              <a:pathLst>
                <a:path w="91439" h="120650">
                  <a:moveTo>
                    <a:pt x="90899" y="120599"/>
                  </a:moveTo>
                  <a:lnTo>
                    <a:pt x="0" y="120599"/>
                  </a:lnTo>
                  <a:lnTo>
                    <a:pt x="0" y="0"/>
                  </a:lnTo>
                  <a:lnTo>
                    <a:pt x="90899" y="0"/>
                  </a:lnTo>
                  <a:lnTo>
                    <a:pt x="90899" y="120599"/>
                  </a:lnTo>
                  <a:close/>
                </a:path>
              </a:pathLst>
            </a:custGeom>
            <a:solidFill>
              <a:srgbClr val="E3C1E1"/>
            </a:solidFill>
          </p:spPr>
          <p:txBody>
            <a:bodyPr wrap="square" lIns="0" tIns="0" rIns="0" bIns="0" rtlCol="0"/>
            <a:lstStyle/>
            <a:p>
              <a:endParaRPr sz="2400"/>
            </a:p>
          </p:txBody>
        </p:sp>
        <p:sp>
          <p:nvSpPr>
            <p:cNvPr id="36" name="object 36"/>
            <p:cNvSpPr/>
            <p:nvPr/>
          </p:nvSpPr>
          <p:spPr>
            <a:xfrm>
              <a:off x="4819775" y="2751273"/>
              <a:ext cx="91440" cy="120650"/>
            </a:xfrm>
            <a:custGeom>
              <a:avLst/>
              <a:gdLst/>
              <a:ahLst/>
              <a:cxnLst/>
              <a:rect l="l" t="t" r="r" b="b"/>
              <a:pathLst>
                <a:path w="91439" h="120650">
                  <a:moveTo>
                    <a:pt x="0" y="0"/>
                  </a:moveTo>
                  <a:lnTo>
                    <a:pt x="90899" y="0"/>
                  </a:lnTo>
                  <a:lnTo>
                    <a:pt x="90899" y="120599"/>
                  </a:lnTo>
                  <a:lnTo>
                    <a:pt x="0" y="120599"/>
                  </a:lnTo>
                  <a:lnTo>
                    <a:pt x="0" y="0"/>
                  </a:lnTo>
                  <a:close/>
                </a:path>
              </a:pathLst>
            </a:custGeom>
            <a:ln w="3175">
              <a:solidFill>
                <a:srgbClr val="965AC8"/>
              </a:solidFill>
            </a:ln>
          </p:spPr>
          <p:txBody>
            <a:bodyPr wrap="square" lIns="0" tIns="0" rIns="0" bIns="0" rtlCol="0"/>
            <a:lstStyle/>
            <a:p>
              <a:endParaRPr sz="2400"/>
            </a:p>
          </p:txBody>
        </p:sp>
        <p:sp>
          <p:nvSpPr>
            <p:cNvPr id="37" name="object 37"/>
            <p:cNvSpPr/>
            <p:nvPr/>
          </p:nvSpPr>
          <p:spPr>
            <a:xfrm>
              <a:off x="4933500" y="2822150"/>
              <a:ext cx="91440" cy="50165"/>
            </a:xfrm>
            <a:custGeom>
              <a:avLst/>
              <a:gdLst/>
              <a:ahLst/>
              <a:cxnLst/>
              <a:rect l="l" t="t" r="r" b="b"/>
              <a:pathLst>
                <a:path w="91439" h="50164">
                  <a:moveTo>
                    <a:pt x="90899" y="49799"/>
                  </a:moveTo>
                  <a:lnTo>
                    <a:pt x="0" y="49799"/>
                  </a:lnTo>
                  <a:lnTo>
                    <a:pt x="0" y="0"/>
                  </a:lnTo>
                  <a:lnTo>
                    <a:pt x="90899" y="0"/>
                  </a:lnTo>
                  <a:lnTo>
                    <a:pt x="90899" y="49799"/>
                  </a:lnTo>
                  <a:close/>
                </a:path>
              </a:pathLst>
            </a:custGeom>
            <a:solidFill>
              <a:srgbClr val="E3C1E1"/>
            </a:solidFill>
          </p:spPr>
          <p:txBody>
            <a:bodyPr wrap="square" lIns="0" tIns="0" rIns="0" bIns="0" rtlCol="0"/>
            <a:lstStyle/>
            <a:p>
              <a:endParaRPr sz="2400"/>
            </a:p>
          </p:txBody>
        </p:sp>
        <p:sp>
          <p:nvSpPr>
            <p:cNvPr id="38" name="object 38"/>
            <p:cNvSpPr/>
            <p:nvPr/>
          </p:nvSpPr>
          <p:spPr>
            <a:xfrm>
              <a:off x="4933500" y="2822150"/>
              <a:ext cx="91440" cy="50165"/>
            </a:xfrm>
            <a:custGeom>
              <a:avLst/>
              <a:gdLst/>
              <a:ahLst/>
              <a:cxnLst/>
              <a:rect l="l" t="t" r="r" b="b"/>
              <a:pathLst>
                <a:path w="91439" h="50164">
                  <a:moveTo>
                    <a:pt x="0" y="0"/>
                  </a:moveTo>
                  <a:lnTo>
                    <a:pt x="90899" y="0"/>
                  </a:lnTo>
                  <a:lnTo>
                    <a:pt x="90899" y="49799"/>
                  </a:lnTo>
                  <a:lnTo>
                    <a:pt x="0" y="49799"/>
                  </a:lnTo>
                  <a:lnTo>
                    <a:pt x="0" y="0"/>
                  </a:lnTo>
                  <a:close/>
                </a:path>
              </a:pathLst>
            </a:custGeom>
            <a:ln w="3175">
              <a:solidFill>
                <a:srgbClr val="965AC8"/>
              </a:solidFill>
            </a:ln>
          </p:spPr>
          <p:txBody>
            <a:bodyPr wrap="square" lIns="0" tIns="0" rIns="0" bIns="0" rtlCol="0"/>
            <a:lstStyle/>
            <a:p>
              <a:endParaRPr sz="2400"/>
            </a:p>
          </p:txBody>
        </p:sp>
        <p:sp>
          <p:nvSpPr>
            <p:cNvPr id="39" name="object 39"/>
            <p:cNvSpPr/>
            <p:nvPr/>
          </p:nvSpPr>
          <p:spPr>
            <a:xfrm>
              <a:off x="4706050" y="2667123"/>
              <a:ext cx="91440" cy="206375"/>
            </a:xfrm>
            <a:custGeom>
              <a:avLst/>
              <a:gdLst/>
              <a:ahLst/>
              <a:cxnLst/>
              <a:rect l="l" t="t" r="r" b="b"/>
              <a:pathLst>
                <a:path w="91439" h="206375">
                  <a:moveTo>
                    <a:pt x="90899" y="205799"/>
                  </a:moveTo>
                  <a:lnTo>
                    <a:pt x="0" y="205799"/>
                  </a:lnTo>
                  <a:lnTo>
                    <a:pt x="0" y="0"/>
                  </a:lnTo>
                  <a:lnTo>
                    <a:pt x="90899" y="0"/>
                  </a:lnTo>
                  <a:lnTo>
                    <a:pt x="90899" y="205799"/>
                  </a:lnTo>
                  <a:close/>
                </a:path>
              </a:pathLst>
            </a:custGeom>
            <a:solidFill>
              <a:srgbClr val="E3C1E1"/>
            </a:solidFill>
          </p:spPr>
          <p:txBody>
            <a:bodyPr wrap="square" lIns="0" tIns="0" rIns="0" bIns="0" rtlCol="0"/>
            <a:lstStyle/>
            <a:p>
              <a:endParaRPr sz="2400"/>
            </a:p>
          </p:txBody>
        </p:sp>
        <p:sp>
          <p:nvSpPr>
            <p:cNvPr id="40" name="object 40"/>
            <p:cNvSpPr/>
            <p:nvPr/>
          </p:nvSpPr>
          <p:spPr>
            <a:xfrm>
              <a:off x="4706050" y="2667123"/>
              <a:ext cx="91440" cy="206375"/>
            </a:xfrm>
            <a:custGeom>
              <a:avLst/>
              <a:gdLst/>
              <a:ahLst/>
              <a:cxnLst/>
              <a:rect l="l" t="t" r="r" b="b"/>
              <a:pathLst>
                <a:path w="91439" h="206375">
                  <a:moveTo>
                    <a:pt x="0" y="0"/>
                  </a:moveTo>
                  <a:lnTo>
                    <a:pt x="90899" y="0"/>
                  </a:lnTo>
                  <a:lnTo>
                    <a:pt x="90899" y="205799"/>
                  </a:lnTo>
                  <a:lnTo>
                    <a:pt x="0" y="205799"/>
                  </a:lnTo>
                  <a:lnTo>
                    <a:pt x="0" y="0"/>
                  </a:lnTo>
                  <a:close/>
                </a:path>
              </a:pathLst>
            </a:custGeom>
            <a:ln w="3175">
              <a:solidFill>
                <a:srgbClr val="965AC8"/>
              </a:solidFill>
            </a:ln>
          </p:spPr>
          <p:txBody>
            <a:bodyPr wrap="square" lIns="0" tIns="0" rIns="0" bIns="0" rtlCol="0"/>
            <a:lstStyle/>
            <a:p>
              <a:endParaRPr sz="2400"/>
            </a:p>
          </p:txBody>
        </p:sp>
        <p:sp>
          <p:nvSpPr>
            <p:cNvPr id="41" name="object 41"/>
            <p:cNvSpPr/>
            <p:nvPr/>
          </p:nvSpPr>
          <p:spPr>
            <a:xfrm>
              <a:off x="4657575" y="2874148"/>
              <a:ext cx="514984" cy="1270"/>
            </a:xfrm>
            <a:custGeom>
              <a:avLst/>
              <a:gdLst/>
              <a:ahLst/>
              <a:cxnLst/>
              <a:rect l="l" t="t" r="r" b="b"/>
              <a:pathLst>
                <a:path w="514985" h="1269">
                  <a:moveTo>
                    <a:pt x="0" y="899"/>
                  </a:moveTo>
                  <a:lnTo>
                    <a:pt x="514499" y="0"/>
                  </a:lnTo>
                </a:path>
              </a:pathLst>
            </a:custGeom>
            <a:ln w="3175">
              <a:solidFill>
                <a:srgbClr val="4285F4"/>
              </a:solidFill>
            </a:ln>
          </p:spPr>
          <p:txBody>
            <a:bodyPr wrap="square" lIns="0" tIns="0" rIns="0" bIns="0" rtlCol="0"/>
            <a:lstStyle/>
            <a:p>
              <a:endParaRPr sz="2400"/>
            </a:p>
          </p:txBody>
        </p:sp>
      </p:grpSp>
      <p:grpSp>
        <p:nvGrpSpPr>
          <p:cNvPr id="42" name="object 42"/>
          <p:cNvGrpSpPr/>
          <p:nvPr/>
        </p:nvGrpSpPr>
        <p:grpSpPr>
          <a:xfrm>
            <a:off x="6997833" y="3512481"/>
            <a:ext cx="2173393" cy="322580"/>
            <a:chOff x="5248374" y="2634360"/>
            <a:chExt cx="1630045" cy="241935"/>
          </a:xfrm>
        </p:grpSpPr>
        <p:sp>
          <p:nvSpPr>
            <p:cNvPr id="43" name="object 43"/>
            <p:cNvSpPr/>
            <p:nvPr/>
          </p:nvSpPr>
          <p:spPr>
            <a:xfrm>
              <a:off x="5638761" y="2845106"/>
              <a:ext cx="91440" cy="27940"/>
            </a:xfrm>
            <a:custGeom>
              <a:avLst/>
              <a:gdLst/>
              <a:ahLst/>
              <a:cxnLst/>
              <a:rect l="l" t="t" r="r" b="b"/>
              <a:pathLst>
                <a:path w="91439" h="27939">
                  <a:moveTo>
                    <a:pt x="90899" y="27599"/>
                  </a:moveTo>
                  <a:lnTo>
                    <a:pt x="0" y="27599"/>
                  </a:lnTo>
                  <a:lnTo>
                    <a:pt x="0" y="0"/>
                  </a:lnTo>
                  <a:lnTo>
                    <a:pt x="90899" y="0"/>
                  </a:lnTo>
                  <a:lnTo>
                    <a:pt x="90899" y="27599"/>
                  </a:lnTo>
                  <a:close/>
                </a:path>
              </a:pathLst>
            </a:custGeom>
            <a:solidFill>
              <a:srgbClr val="E3C1E1"/>
            </a:solidFill>
          </p:spPr>
          <p:txBody>
            <a:bodyPr wrap="square" lIns="0" tIns="0" rIns="0" bIns="0" rtlCol="0"/>
            <a:lstStyle/>
            <a:p>
              <a:endParaRPr sz="2400"/>
            </a:p>
          </p:txBody>
        </p:sp>
        <p:sp>
          <p:nvSpPr>
            <p:cNvPr id="44" name="object 44"/>
            <p:cNvSpPr/>
            <p:nvPr/>
          </p:nvSpPr>
          <p:spPr>
            <a:xfrm>
              <a:off x="5638761" y="2845106"/>
              <a:ext cx="91440" cy="27940"/>
            </a:xfrm>
            <a:custGeom>
              <a:avLst/>
              <a:gdLst/>
              <a:ahLst/>
              <a:cxnLst/>
              <a:rect l="l" t="t" r="r" b="b"/>
              <a:pathLst>
                <a:path w="91439" h="27939">
                  <a:moveTo>
                    <a:pt x="0" y="0"/>
                  </a:moveTo>
                  <a:lnTo>
                    <a:pt x="90899" y="0"/>
                  </a:lnTo>
                  <a:lnTo>
                    <a:pt x="90899" y="27599"/>
                  </a:lnTo>
                  <a:lnTo>
                    <a:pt x="0" y="27599"/>
                  </a:lnTo>
                  <a:lnTo>
                    <a:pt x="0" y="0"/>
                  </a:lnTo>
                  <a:close/>
                </a:path>
              </a:pathLst>
            </a:custGeom>
            <a:ln w="3175">
              <a:solidFill>
                <a:srgbClr val="965AC8"/>
              </a:solidFill>
            </a:ln>
          </p:spPr>
          <p:txBody>
            <a:bodyPr wrap="square" lIns="0" tIns="0" rIns="0" bIns="0" rtlCol="0"/>
            <a:lstStyle/>
            <a:p>
              <a:endParaRPr sz="2400"/>
            </a:p>
          </p:txBody>
        </p:sp>
        <p:sp>
          <p:nvSpPr>
            <p:cNvPr id="45" name="object 45"/>
            <p:cNvSpPr/>
            <p:nvPr/>
          </p:nvSpPr>
          <p:spPr>
            <a:xfrm>
              <a:off x="5411324" y="2751273"/>
              <a:ext cx="91440" cy="120650"/>
            </a:xfrm>
            <a:custGeom>
              <a:avLst/>
              <a:gdLst/>
              <a:ahLst/>
              <a:cxnLst/>
              <a:rect l="l" t="t" r="r" b="b"/>
              <a:pathLst>
                <a:path w="91439" h="120650">
                  <a:moveTo>
                    <a:pt x="90899" y="120599"/>
                  </a:moveTo>
                  <a:lnTo>
                    <a:pt x="0" y="120599"/>
                  </a:lnTo>
                  <a:lnTo>
                    <a:pt x="0" y="0"/>
                  </a:lnTo>
                  <a:lnTo>
                    <a:pt x="90899" y="0"/>
                  </a:lnTo>
                  <a:lnTo>
                    <a:pt x="90899" y="120599"/>
                  </a:lnTo>
                  <a:close/>
                </a:path>
              </a:pathLst>
            </a:custGeom>
            <a:solidFill>
              <a:srgbClr val="E3C1E1"/>
            </a:solidFill>
          </p:spPr>
          <p:txBody>
            <a:bodyPr wrap="square" lIns="0" tIns="0" rIns="0" bIns="0" rtlCol="0"/>
            <a:lstStyle/>
            <a:p>
              <a:endParaRPr sz="2400"/>
            </a:p>
          </p:txBody>
        </p:sp>
        <p:sp>
          <p:nvSpPr>
            <p:cNvPr id="46" name="object 46"/>
            <p:cNvSpPr/>
            <p:nvPr/>
          </p:nvSpPr>
          <p:spPr>
            <a:xfrm>
              <a:off x="5411324" y="2751273"/>
              <a:ext cx="91440" cy="120650"/>
            </a:xfrm>
            <a:custGeom>
              <a:avLst/>
              <a:gdLst/>
              <a:ahLst/>
              <a:cxnLst/>
              <a:rect l="l" t="t" r="r" b="b"/>
              <a:pathLst>
                <a:path w="91439" h="120650">
                  <a:moveTo>
                    <a:pt x="0" y="0"/>
                  </a:moveTo>
                  <a:lnTo>
                    <a:pt x="90899" y="0"/>
                  </a:lnTo>
                  <a:lnTo>
                    <a:pt x="90899" y="120599"/>
                  </a:lnTo>
                  <a:lnTo>
                    <a:pt x="0" y="120599"/>
                  </a:lnTo>
                  <a:lnTo>
                    <a:pt x="0" y="0"/>
                  </a:lnTo>
                  <a:close/>
                </a:path>
              </a:pathLst>
            </a:custGeom>
            <a:ln w="3175">
              <a:solidFill>
                <a:srgbClr val="965AC8"/>
              </a:solidFill>
            </a:ln>
          </p:spPr>
          <p:txBody>
            <a:bodyPr wrap="square" lIns="0" tIns="0" rIns="0" bIns="0" rtlCol="0"/>
            <a:lstStyle/>
            <a:p>
              <a:endParaRPr sz="2400"/>
            </a:p>
          </p:txBody>
        </p:sp>
        <p:sp>
          <p:nvSpPr>
            <p:cNvPr id="47" name="object 47"/>
            <p:cNvSpPr/>
            <p:nvPr/>
          </p:nvSpPr>
          <p:spPr>
            <a:xfrm>
              <a:off x="5525049" y="2822150"/>
              <a:ext cx="91440" cy="50165"/>
            </a:xfrm>
            <a:custGeom>
              <a:avLst/>
              <a:gdLst/>
              <a:ahLst/>
              <a:cxnLst/>
              <a:rect l="l" t="t" r="r" b="b"/>
              <a:pathLst>
                <a:path w="91439" h="50164">
                  <a:moveTo>
                    <a:pt x="90899" y="49799"/>
                  </a:moveTo>
                  <a:lnTo>
                    <a:pt x="0" y="49799"/>
                  </a:lnTo>
                  <a:lnTo>
                    <a:pt x="0" y="0"/>
                  </a:lnTo>
                  <a:lnTo>
                    <a:pt x="90899" y="0"/>
                  </a:lnTo>
                  <a:lnTo>
                    <a:pt x="90899" y="49799"/>
                  </a:lnTo>
                  <a:close/>
                </a:path>
              </a:pathLst>
            </a:custGeom>
            <a:solidFill>
              <a:srgbClr val="E3C1E1"/>
            </a:solidFill>
          </p:spPr>
          <p:txBody>
            <a:bodyPr wrap="square" lIns="0" tIns="0" rIns="0" bIns="0" rtlCol="0"/>
            <a:lstStyle/>
            <a:p>
              <a:endParaRPr sz="2400"/>
            </a:p>
          </p:txBody>
        </p:sp>
        <p:sp>
          <p:nvSpPr>
            <p:cNvPr id="48" name="object 48"/>
            <p:cNvSpPr/>
            <p:nvPr/>
          </p:nvSpPr>
          <p:spPr>
            <a:xfrm>
              <a:off x="5525049" y="2822150"/>
              <a:ext cx="91440" cy="50165"/>
            </a:xfrm>
            <a:custGeom>
              <a:avLst/>
              <a:gdLst/>
              <a:ahLst/>
              <a:cxnLst/>
              <a:rect l="l" t="t" r="r" b="b"/>
              <a:pathLst>
                <a:path w="91439" h="50164">
                  <a:moveTo>
                    <a:pt x="0" y="0"/>
                  </a:moveTo>
                  <a:lnTo>
                    <a:pt x="90899" y="0"/>
                  </a:lnTo>
                  <a:lnTo>
                    <a:pt x="90899" y="49799"/>
                  </a:lnTo>
                  <a:lnTo>
                    <a:pt x="0" y="49799"/>
                  </a:lnTo>
                  <a:lnTo>
                    <a:pt x="0" y="0"/>
                  </a:lnTo>
                  <a:close/>
                </a:path>
              </a:pathLst>
            </a:custGeom>
            <a:ln w="3175">
              <a:solidFill>
                <a:srgbClr val="965AC8"/>
              </a:solidFill>
            </a:ln>
          </p:spPr>
          <p:txBody>
            <a:bodyPr wrap="square" lIns="0" tIns="0" rIns="0" bIns="0" rtlCol="0"/>
            <a:lstStyle/>
            <a:p>
              <a:endParaRPr sz="2400"/>
            </a:p>
          </p:txBody>
        </p:sp>
        <p:sp>
          <p:nvSpPr>
            <p:cNvPr id="49" name="object 49"/>
            <p:cNvSpPr/>
            <p:nvPr/>
          </p:nvSpPr>
          <p:spPr>
            <a:xfrm>
              <a:off x="5297599" y="2635873"/>
              <a:ext cx="91440" cy="237490"/>
            </a:xfrm>
            <a:custGeom>
              <a:avLst/>
              <a:gdLst/>
              <a:ahLst/>
              <a:cxnLst/>
              <a:rect l="l" t="t" r="r" b="b"/>
              <a:pathLst>
                <a:path w="91439" h="237489">
                  <a:moveTo>
                    <a:pt x="90899" y="236999"/>
                  </a:moveTo>
                  <a:lnTo>
                    <a:pt x="0" y="236999"/>
                  </a:lnTo>
                  <a:lnTo>
                    <a:pt x="0" y="0"/>
                  </a:lnTo>
                  <a:lnTo>
                    <a:pt x="90899" y="0"/>
                  </a:lnTo>
                  <a:lnTo>
                    <a:pt x="90899" y="236999"/>
                  </a:lnTo>
                  <a:close/>
                </a:path>
              </a:pathLst>
            </a:custGeom>
            <a:solidFill>
              <a:srgbClr val="E3C1E1"/>
            </a:solidFill>
          </p:spPr>
          <p:txBody>
            <a:bodyPr wrap="square" lIns="0" tIns="0" rIns="0" bIns="0" rtlCol="0"/>
            <a:lstStyle/>
            <a:p>
              <a:endParaRPr sz="2400"/>
            </a:p>
          </p:txBody>
        </p:sp>
        <p:sp>
          <p:nvSpPr>
            <p:cNvPr id="50" name="object 50"/>
            <p:cNvSpPr/>
            <p:nvPr/>
          </p:nvSpPr>
          <p:spPr>
            <a:xfrm>
              <a:off x="5297599" y="2635873"/>
              <a:ext cx="91440" cy="237490"/>
            </a:xfrm>
            <a:custGeom>
              <a:avLst/>
              <a:gdLst/>
              <a:ahLst/>
              <a:cxnLst/>
              <a:rect l="l" t="t" r="r" b="b"/>
              <a:pathLst>
                <a:path w="91439" h="237489">
                  <a:moveTo>
                    <a:pt x="0" y="0"/>
                  </a:moveTo>
                  <a:lnTo>
                    <a:pt x="90899" y="0"/>
                  </a:lnTo>
                  <a:lnTo>
                    <a:pt x="90899" y="236999"/>
                  </a:lnTo>
                  <a:lnTo>
                    <a:pt x="0" y="236999"/>
                  </a:lnTo>
                  <a:lnTo>
                    <a:pt x="0" y="0"/>
                  </a:lnTo>
                  <a:close/>
                </a:path>
              </a:pathLst>
            </a:custGeom>
            <a:ln w="3175">
              <a:solidFill>
                <a:srgbClr val="965AC8"/>
              </a:solidFill>
            </a:ln>
          </p:spPr>
          <p:txBody>
            <a:bodyPr wrap="square" lIns="0" tIns="0" rIns="0" bIns="0" rtlCol="0"/>
            <a:lstStyle/>
            <a:p>
              <a:endParaRPr sz="2400"/>
            </a:p>
          </p:txBody>
        </p:sp>
        <p:sp>
          <p:nvSpPr>
            <p:cNvPr id="51" name="object 51"/>
            <p:cNvSpPr/>
            <p:nvPr/>
          </p:nvSpPr>
          <p:spPr>
            <a:xfrm>
              <a:off x="5249124" y="2874148"/>
              <a:ext cx="514984" cy="1270"/>
            </a:xfrm>
            <a:custGeom>
              <a:avLst/>
              <a:gdLst/>
              <a:ahLst/>
              <a:cxnLst/>
              <a:rect l="l" t="t" r="r" b="b"/>
              <a:pathLst>
                <a:path w="514985" h="1269">
                  <a:moveTo>
                    <a:pt x="0" y="899"/>
                  </a:moveTo>
                  <a:lnTo>
                    <a:pt x="514499" y="0"/>
                  </a:lnTo>
                </a:path>
              </a:pathLst>
            </a:custGeom>
            <a:ln w="3175">
              <a:solidFill>
                <a:srgbClr val="4285F4"/>
              </a:solidFill>
            </a:ln>
          </p:spPr>
          <p:txBody>
            <a:bodyPr wrap="square" lIns="0" tIns="0" rIns="0" bIns="0" rtlCol="0"/>
            <a:lstStyle/>
            <a:p>
              <a:endParaRPr sz="2400"/>
            </a:p>
          </p:txBody>
        </p:sp>
        <p:sp>
          <p:nvSpPr>
            <p:cNvPr id="52" name="object 52"/>
            <p:cNvSpPr/>
            <p:nvPr/>
          </p:nvSpPr>
          <p:spPr>
            <a:xfrm>
              <a:off x="6195712" y="2845106"/>
              <a:ext cx="91440" cy="27940"/>
            </a:xfrm>
            <a:custGeom>
              <a:avLst/>
              <a:gdLst/>
              <a:ahLst/>
              <a:cxnLst/>
              <a:rect l="l" t="t" r="r" b="b"/>
              <a:pathLst>
                <a:path w="91439" h="27939">
                  <a:moveTo>
                    <a:pt x="90899" y="27599"/>
                  </a:moveTo>
                  <a:lnTo>
                    <a:pt x="0" y="27599"/>
                  </a:lnTo>
                  <a:lnTo>
                    <a:pt x="0" y="0"/>
                  </a:lnTo>
                  <a:lnTo>
                    <a:pt x="90899" y="0"/>
                  </a:lnTo>
                  <a:lnTo>
                    <a:pt x="90899" y="27599"/>
                  </a:lnTo>
                  <a:close/>
                </a:path>
              </a:pathLst>
            </a:custGeom>
            <a:solidFill>
              <a:srgbClr val="E3C1E1"/>
            </a:solidFill>
          </p:spPr>
          <p:txBody>
            <a:bodyPr wrap="square" lIns="0" tIns="0" rIns="0" bIns="0" rtlCol="0"/>
            <a:lstStyle/>
            <a:p>
              <a:endParaRPr sz="2400"/>
            </a:p>
          </p:txBody>
        </p:sp>
        <p:sp>
          <p:nvSpPr>
            <p:cNvPr id="53" name="object 53"/>
            <p:cNvSpPr/>
            <p:nvPr/>
          </p:nvSpPr>
          <p:spPr>
            <a:xfrm>
              <a:off x="6195712" y="2845106"/>
              <a:ext cx="91440" cy="27940"/>
            </a:xfrm>
            <a:custGeom>
              <a:avLst/>
              <a:gdLst/>
              <a:ahLst/>
              <a:cxnLst/>
              <a:rect l="l" t="t" r="r" b="b"/>
              <a:pathLst>
                <a:path w="91439" h="27939">
                  <a:moveTo>
                    <a:pt x="0" y="0"/>
                  </a:moveTo>
                  <a:lnTo>
                    <a:pt x="90899" y="0"/>
                  </a:lnTo>
                  <a:lnTo>
                    <a:pt x="90899" y="27599"/>
                  </a:lnTo>
                  <a:lnTo>
                    <a:pt x="0" y="27599"/>
                  </a:lnTo>
                  <a:lnTo>
                    <a:pt x="0" y="0"/>
                  </a:lnTo>
                  <a:close/>
                </a:path>
              </a:pathLst>
            </a:custGeom>
            <a:ln w="3175">
              <a:solidFill>
                <a:srgbClr val="965AC8"/>
              </a:solidFill>
            </a:ln>
          </p:spPr>
          <p:txBody>
            <a:bodyPr wrap="square" lIns="0" tIns="0" rIns="0" bIns="0" rtlCol="0"/>
            <a:lstStyle/>
            <a:p>
              <a:endParaRPr sz="2400"/>
            </a:p>
          </p:txBody>
        </p:sp>
        <p:sp>
          <p:nvSpPr>
            <p:cNvPr id="54" name="object 54"/>
            <p:cNvSpPr/>
            <p:nvPr/>
          </p:nvSpPr>
          <p:spPr>
            <a:xfrm>
              <a:off x="5968274" y="2719823"/>
              <a:ext cx="91440" cy="152400"/>
            </a:xfrm>
            <a:custGeom>
              <a:avLst/>
              <a:gdLst/>
              <a:ahLst/>
              <a:cxnLst/>
              <a:rect l="l" t="t" r="r" b="b"/>
              <a:pathLst>
                <a:path w="91439" h="152400">
                  <a:moveTo>
                    <a:pt x="90899" y="152099"/>
                  </a:moveTo>
                  <a:lnTo>
                    <a:pt x="0" y="152099"/>
                  </a:lnTo>
                  <a:lnTo>
                    <a:pt x="0" y="0"/>
                  </a:lnTo>
                  <a:lnTo>
                    <a:pt x="90899" y="0"/>
                  </a:lnTo>
                  <a:lnTo>
                    <a:pt x="90899" y="152099"/>
                  </a:lnTo>
                  <a:close/>
                </a:path>
              </a:pathLst>
            </a:custGeom>
            <a:solidFill>
              <a:srgbClr val="E3C1E1"/>
            </a:solidFill>
          </p:spPr>
          <p:txBody>
            <a:bodyPr wrap="square" lIns="0" tIns="0" rIns="0" bIns="0" rtlCol="0"/>
            <a:lstStyle/>
            <a:p>
              <a:endParaRPr sz="2400"/>
            </a:p>
          </p:txBody>
        </p:sp>
        <p:sp>
          <p:nvSpPr>
            <p:cNvPr id="55" name="object 55"/>
            <p:cNvSpPr/>
            <p:nvPr/>
          </p:nvSpPr>
          <p:spPr>
            <a:xfrm>
              <a:off x="5968274" y="2719823"/>
              <a:ext cx="91440" cy="152400"/>
            </a:xfrm>
            <a:custGeom>
              <a:avLst/>
              <a:gdLst/>
              <a:ahLst/>
              <a:cxnLst/>
              <a:rect l="l" t="t" r="r" b="b"/>
              <a:pathLst>
                <a:path w="91439" h="152400">
                  <a:moveTo>
                    <a:pt x="0" y="0"/>
                  </a:moveTo>
                  <a:lnTo>
                    <a:pt x="90899" y="0"/>
                  </a:lnTo>
                  <a:lnTo>
                    <a:pt x="90899" y="152099"/>
                  </a:lnTo>
                  <a:lnTo>
                    <a:pt x="0" y="152099"/>
                  </a:lnTo>
                  <a:lnTo>
                    <a:pt x="0" y="0"/>
                  </a:lnTo>
                  <a:close/>
                </a:path>
              </a:pathLst>
            </a:custGeom>
            <a:ln w="3175">
              <a:solidFill>
                <a:srgbClr val="965AC8"/>
              </a:solidFill>
            </a:ln>
          </p:spPr>
          <p:txBody>
            <a:bodyPr wrap="square" lIns="0" tIns="0" rIns="0" bIns="0" rtlCol="0"/>
            <a:lstStyle/>
            <a:p>
              <a:endParaRPr sz="2400"/>
            </a:p>
          </p:txBody>
        </p:sp>
        <p:sp>
          <p:nvSpPr>
            <p:cNvPr id="56" name="object 56"/>
            <p:cNvSpPr/>
            <p:nvPr/>
          </p:nvSpPr>
          <p:spPr>
            <a:xfrm>
              <a:off x="6081999" y="2806672"/>
              <a:ext cx="91440" cy="65405"/>
            </a:xfrm>
            <a:custGeom>
              <a:avLst/>
              <a:gdLst/>
              <a:ahLst/>
              <a:cxnLst/>
              <a:rect l="l" t="t" r="r" b="b"/>
              <a:pathLst>
                <a:path w="91439" h="65405">
                  <a:moveTo>
                    <a:pt x="90899" y="65399"/>
                  </a:moveTo>
                  <a:lnTo>
                    <a:pt x="0" y="65399"/>
                  </a:lnTo>
                  <a:lnTo>
                    <a:pt x="0" y="0"/>
                  </a:lnTo>
                  <a:lnTo>
                    <a:pt x="90899" y="0"/>
                  </a:lnTo>
                  <a:lnTo>
                    <a:pt x="90899" y="65399"/>
                  </a:lnTo>
                  <a:close/>
                </a:path>
              </a:pathLst>
            </a:custGeom>
            <a:solidFill>
              <a:srgbClr val="E3C1E1"/>
            </a:solidFill>
          </p:spPr>
          <p:txBody>
            <a:bodyPr wrap="square" lIns="0" tIns="0" rIns="0" bIns="0" rtlCol="0"/>
            <a:lstStyle/>
            <a:p>
              <a:endParaRPr sz="2400"/>
            </a:p>
          </p:txBody>
        </p:sp>
        <p:sp>
          <p:nvSpPr>
            <p:cNvPr id="57" name="object 57"/>
            <p:cNvSpPr/>
            <p:nvPr/>
          </p:nvSpPr>
          <p:spPr>
            <a:xfrm>
              <a:off x="6081999" y="2806672"/>
              <a:ext cx="91440" cy="65405"/>
            </a:xfrm>
            <a:custGeom>
              <a:avLst/>
              <a:gdLst/>
              <a:ahLst/>
              <a:cxnLst/>
              <a:rect l="l" t="t" r="r" b="b"/>
              <a:pathLst>
                <a:path w="91439" h="65405">
                  <a:moveTo>
                    <a:pt x="0" y="0"/>
                  </a:moveTo>
                  <a:lnTo>
                    <a:pt x="90899" y="0"/>
                  </a:lnTo>
                  <a:lnTo>
                    <a:pt x="90899" y="65399"/>
                  </a:lnTo>
                  <a:lnTo>
                    <a:pt x="0" y="65399"/>
                  </a:lnTo>
                  <a:lnTo>
                    <a:pt x="0" y="0"/>
                  </a:lnTo>
                  <a:close/>
                </a:path>
              </a:pathLst>
            </a:custGeom>
            <a:ln w="3175">
              <a:solidFill>
                <a:srgbClr val="965AC8"/>
              </a:solidFill>
            </a:ln>
          </p:spPr>
          <p:txBody>
            <a:bodyPr wrap="square" lIns="0" tIns="0" rIns="0" bIns="0" rtlCol="0"/>
            <a:lstStyle/>
            <a:p>
              <a:endParaRPr sz="2400"/>
            </a:p>
          </p:txBody>
        </p:sp>
        <p:sp>
          <p:nvSpPr>
            <p:cNvPr id="58" name="object 58"/>
            <p:cNvSpPr/>
            <p:nvPr/>
          </p:nvSpPr>
          <p:spPr>
            <a:xfrm>
              <a:off x="5854550" y="2667123"/>
              <a:ext cx="91440" cy="206375"/>
            </a:xfrm>
            <a:custGeom>
              <a:avLst/>
              <a:gdLst/>
              <a:ahLst/>
              <a:cxnLst/>
              <a:rect l="l" t="t" r="r" b="b"/>
              <a:pathLst>
                <a:path w="91439" h="206375">
                  <a:moveTo>
                    <a:pt x="90899" y="205799"/>
                  </a:moveTo>
                  <a:lnTo>
                    <a:pt x="0" y="205799"/>
                  </a:lnTo>
                  <a:lnTo>
                    <a:pt x="0" y="0"/>
                  </a:lnTo>
                  <a:lnTo>
                    <a:pt x="90899" y="0"/>
                  </a:lnTo>
                  <a:lnTo>
                    <a:pt x="90899" y="205799"/>
                  </a:lnTo>
                  <a:close/>
                </a:path>
              </a:pathLst>
            </a:custGeom>
            <a:solidFill>
              <a:srgbClr val="E3C1E1"/>
            </a:solidFill>
          </p:spPr>
          <p:txBody>
            <a:bodyPr wrap="square" lIns="0" tIns="0" rIns="0" bIns="0" rtlCol="0"/>
            <a:lstStyle/>
            <a:p>
              <a:endParaRPr sz="2400"/>
            </a:p>
          </p:txBody>
        </p:sp>
        <p:sp>
          <p:nvSpPr>
            <p:cNvPr id="59" name="object 59"/>
            <p:cNvSpPr/>
            <p:nvPr/>
          </p:nvSpPr>
          <p:spPr>
            <a:xfrm>
              <a:off x="5854550" y="2667123"/>
              <a:ext cx="91440" cy="206375"/>
            </a:xfrm>
            <a:custGeom>
              <a:avLst/>
              <a:gdLst/>
              <a:ahLst/>
              <a:cxnLst/>
              <a:rect l="l" t="t" r="r" b="b"/>
              <a:pathLst>
                <a:path w="91439" h="206375">
                  <a:moveTo>
                    <a:pt x="0" y="0"/>
                  </a:moveTo>
                  <a:lnTo>
                    <a:pt x="90899" y="0"/>
                  </a:lnTo>
                  <a:lnTo>
                    <a:pt x="90899" y="205799"/>
                  </a:lnTo>
                  <a:lnTo>
                    <a:pt x="0" y="205799"/>
                  </a:lnTo>
                  <a:lnTo>
                    <a:pt x="0" y="0"/>
                  </a:lnTo>
                  <a:close/>
                </a:path>
              </a:pathLst>
            </a:custGeom>
            <a:ln w="3175">
              <a:solidFill>
                <a:srgbClr val="965AC8"/>
              </a:solidFill>
            </a:ln>
          </p:spPr>
          <p:txBody>
            <a:bodyPr wrap="square" lIns="0" tIns="0" rIns="0" bIns="0" rtlCol="0"/>
            <a:lstStyle/>
            <a:p>
              <a:endParaRPr sz="2400"/>
            </a:p>
          </p:txBody>
        </p:sp>
        <p:sp>
          <p:nvSpPr>
            <p:cNvPr id="60" name="object 60"/>
            <p:cNvSpPr/>
            <p:nvPr/>
          </p:nvSpPr>
          <p:spPr>
            <a:xfrm>
              <a:off x="5806075" y="2874148"/>
              <a:ext cx="514984" cy="1270"/>
            </a:xfrm>
            <a:custGeom>
              <a:avLst/>
              <a:gdLst/>
              <a:ahLst/>
              <a:cxnLst/>
              <a:rect l="l" t="t" r="r" b="b"/>
              <a:pathLst>
                <a:path w="514985" h="1269">
                  <a:moveTo>
                    <a:pt x="0" y="899"/>
                  </a:moveTo>
                  <a:lnTo>
                    <a:pt x="514499" y="0"/>
                  </a:lnTo>
                </a:path>
              </a:pathLst>
            </a:custGeom>
            <a:ln w="3175">
              <a:solidFill>
                <a:srgbClr val="4285F4"/>
              </a:solidFill>
            </a:ln>
          </p:spPr>
          <p:txBody>
            <a:bodyPr wrap="square" lIns="0" tIns="0" rIns="0" bIns="0" rtlCol="0"/>
            <a:lstStyle/>
            <a:p>
              <a:endParaRPr sz="2400"/>
            </a:p>
          </p:txBody>
        </p:sp>
        <p:sp>
          <p:nvSpPr>
            <p:cNvPr id="61" name="object 61"/>
            <p:cNvSpPr/>
            <p:nvPr/>
          </p:nvSpPr>
          <p:spPr>
            <a:xfrm>
              <a:off x="6752650" y="2830395"/>
              <a:ext cx="91440" cy="42545"/>
            </a:xfrm>
            <a:custGeom>
              <a:avLst/>
              <a:gdLst/>
              <a:ahLst/>
              <a:cxnLst/>
              <a:rect l="l" t="t" r="r" b="b"/>
              <a:pathLst>
                <a:path w="91440" h="42544">
                  <a:moveTo>
                    <a:pt x="90899" y="42299"/>
                  </a:moveTo>
                  <a:lnTo>
                    <a:pt x="0" y="42299"/>
                  </a:lnTo>
                  <a:lnTo>
                    <a:pt x="0" y="0"/>
                  </a:lnTo>
                  <a:lnTo>
                    <a:pt x="90899" y="0"/>
                  </a:lnTo>
                  <a:lnTo>
                    <a:pt x="90899" y="42299"/>
                  </a:lnTo>
                  <a:close/>
                </a:path>
              </a:pathLst>
            </a:custGeom>
            <a:solidFill>
              <a:srgbClr val="E3C1E1"/>
            </a:solidFill>
          </p:spPr>
          <p:txBody>
            <a:bodyPr wrap="square" lIns="0" tIns="0" rIns="0" bIns="0" rtlCol="0"/>
            <a:lstStyle/>
            <a:p>
              <a:endParaRPr sz="2400"/>
            </a:p>
          </p:txBody>
        </p:sp>
        <p:sp>
          <p:nvSpPr>
            <p:cNvPr id="62" name="object 62"/>
            <p:cNvSpPr/>
            <p:nvPr/>
          </p:nvSpPr>
          <p:spPr>
            <a:xfrm>
              <a:off x="6752650" y="2830395"/>
              <a:ext cx="91440" cy="42545"/>
            </a:xfrm>
            <a:custGeom>
              <a:avLst/>
              <a:gdLst/>
              <a:ahLst/>
              <a:cxnLst/>
              <a:rect l="l" t="t" r="r" b="b"/>
              <a:pathLst>
                <a:path w="91440" h="42544">
                  <a:moveTo>
                    <a:pt x="0" y="0"/>
                  </a:moveTo>
                  <a:lnTo>
                    <a:pt x="90899" y="0"/>
                  </a:lnTo>
                  <a:lnTo>
                    <a:pt x="90899" y="42299"/>
                  </a:lnTo>
                  <a:lnTo>
                    <a:pt x="0" y="42299"/>
                  </a:lnTo>
                  <a:lnTo>
                    <a:pt x="0" y="0"/>
                  </a:lnTo>
                  <a:close/>
                </a:path>
              </a:pathLst>
            </a:custGeom>
            <a:ln w="3175">
              <a:solidFill>
                <a:srgbClr val="965AC8"/>
              </a:solidFill>
            </a:ln>
          </p:spPr>
          <p:txBody>
            <a:bodyPr wrap="square" lIns="0" tIns="0" rIns="0" bIns="0" rtlCol="0"/>
            <a:lstStyle/>
            <a:p>
              <a:endParaRPr sz="2400"/>
            </a:p>
          </p:txBody>
        </p:sp>
        <p:sp>
          <p:nvSpPr>
            <p:cNvPr id="63" name="object 63"/>
            <p:cNvSpPr/>
            <p:nvPr/>
          </p:nvSpPr>
          <p:spPr>
            <a:xfrm>
              <a:off x="6525224" y="2765094"/>
              <a:ext cx="91440" cy="107314"/>
            </a:xfrm>
            <a:custGeom>
              <a:avLst/>
              <a:gdLst/>
              <a:ahLst/>
              <a:cxnLst/>
              <a:rect l="l" t="t" r="r" b="b"/>
              <a:pathLst>
                <a:path w="91440" h="107314">
                  <a:moveTo>
                    <a:pt x="90899" y="106799"/>
                  </a:moveTo>
                  <a:lnTo>
                    <a:pt x="0" y="106799"/>
                  </a:lnTo>
                  <a:lnTo>
                    <a:pt x="0" y="0"/>
                  </a:lnTo>
                  <a:lnTo>
                    <a:pt x="90899" y="0"/>
                  </a:lnTo>
                  <a:lnTo>
                    <a:pt x="90899" y="106799"/>
                  </a:lnTo>
                  <a:close/>
                </a:path>
              </a:pathLst>
            </a:custGeom>
            <a:solidFill>
              <a:srgbClr val="E3C1E1"/>
            </a:solidFill>
          </p:spPr>
          <p:txBody>
            <a:bodyPr wrap="square" lIns="0" tIns="0" rIns="0" bIns="0" rtlCol="0"/>
            <a:lstStyle/>
            <a:p>
              <a:endParaRPr sz="2400"/>
            </a:p>
          </p:txBody>
        </p:sp>
        <p:sp>
          <p:nvSpPr>
            <p:cNvPr id="64" name="object 64"/>
            <p:cNvSpPr/>
            <p:nvPr/>
          </p:nvSpPr>
          <p:spPr>
            <a:xfrm>
              <a:off x="6525224" y="2765094"/>
              <a:ext cx="91440" cy="107314"/>
            </a:xfrm>
            <a:custGeom>
              <a:avLst/>
              <a:gdLst/>
              <a:ahLst/>
              <a:cxnLst/>
              <a:rect l="l" t="t" r="r" b="b"/>
              <a:pathLst>
                <a:path w="91440" h="107314">
                  <a:moveTo>
                    <a:pt x="0" y="0"/>
                  </a:moveTo>
                  <a:lnTo>
                    <a:pt x="90899" y="0"/>
                  </a:lnTo>
                  <a:lnTo>
                    <a:pt x="90899" y="106799"/>
                  </a:lnTo>
                  <a:lnTo>
                    <a:pt x="0" y="106799"/>
                  </a:lnTo>
                  <a:lnTo>
                    <a:pt x="0" y="0"/>
                  </a:lnTo>
                  <a:close/>
                </a:path>
              </a:pathLst>
            </a:custGeom>
            <a:ln w="3175">
              <a:solidFill>
                <a:srgbClr val="965AC8"/>
              </a:solidFill>
            </a:ln>
          </p:spPr>
          <p:txBody>
            <a:bodyPr wrap="square" lIns="0" tIns="0" rIns="0" bIns="0" rtlCol="0"/>
            <a:lstStyle/>
            <a:p>
              <a:endParaRPr sz="2400"/>
            </a:p>
          </p:txBody>
        </p:sp>
        <p:sp>
          <p:nvSpPr>
            <p:cNvPr id="65" name="object 65"/>
            <p:cNvSpPr/>
            <p:nvPr/>
          </p:nvSpPr>
          <p:spPr>
            <a:xfrm>
              <a:off x="6638949" y="2778395"/>
              <a:ext cx="91440" cy="93980"/>
            </a:xfrm>
            <a:custGeom>
              <a:avLst/>
              <a:gdLst/>
              <a:ahLst/>
              <a:cxnLst/>
              <a:rect l="l" t="t" r="r" b="b"/>
              <a:pathLst>
                <a:path w="91440" h="93980">
                  <a:moveTo>
                    <a:pt x="90899" y="93599"/>
                  </a:moveTo>
                  <a:lnTo>
                    <a:pt x="0" y="93599"/>
                  </a:lnTo>
                  <a:lnTo>
                    <a:pt x="0" y="0"/>
                  </a:lnTo>
                  <a:lnTo>
                    <a:pt x="90899" y="0"/>
                  </a:lnTo>
                  <a:lnTo>
                    <a:pt x="90899" y="93599"/>
                  </a:lnTo>
                  <a:close/>
                </a:path>
              </a:pathLst>
            </a:custGeom>
            <a:solidFill>
              <a:srgbClr val="E3C1E1"/>
            </a:solidFill>
          </p:spPr>
          <p:txBody>
            <a:bodyPr wrap="square" lIns="0" tIns="0" rIns="0" bIns="0" rtlCol="0"/>
            <a:lstStyle/>
            <a:p>
              <a:endParaRPr sz="2400"/>
            </a:p>
          </p:txBody>
        </p:sp>
        <p:sp>
          <p:nvSpPr>
            <p:cNvPr id="66" name="object 66"/>
            <p:cNvSpPr/>
            <p:nvPr/>
          </p:nvSpPr>
          <p:spPr>
            <a:xfrm>
              <a:off x="6638949" y="2778395"/>
              <a:ext cx="91440" cy="93980"/>
            </a:xfrm>
            <a:custGeom>
              <a:avLst/>
              <a:gdLst/>
              <a:ahLst/>
              <a:cxnLst/>
              <a:rect l="l" t="t" r="r" b="b"/>
              <a:pathLst>
                <a:path w="91440" h="93980">
                  <a:moveTo>
                    <a:pt x="0" y="0"/>
                  </a:moveTo>
                  <a:lnTo>
                    <a:pt x="90899" y="0"/>
                  </a:lnTo>
                  <a:lnTo>
                    <a:pt x="90899" y="93599"/>
                  </a:lnTo>
                  <a:lnTo>
                    <a:pt x="0" y="93599"/>
                  </a:lnTo>
                  <a:lnTo>
                    <a:pt x="0" y="0"/>
                  </a:lnTo>
                  <a:close/>
                </a:path>
              </a:pathLst>
            </a:custGeom>
            <a:ln w="3175">
              <a:solidFill>
                <a:srgbClr val="965AC8"/>
              </a:solidFill>
            </a:ln>
          </p:spPr>
          <p:txBody>
            <a:bodyPr wrap="square" lIns="0" tIns="0" rIns="0" bIns="0" rtlCol="0"/>
            <a:lstStyle/>
            <a:p>
              <a:endParaRPr sz="2400"/>
            </a:p>
          </p:txBody>
        </p:sp>
        <p:sp>
          <p:nvSpPr>
            <p:cNvPr id="67" name="object 67"/>
            <p:cNvSpPr/>
            <p:nvPr/>
          </p:nvSpPr>
          <p:spPr>
            <a:xfrm>
              <a:off x="6411500" y="2745498"/>
              <a:ext cx="91440" cy="127635"/>
            </a:xfrm>
            <a:custGeom>
              <a:avLst/>
              <a:gdLst/>
              <a:ahLst/>
              <a:cxnLst/>
              <a:rect l="l" t="t" r="r" b="b"/>
              <a:pathLst>
                <a:path w="91440" h="127635">
                  <a:moveTo>
                    <a:pt x="90899" y="127499"/>
                  </a:moveTo>
                  <a:lnTo>
                    <a:pt x="0" y="127499"/>
                  </a:lnTo>
                  <a:lnTo>
                    <a:pt x="0" y="0"/>
                  </a:lnTo>
                  <a:lnTo>
                    <a:pt x="90899" y="0"/>
                  </a:lnTo>
                  <a:lnTo>
                    <a:pt x="90899" y="127499"/>
                  </a:lnTo>
                  <a:close/>
                </a:path>
              </a:pathLst>
            </a:custGeom>
            <a:solidFill>
              <a:srgbClr val="E3C1E1"/>
            </a:solidFill>
          </p:spPr>
          <p:txBody>
            <a:bodyPr wrap="square" lIns="0" tIns="0" rIns="0" bIns="0" rtlCol="0"/>
            <a:lstStyle/>
            <a:p>
              <a:endParaRPr sz="2400"/>
            </a:p>
          </p:txBody>
        </p:sp>
        <p:sp>
          <p:nvSpPr>
            <p:cNvPr id="68" name="object 68"/>
            <p:cNvSpPr/>
            <p:nvPr/>
          </p:nvSpPr>
          <p:spPr>
            <a:xfrm>
              <a:off x="6411500" y="2745498"/>
              <a:ext cx="91440" cy="127635"/>
            </a:xfrm>
            <a:custGeom>
              <a:avLst/>
              <a:gdLst/>
              <a:ahLst/>
              <a:cxnLst/>
              <a:rect l="l" t="t" r="r" b="b"/>
              <a:pathLst>
                <a:path w="91440" h="127635">
                  <a:moveTo>
                    <a:pt x="0" y="0"/>
                  </a:moveTo>
                  <a:lnTo>
                    <a:pt x="90899" y="0"/>
                  </a:lnTo>
                  <a:lnTo>
                    <a:pt x="90899" y="127499"/>
                  </a:lnTo>
                  <a:lnTo>
                    <a:pt x="0" y="127499"/>
                  </a:lnTo>
                  <a:lnTo>
                    <a:pt x="0" y="0"/>
                  </a:lnTo>
                  <a:close/>
                </a:path>
              </a:pathLst>
            </a:custGeom>
            <a:ln w="3175">
              <a:solidFill>
                <a:srgbClr val="965AC8"/>
              </a:solidFill>
            </a:ln>
          </p:spPr>
          <p:txBody>
            <a:bodyPr wrap="square" lIns="0" tIns="0" rIns="0" bIns="0" rtlCol="0"/>
            <a:lstStyle/>
            <a:p>
              <a:endParaRPr sz="2400"/>
            </a:p>
          </p:txBody>
        </p:sp>
        <p:sp>
          <p:nvSpPr>
            <p:cNvPr id="69" name="object 69"/>
            <p:cNvSpPr/>
            <p:nvPr/>
          </p:nvSpPr>
          <p:spPr>
            <a:xfrm>
              <a:off x="6363024" y="2874148"/>
              <a:ext cx="514984" cy="1270"/>
            </a:xfrm>
            <a:custGeom>
              <a:avLst/>
              <a:gdLst/>
              <a:ahLst/>
              <a:cxnLst/>
              <a:rect l="l" t="t" r="r" b="b"/>
              <a:pathLst>
                <a:path w="514984" h="1269">
                  <a:moveTo>
                    <a:pt x="0" y="899"/>
                  </a:moveTo>
                  <a:lnTo>
                    <a:pt x="514499" y="0"/>
                  </a:lnTo>
                </a:path>
              </a:pathLst>
            </a:custGeom>
            <a:ln w="3175">
              <a:solidFill>
                <a:srgbClr val="4285F4"/>
              </a:solidFill>
            </a:ln>
          </p:spPr>
          <p:txBody>
            <a:bodyPr wrap="square" lIns="0" tIns="0" rIns="0" bIns="0" rtlCol="0"/>
            <a:lstStyle/>
            <a:p>
              <a:endParaRPr sz="2400"/>
            </a:p>
          </p:txBody>
        </p:sp>
      </p:gr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4330791" y="2581167"/>
            <a:ext cx="1556173" cy="625642"/>
          </a:xfrm>
          <a:prstGeom prst="rect">
            <a:avLst/>
          </a:prstGeom>
          <a:ln w="24374">
            <a:solidFill>
              <a:srgbClr val="000000"/>
            </a:solidFill>
          </a:ln>
        </p:spPr>
        <p:txBody>
          <a:bodyPr vert="horz" wrap="square" lIns="0" tIns="74507" rIns="0" bIns="0" rtlCol="0">
            <a:spAutoFit/>
          </a:bodyPr>
          <a:lstStyle/>
          <a:p>
            <a:pPr marL="414010" marR="374217" indent="-29633">
              <a:lnSpc>
                <a:spcPct val="101099"/>
              </a:lnSpc>
              <a:spcBef>
                <a:spcPts val="587"/>
              </a:spcBef>
            </a:pPr>
            <a:r>
              <a:rPr spc="-67" dirty="0">
                <a:solidFill>
                  <a:srgbClr val="434343"/>
                </a:solidFill>
                <a:latin typeface="Arial Black"/>
                <a:cs typeface="Arial Black"/>
              </a:rPr>
              <a:t>Target </a:t>
            </a:r>
            <a:r>
              <a:rPr spc="-13" dirty="0">
                <a:solidFill>
                  <a:srgbClr val="434343"/>
                </a:solidFill>
                <a:latin typeface="Arial Black"/>
                <a:cs typeface="Arial Black"/>
              </a:rPr>
              <a:t>Model</a:t>
            </a:r>
            <a:endParaRPr>
              <a:latin typeface="Arial Black"/>
              <a:cs typeface="Arial Black"/>
            </a:endParaRPr>
          </a:p>
        </p:txBody>
      </p:sp>
      <p:grpSp>
        <p:nvGrpSpPr>
          <p:cNvPr id="3" name="object 3"/>
          <p:cNvGrpSpPr/>
          <p:nvPr/>
        </p:nvGrpSpPr>
        <p:grpSpPr>
          <a:xfrm>
            <a:off x="264078" y="3208983"/>
            <a:ext cx="4054687" cy="306493"/>
            <a:chOff x="198058" y="2406737"/>
            <a:chExt cx="3041015" cy="229870"/>
          </a:xfrm>
        </p:grpSpPr>
        <p:sp>
          <p:nvSpPr>
            <p:cNvPr id="4" name="object 4"/>
            <p:cNvSpPr/>
            <p:nvPr/>
          </p:nvSpPr>
          <p:spPr>
            <a:xfrm>
              <a:off x="200795" y="2421544"/>
              <a:ext cx="521334" cy="203835"/>
            </a:xfrm>
            <a:custGeom>
              <a:avLst/>
              <a:gdLst/>
              <a:ahLst/>
              <a:cxnLst/>
              <a:rect l="l" t="t" r="r" b="b"/>
              <a:pathLst>
                <a:path w="521334" h="203835">
                  <a:moveTo>
                    <a:pt x="486899" y="203399"/>
                  </a:moveTo>
                  <a:lnTo>
                    <a:pt x="33900" y="203399"/>
                  </a:lnTo>
                  <a:lnTo>
                    <a:pt x="20705" y="200735"/>
                  </a:lnTo>
                  <a:lnTo>
                    <a:pt x="9929" y="193470"/>
                  </a:lnTo>
                  <a:lnTo>
                    <a:pt x="2664" y="182694"/>
                  </a:lnTo>
                  <a:lnTo>
                    <a:pt x="0" y="169499"/>
                  </a:lnTo>
                  <a:lnTo>
                    <a:pt x="0" y="33900"/>
                  </a:lnTo>
                  <a:lnTo>
                    <a:pt x="2664" y="20704"/>
                  </a:lnTo>
                  <a:lnTo>
                    <a:pt x="9929" y="9929"/>
                  </a:lnTo>
                  <a:lnTo>
                    <a:pt x="20705" y="2664"/>
                  </a:lnTo>
                  <a:lnTo>
                    <a:pt x="33900" y="0"/>
                  </a:lnTo>
                  <a:lnTo>
                    <a:pt x="486899" y="0"/>
                  </a:lnTo>
                  <a:lnTo>
                    <a:pt x="520142" y="27255"/>
                  </a:lnTo>
                  <a:lnTo>
                    <a:pt x="520799" y="33900"/>
                  </a:lnTo>
                  <a:lnTo>
                    <a:pt x="520799" y="169499"/>
                  </a:lnTo>
                  <a:lnTo>
                    <a:pt x="518135" y="182694"/>
                  </a:lnTo>
                  <a:lnTo>
                    <a:pt x="510870" y="193470"/>
                  </a:lnTo>
                  <a:lnTo>
                    <a:pt x="500095" y="200735"/>
                  </a:lnTo>
                  <a:lnTo>
                    <a:pt x="486899" y="203399"/>
                  </a:lnTo>
                  <a:close/>
                </a:path>
              </a:pathLst>
            </a:custGeom>
            <a:solidFill>
              <a:srgbClr val="FAADB3"/>
            </a:solidFill>
          </p:spPr>
          <p:txBody>
            <a:bodyPr wrap="square" lIns="0" tIns="0" rIns="0" bIns="0" rtlCol="0"/>
            <a:lstStyle/>
            <a:p>
              <a:endParaRPr sz="2400"/>
            </a:p>
          </p:txBody>
        </p:sp>
        <p:sp>
          <p:nvSpPr>
            <p:cNvPr id="5" name="object 5"/>
            <p:cNvSpPr/>
            <p:nvPr/>
          </p:nvSpPr>
          <p:spPr>
            <a:xfrm>
              <a:off x="200795" y="2421544"/>
              <a:ext cx="521334" cy="203835"/>
            </a:xfrm>
            <a:custGeom>
              <a:avLst/>
              <a:gdLst/>
              <a:ahLst/>
              <a:cxnLst/>
              <a:rect l="l" t="t" r="r" b="b"/>
              <a:pathLst>
                <a:path w="521334" h="203835">
                  <a:moveTo>
                    <a:pt x="0" y="33900"/>
                  </a:moveTo>
                  <a:lnTo>
                    <a:pt x="2664" y="20704"/>
                  </a:lnTo>
                  <a:lnTo>
                    <a:pt x="9929" y="9929"/>
                  </a:lnTo>
                  <a:lnTo>
                    <a:pt x="20705" y="2664"/>
                  </a:lnTo>
                  <a:lnTo>
                    <a:pt x="33900" y="0"/>
                  </a:lnTo>
                  <a:lnTo>
                    <a:pt x="486899" y="0"/>
                  </a:lnTo>
                  <a:lnTo>
                    <a:pt x="520142" y="27255"/>
                  </a:lnTo>
                  <a:lnTo>
                    <a:pt x="520799" y="33900"/>
                  </a:lnTo>
                  <a:lnTo>
                    <a:pt x="520799" y="169499"/>
                  </a:lnTo>
                  <a:lnTo>
                    <a:pt x="518135" y="182694"/>
                  </a:lnTo>
                  <a:lnTo>
                    <a:pt x="510870" y="193470"/>
                  </a:lnTo>
                  <a:lnTo>
                    <a:pt x="500095" y="200735"/>
                  </a:lnTo>
                  <a:lnTo>
                    <a:pt x="486899" y="203399"/>
                  </a:lnTo>
                  <a:lnTo>
                    <a:pt x="33900" y="203399"/>
                  </a:lnTo>
                  <a:lnTo>
                    <a:pt x="20705" y="200735"/>
                  </a:lnTo>
                  <a:lnTo>
                    <a:pt x="9929" y="193470"/>
                  </a:lnTo>
                  <a:lnTo>
                    <a:pt x="2664" y="182694"/>
                  </a:lnTo>
                  <a:lnTo>
                    <a:pt x="0" y="169499"/>
                  </a:lnTo>
                  <a:lnTo>
                    <a:pt x="0" y="33900"/>
                  </a:lnTo>
                  <a:close/>
                </a:path>
              </a:pathLst>
            </a:custGeom>
            <a:ln w="5474">
              <a:solidFill>
                <a:srgbClr val="595959"/>
              </a:solidFill>
            </a:ln>
          </p:spPr>
          <p:txBody>
            <a:bodyPr wrap="square" lIns="0" tIns="0" rIns="0" bIns="0" rtlCol="0"/>
            <a:lstStyle/>
            <a:p>
              <a:endParaRPr sz="2400"/>
            </a:p>
          </p:txBody>
        </p:sp>
        <p:sp>
          <p:nvSpPr>
            <p:cNvPr id="6" name="object 6"/>
            <p:cNvSpPr/>
            <p:nvPr/>
          </p:nvSpPr>
          <p:spPr>
            <a:xfrm>
              <a:off x="2945074" y="2519745"/>
              <a:ext cx="246379" cy="1905"/>
            </a:xfrm>
            <a:custGeom>
              <a:avLst/>
              <a:gdLst/>
              <a:ahLst/>
              <a:cxnLst/>
              <a:rect l="l" t="t" r="r" b="b"/>
              <a:pathLst>
                <a:path w="246380" h="1905">
                  <a:moveTo>
                    <a:pt x="0" y="1703"/>
                  </a:moveTo>
                  <a:lnTo>
                    <a:pt x="245851" y="0"/>
                  </a:lnTo>
                </a:path>
              </a:pathLst>
            </a:custGeom>
            <a:ln w="9524">
              <a:solidFill>
                <a:srgbClr val="595959"/>
              </a:solidFill>
            </a:ln>
          </p:spPr>
          <p:txBody>
            <a:bodyPr wrap="square" lIns="0" tIns="0" rIns="0" bIns="0" rtlCol="0"/>
            <a:lstStyle/>
            <a:p>
              <a:endParaRPr sz="2400"/>
            </a:p>
          </p:txBody>
        </p:sp>
        <p:sp>
          <p:nvSpPr>
            <p:cNvPr id="7" name="object 7"/>
            <p:cNvSpPr/>
            <p:nvPr/>
          </p:nvSpPr>
          <p:spPr>
            <a:xfrm>
              <a:off x="3190817" y="2504013"/>
              <a:ext cx="43815" cy="31750"/>
            </a:xfrm>
            <a:custGeom>
              <a:avLst/>
              <a:gdLst/>
              <a:ahLst/>
              <a:cxnLst/>
              <a:rect l="l" t="t" r="r" b="b"/>
              <a:pathLst>
                <a:path w="43814" h="31750">
                  <a:moveTo>
                    <a:pt x="217" y="31464"/>
                  </a:moveTo>
                  <a:lnTo>
                    <a:pt x="0" y="0"/>
                  </a:lnTo>
                  <a:lnTo>
                    <a:pt x="43333" y="15432"/>
                  </a:lnTo>
                  <a:lnTo>
                    <a:pt x="217" y="31464"/>
                  </a:lnTo>
                  <a:close/>
                </a:path>
              </a:pathLst>
            </a:custGeom>
            <a:solidFill>
              <a:srgbClr val="595959"/>
            </a:solidFill>
          </p:spPr>
          <p:txBody>
            <a:bodyPr wrap="square" lIns="0" tIns="0" rIns="0" bIns="0" rtlCol="0"/>
            <a:lstStyle/>
            <a:p>
              <a:endParaRPr sz="2400"/>
            </a:p>
          </p:txBody>
        </p:sp>
        <p:sp>
          <p:nvSpPr>
            <p:cNvPr id="8" name="object 8"/>
            <p:cNvSpPr/>
            <p:nvPr/>
          </p:nvSpPr>
          <p:spPr>
            <a:xfrm>
              <a:off x="3190817" y="2504013"/>
              <a:ext cx="43815" cy="31750"/>
            </a:xfrm>
            <a:custGeom>
              <a:avLst/>
              <a:gdLst/>
              <a:ahLst/>
              <a:cxnLst/>
              <a:rect l="l" t="t" r="r" b="b"/>
              <a:pathLst>
                <a:path w="43814" h="31750">
                  <a:moveTo>
                    <a:pt x="217" y="31464"/>
                  </a:moveTo>
                  <a:lnTo>
                    <a:pt x="43333" y="15432"/>
                  </a:lnTo>
                  <a:lnTo>
                    <a:pt x="0" y="0"/>
                  </a:lnTo>
                  <a:lnTo>
                    <a:pt x="217" y="31464"/>
                  </a:lnTo>
                  <a:close/>
                </a:path>
              </a:pathLst>
            </a:custGeom>
            <a:ln w="9524">
              <a:solidFill>
                <a:srgbClr val="595959"/>
              </a:solidFill>
            </a:ln>
          </p:spPr>
          <p:txBody>
            <a:bodyPr wrap="square" lIns="0" tIns="0" rIns="0" bIns="0" rtlCol="0"/>
            <a:lstStyle/>
            <a:p>
              <a:endParaRPr sz="2400"/>
            </a:p>
          </p:txBody>
        </p:sp>
        <p:sp>
          <p:nvSpPr>
            <p:cNvPr id="9" name="object 9"/>
            <p:cNvSpPr/>
            <p:nvPr/>
          </p:nvSpPr>
          <p:spPr>
            <a:xfrm>
              <a:off x="1273948" y="2411499"/>
              <a:ext cx="532130" cy="220345"/>
            </a:xfrm>
            <a:custGeom>
              <a:avLst/>
              <a:gdLst/>
              <a:ahLst/>
              <a:cxnLst/>
              <a:rect l="l" t="t" r="r" b="b"/>
              <a:pathLst>
                <a:path w="532130" h="220344">
                  <a:moveTo>
                    <a:pt x="4952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close/>
                </a:path>
              </a:pathLst>
            </a:custGeom>
            <a:solidFill>
              <a:srgbClr val="E9F1F4"/>
            </a:solidFill>
          </p:spPr>
          <p:txBody>
            <a:bodyPr wrap="square" lIns="0" tIns="0" rIns="0" bIns="0" rtlCol="0"/>
            <a:lstStyle/>
            <a:p>
              <a:endParaRPr sz="2400"/>
            </a:p>
          </p:txBody>
        </p:sp>
        <p:sp>
          <p:nvSpPr>
            <p:cNvPr id="10" name="object 10"/>
            <p:cNvSpPr/>
            <p:nvPr/>
          </p:nvSpPr>
          <p:spPr>
            <a:xfrm>
              <a:off x="1273948" y="2411499"/>
              <a:ext cx="532130" cy="220345"/>
            </a:xfrm>
            <a:custGeom>
              <a:avLst/>
              <a:gdLst/>
              <a:ahLst/>
              <a:cxnLst/>
              <a:rect l="l" t="t" r="r" b="b"/>
              <a:pathLst>
                <a:path w="532130" h="220344">
                  <a:moveTo>
                    <a:pt x="0" y="36650"/>
                  </a:move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sp>
          <p:nvSpPr>
            <p:cNvPr id="11" name="object 11"/>
            <p:cNvSpPr/>
            <p:nvPr/>
          </p:nvSpPr>
          <p:spPr>
            <a:xfrm>
              <a:off x="1805975" y="2411499"/>
              <a:ext cx="607695" cy="220345"/>
            </a:xfrm>
            <a:custGeom>
              <a:avLst/>
              <a:gdLst/>
              <a:ahLst/>
              <a:cxnLst/>
              <a:rect l="l" t="t" r="r" b="b"/>
              <a:pathLst>
                <a:path w="607694" h="220344">
                  <a:moveTo>
                    <a:pt x="5705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570549" y="0"/>
                  </a:lnTo>
                  <a:lnTo>
                    <a:pt x="604410" y="22625"/>
                  </a:lnTo>
                  <a:lnTo>
                    <a:pt x="607199" y="36650"/>
                  </a:lnTo>
                  <a:lnTo>
                    <a:pt x="607199" y="183249"/>
                  </a:lnTo>
                  <a:lnTo>
                    <a:pt x="604319" y="197515"/>
                  </a:lnTo>
                  <a:lnTo>
                    <a:pt x="596465" y="209165"/>
                  </a:lnTo>
                  <a:lnTo>
                    <a:pt x="584815" y="217019"/>
                  </a:lnTo>
                  <a:lnTo>
                    <a:pt x="570549" y="219899"/>
                  </a:lnTo>
                  <a:close/>
                </a:path>
              </a:pathLst>
            </a:custGeom>
            <a:solidFill>
              <a:srgbClr val="E9F1F4"/>
            </a:solidFill>
          </p:spPr>
          <p:txBody>
            <a:bodyPr wrap="square" lIns="0" tIns="0" rIns="0" bIns="0" rtlCol="0"/>
            <a:lstStyle/>
            <a:p>
              <a:endParaRPr sz="2400"/>
            </a:p>
          </p:txBody>
        </p:sp>
        <p:sp>
          <p:nvSpPr>
            <p:cNvPr id="12" name="object 12"/>
            <p:cNvSpPr/>
            <p:nvPr/>
          </p:nvSpPr>
          <p:spPr>
            <a:xfrm>
              <a:off x="1805975" y="2411499"/>
              <a:ext cx="607695" cy="220345"/>
            </a:xfrm>
            <a:custGeom>
              <a:avLst/>
              <a:gdLst/>
              <a:ahLst/>
              <a:cxnLst/>
              <a:rect l="l" t="t" r="r" b="b"/>
              <a:pathLst>
                <a:path w="607694" h="220344">
                  <a:moveTo>
                    <a:pt x="0" y="36650"/>
                  </a:moveTo>
                  <a:lnTo>
                    <a:pt x="2880" y="22384"/>
                  </a:lnTo>
                  <a:lnTo>
                    <a:pt x="10734" y="10734"/>
                  </a:lnTo>
                  <a:lnTo>
                    <a:pt x="22384" y="2880"/>
                  </a:lnTo>
                  <a:lnTo>
                    <a:pt x="36650" y="0"/>
                  </a:lnTo>
                  <a:lnTo>
                    <a:pt x="570549" y="0"/>
                  </a:lnTo>
                  <a:lnTo>
                    <a:pt x="604410" y="22625"/>
                  </a:lnTo>
                  <a:lnTo>
                    <a:pt x="607199" y="36650"/>
                  </a:lnTo>
                  <a:lnTo>
                    <a:pt x="607199" y="183249"/>
                  </a:lnTo>
                  <a:lnTo>
                    <a:pt x="604319" y="197515"/>
                  </a:lnTo>
                  <a:lnTo>
                    <a:pt x="596465" y="209165"/>
                  </a:lnTo>
                  <a:lnTo>
                    <a:pt x="584815" y="217019"/>
                  </a:lnTo>
                  <a:lnTo>
                    <a:pt x="5705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sp>
          <p:nvSpPr>
            <p:cNvPr id="13" name="object 13"/>
            <p:cNvSpPr/>
            <p:nvPr/>
          </p:nvSpPr>
          <p:spPr>
            <a:xfrm>
              <a:off x="2413175" y="2411499"/>
              <a:ext cx="532130" cy="220345"/>
            </a:xfrm>
            <a:custGeom>
              <a:avLst/>
              <a:gdLst/>
              <a:ahLst/>
              <a:cxnLst/>
              <a:rect l="l" t="t" r="r" b="b"/>
              <a:pathLst>
                <a:path w="532130" h="220344">
                  <a:moveTo>
                    <a:pt x="4952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close/>
                </a:path>
              </a:pathLst>
            </a:custGeom>
            <a:solidFill>
              <a:srgbClr val="E9F1F4"/>
            </a:solidFill>
          </p:spPr>
          <p:txBody>
            <a:bodyPr wrap="square" lIns="0" tIns="0" rIns="0" bIns="0" rtlCol="0"/>
            <a:lstStyle/>
            <a:p>
              <a:endParaRPr sz="2400"/>
            </a:p>
          </p:txBody>
        </p:sp>
        <p:sp>
          <p:nvSpPr>
            <p:cNvPr id="14" name="object 14"/>
            <p:cNvSpPr/>
            <p:nvPr/>
          </p:nvSpPr>
          <p:spPr>
            <a:xfrm>
              <a:off x="2413175" y="2411499"/>
              <a:ext cx="532130" cy="220345"/>
            </a:xfrm>
            <a:custGeom>
              <a:avLst/>
              <a:gdLst/>
              <a:ahLst/>
              <a:cxnLst/>
              <a:rect l="l" t="t" r="r" b="b"/>
              <a:pathLst>
                <a:path w="532130" h="220344">
                  <a:moveTo>
                    <a:pt x="0" y="36650"/>
                  </a:move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sp>
          <p:nvSpPr>
            <p:cNvPr id="15" name="object 15"/>
            <p:cNvSpPr/>
            <p:nvPr/>
          </p:nvSpPr>
          <p:spPr>
            <a:xfrm>
              <a:off x="741925" y="2411499"/>
              <a:ext cx="532130" cy="220345"/>
            </a:xfrm>
            <a:custGeom>
              <a:avLst/>
              <a:gdLst/>
              <a:ahLst/>
              <a:cxnLst/>
              <a:rect l="l" t="t" r="r" b="b"/>
              <a:pathLst>
                <a:path w="532130" h="220344">
                  <a:moveTo>
                    <a:pt x="4952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close/>
                </a:path>
              </a:pathLst>
            </a:custGeom>
            <a:solidFill>
              <a:srgbClr val="E9F1F4"/>
            </a:solidFill>
          </p:spPr>
          <p:txBody>
            <a:bodyPr wrap="square" lIns="0" tIns="0" rIns="0" bIns="0" rtlCol="0"/>
            <a:lstStyle/>
            <a:p>
              <a:endParaRPr sz="2400"/>
            </a:p>
          </p:txBody>
        </p:sp>
        <p:sp>
          <p:nvSpPr>
            <p:cNvPr id="16" name="object 16"/>
            <p:cNvSpPr/>
            <p:nvPr/>
          </p:nvSpPr>
          <p:spPr>
            <a:xfrm>
              <a:off x="741925" y="2411499"/>
              <a:ext cx="532130" cy="220345"/>
            </a:xfrm>
            <a:custGeom>
              <a:avLst/>
              <a:gdLst/>
              <a:ahLst/>
              <a:cxnLst/>
              <a:rect l="l" t="t" r="r" b="b"/>
              <a:pathLst>
                <a:path w="532130" h="220344">
                  <a:moveTo>
                    <a:pt x="0" y="36650"/>
                  </a:move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grpSp>
      <p:sp>
        <p:nvSpPr>
          <p:cNvPr id="17" name="object 17"/>
          <p:cNvSpPr txBox="1"/>
          <p:nvPr/>
        </p:nvSpPr>
        <p:spPr>
          <a:xfrm>
            <a:off x="1832458" y="2821056"/>
            <a:ext cx="1094740" cy="263320"/>
          </a:xfrm>
          <a:prstGeom prst="rect">
            <a:avLst/>
          </a:prstGeom>
        </p:spPr>
        <p:txBody>
          <a:bodyPr vert="horz" wrap="square" lIns="0" tIns="16933" rIns="0" bIns="0" rtlCol="0">
            <a:spAutoFit/>
          </a:bodyPr>
          <a:lstStyle/>
          <a:p>
            <a:pPr marL="16933">
              <a:spcBef>
                <a:spcPts val="133"/>
              </a:spcBef>
            </a:pPr>
            <a:r>
              <a:rPr sz="1600" dirty="0">
                <a:latin typeface="Arial MT"/>
                <a:cs typeface="Arial MT"/>
              </a:rPr>
              <a:t>draft</a:t>
            </a:r>
            <a:r>
              <a:rPr sz="1600" spc="-33" dirty="0">
                <a:latin typeface="Arial MT"/>
                <a:cs typeface="Arial MT"/>
              </a:rPr>
              <a:t> </a:t>
            </a:r>
            <a:r>
              <a:rPr sz="1600" spc="-13" dirty="0">
                <a:latin typeface="Arial MT"/>
                <a:cs typeface="Arial MT"/>
              </a:rPr>
              <a:t>tokens</a:t>
            </a:r>
            <a:endParaRPr sz="1600">
              <a:latin typeface="Arial MT"/>
              <a:cs typeface="Arial MT"/>
            </a:endParaRPr>
          </a:p>
        </p:txBody>
      </p:sp>
      <p:sp>
        <p:nvSpPr>
          <p:cNvPr id="18" name="object 18"/>
          <p:cNvSpPr txBox="1"/>
          <p:nvPr/>
        </p:nvSpPr>
        <p:spPr>
          <a:xfrm>
            <a:off x="257352" y="2711071"/>
            <a:ext cx="3423073" cy="790024"/>
          </a:xfrm>
          <a:prstGeom prst="rect">
            <a:avLst/>
          </a:prstGeom>
        </p:spPr>
        <p:txBody>
          <a:bodyPr vert="horz" wrap="square" lIns="0" tIns="127000" rIns="0" bIns="0" rtlCol="0">
            <a:spAutoFit/>
          </a:bodyPr>
          <a:lstStyle/>
          <a:p>
            <a:pPr marL="16933">
              <a:spcBef>
                <a:spcPts val="1000"/>
              </a:spcBef>
            </a:pPr>
            <a:r>
              <a:rPr sz="1600" spc="-13" dirty="0">
                <a:latin typeface="Arial MT"/>
                <a:cs typeface="Arial MT"/>
              </a:rPr>
              <a:t>prompt</a:t>
            </a:r>
            <a:endParaRPr sz="1600">
              <a:latin typeface="Arial MT"/>
              <a:cs typeface="Arial MT"/>
            </a:endParaRPr>
          </a:p>
          <a:p>
            <a:pPr marL="298019">
              <a:spcBef>
                <a:spcPts val="1007"/>
              </a:spcBef>
              <a:tabLst>
                <a:tab pos="801773" algn="l"/>
                <a:tab pos="1770336" algn="l"/>
                <a:tab pos="2186885" algn="l"/>
                <a:tab pos="3223179" algn="l"/>
              </a:tabLst>
            </a:pPr>
            <a:r>
              <a:rPr sz="2400" spc="-1109" baseline="2314" dirty="0">
                <a:latin typeface="Lucida Sans Unicode"/>
                <a:cs typeface="Lucida Sans Unicode"/>
              </a:rPr>
              <a:t>…</a:t>
            </a:r>
            <a:r>
              <a:rPr sz="2400" baseline="2314" dirty="0">
                <a:latin typeface="Lucida Sans Unicode"/>
                <a:cs typeface="Lucida Sans Unicode"/>
              </a:rPr>
              <a:t>	</a:t>
            </a:r>
            <a:r>
              <a:rPr sz="1867" spc="-13" dirty="0">
                <a:latin typeface="Lucida Sans Unicode"/>
                <a:cs typeface="Lucida Sans Unicode"/>
              </a:rPr>
              <a:t>Paris</a:t>
            </a:r>
            <a:r>
              <a:rPr sz="1867" dirty="0">
                <a:latin typeface="Lucida Sans Unicode"/>
                <a:cs typeface="Lucida Sans Unicode"/>
              </a:rPr>
              <a:t>	</a:t>
            </a:r>
            <a:r>
              <a:rPr sz="1867" spc="-67" dirty="0">
                <a:latin typeface="Lucida Sans Unicode"/>
                <a:cs typeface="Lucida Sans Unicode"/>
              </a:rPr>
              <a:t>.</a:t>
            </a:r>
            <a:r>
              <a:rPr sz="1867" dirty="0">
                <a:latin typeface="Lucida Sans Unicode"/>
                <a:cs typeface="Lucida Sans Unicode"/>
              </a:rPr>
              <a:t>	</a:t>
            </a:r>
            <a:r>
              <a:rPr sz="1867" spc="60" dirty="0">
                <a:latin typeface="Lucida Sans Unicode"/>
                <a:cs typeface="Lucida Sans Unicode"/>
              </a:rPr>
              <a:t>Which</a:t>
            </a:r>
            <a:r>
              <a:rPr sz="1867" dirty="0">
                <a:latin typeface="Lucida Sans Unicode"/>
                <a:cs typeface="Lucida Sans Unicode"/>
              </a:rPr>
              <a:t>	</a:t>
            </a:r>
            <a:r>
              <a:rPr sz="1867" spc="-33" dirty="0">
                <a:latin typeface="Lucida Sans Unicode"/>
                <a:cs typeface="Lucida Sans Unicode"/>
              </a:rPr>
              <a:t>is</a:t>
            </a:r>
            <a:endParaRPr sz="1867">
              <a:latin typeface="Lucida Sans Unicode"/>
              <a:cs typeface="Lucida Sans Unicode"/>
            </a:endParaRPr>
          </a:p>
        </p:txBody>
      </p:sp>
      <p:grpSp>
        <p:nvGrpSpPr>
          <p:cNvPr id="19" name="object 19"/>
          <p:cNvGrpSpPr/>
          <p:nvPr/>
        </p:nvGrpSpPr>
        <p:grpSpPr>
          <a:xfrm>
            <a:off x="6353524" y="2718799"/>
            <a:ext cx="1129453" cy="306493"/>
            <a:chOff x="4765143" y="2039099"/>
            <a:chExt cx="847090" cy="229870"/>
          </a:xfrm>
        </p:grpSpPr>
        <p:sp>
          <p:nvSpPr>
            <p:cNvPr id="20" name="object 20"/>
            <p:cNvSpPr/>
            <p:nvPr/>
          </p:nvSpPr>
          <p:spPr>
            <a:xfrm>
              <a:off x="4767880" y="2048167"/>
              <a:ext cx="302895" cy="203835"/>
            </a:xfrm>
            <a:custGeom>
              <a:avLst/>
              <a:gdLst/>
              <a:ahLst/>
              <a:cxnLst/>
              <a:rect l="l" t="t" r="r" b="b"/>
              <a:pathLst>
                <a:path w="302895" h="203835">
                  <a:moveTo>
                    <a:pt x="268799" y="203399"/>
                  </a:moveTo>
                  <a:lnTo>
                    <a:pt x="33900" y="203399"/>
                  </a:lnTo>
                  <a:lnTo>
                    <a:pt x="20705" y="200735"/>
                  </a:lnTo>
                  <a:lnTo>
                    <a:pt x="9929" y="193470"/>
                  </a:lnTo>
                  <a:lnTo>
                    <a:pt x="2664" y="182695"/>
                  </a:lnTo>
                  <a:lnTo>
                    <a:pt x="0" y="169499"/>
                  </a:lnTo>
                  <a:lnTo>
                    <a:pt x="0" y="33900"/>
                  </a:lnTo>
                  <a:lnTo>
                    <a:pt x="2664" y="20705"/>
                  </a:lnTo>
                  <a:lnTo>
                    <a:pt x="9929" y="9929"/>
                  </a:lnTo>
                  <a:lnTo>
                    <a:pt x="20705" y="2664"/>
                  </a:lnTo>
                  <a:lnTo>
                    <a:pt x="33900" y="0"/>
                  </a:lnTo>
                  <a:lnTo>
                    <a:pt x="268799" y="0"/>
                  </a:lnTo>
                  <a:lnTo>
                    <a:pt x="302042" y="27256"/>
                  </a:lnTo>
                  <a:lnTo>
                    <a:pt x="302699" y="33900"/>
                  </a:lnTo>
                  <a:lnTo>
                    <a:pt x="302699" y="169499"/>
                  </a:lnTo>
                  <a:lnTo>
                    <a:pt x="300035" y="182695"/>
                  </a:lnTo>
                  <a:lnTo>
                    <a:pt x="292770" y="193470"/>
                  </a:lnTo>
                  <a:lnTo>
                    <a:pt x="281995" y="200735"/>
                  </a:lnTo>
                  <a:lnTo>
                    <a:pt x="268799" y="203399"/>
                  </a:lnTo>
                  <a:close/>
                </a:path>
              </a:pathLst>
            </a:custGeom>
            <a:solidFill>
              <a:srgbClr val="FAADB3"/>
            </a:solidFill>
          </p:spPr>
          <p:txBody>
            <a:bodyPr wrap="square" lIns="0" tIns="0" rIns="0" bIns="0" rtlCol="0"/>
            <a:lstStyle/>
            <a:p>
              <a:endParaRPr sz="2400"/>
            </a:p>
          </p:txBody>
        </p:sp>
        <p:sp>
          <p:nvSpPr>
            <p:cNvPr id="21" name="object 21"/>
            <p:cNvSpPr/>
            <p:nvPr/>
          </p:nvSpPr>
          <p:spPr>
            <a:xfrm>
              <a:off x="4767880" y="2048167"/>
              <a:ext cx="302895" cy="203835"/>
            </a:xfrm>
            <a:custGeom>
              <a:avLst/>
              <a:gdLst/>
              <a:ahLst/>
              <a:cxnLst/>
              <a:rect l="l" t="t" r="r" b="b"/>
              <a:pathLst>
                <a:path w="302895" h="203835">
                  <a:moveTo>
                    <a:pt x="0" y="33900"/>
                  </a:moveTo>
                  <a:lnTo>
                    <a:pt x="2664" y="20705"/>
                  </a:lnTo>
                  <a:lnTo>
                    <a:pt x="9929" y="9929"/>
                  </a:lnTo>
                  <a:lnTo>
                    <a:pt x="20705" y="2664"/>
                  </a:lnTo>
                  <a:lnTo>
                    <a:pt x="33900" y="0"/>
                  </a:lnTo>
                  <a:lnTo>
                    <a:pt x="268799" y="0"/>
                  </a:lnTo>
                  <a:lnTo>
                    <a:pt x="302042" y="27256"/>
                  </a:lnTo>
                  <a:lnTo>
                    <a:pt x="302699" y="33900"/>
                  </a:lnTo>
                  <a:lnTo>
                    <a:pt x="302699" y="169499"/>
                  </a:lnTo>
                  <a:lnTo>
                    <a:pt x="300035" y="182695"/>
                  </a:lnTo>
                  <a:lnTo>
                    <a:pt x="292770" y="193470"/>
                  </a:lnTo>
                  <a:lnTo>
                    <a:pt x="281995" y="200735"/>
                  </a:lnTo>
                  <a:lnTo>
                    <a:pt x="268799" y="203399"/>
                  </a:lnTo>
                  <a:lnTo>
                    <a:pt x="33900" y="203399"/>
                  </a:lnTo>
                  <a:lnTo>
                    <a:pt x="20705" y="200735"/>
                  </a:lnTo>
                  <a:lnTo>
                    <a:pt x="9929" y="193470"/>
                  </a:lnTo>
                  <a:lnTo>
                    <a:pt x="2664" y="182695"/>
                  </a:lnTo>
                  <a:lnTo>
                    <a:pt x="0" y="169499"/>
                  </a:lnTo>
                  <a:lnTo>
                    <a:pt x="0" y="33900"/>
                  </a:lnTo>
                  <a:close/>
                </a:path>
              </a:pathLst>
            </a:custGeom>
            <a:ln w="5474">
              <a:solidFill>
                <a:srgbClr val="595959"/>
              </a:solidFill>
            </a:ln>
          </p:spPr>
          <p:txBody>
            <a:bodyPr wrap="square" lIns="0" tIns="0" rIns="0" bIns="0" rtlCol="0"/>
            <a:lstStyle/>
            <a:p>
              <a:endParaRPr sz="2400"/>
            </a:p>
          </p:txBody>
        </p:sp>
        <p:sp>
          <p:nvSpPr>
            <p:cNvPr id="22" name="object 22"/>
            <p:cNvSpPr/>
            <p:nvPr/>
          </p:nvSpPr>
          <p:spPr>
            <a:xfrm>
              <a:off x="5075299" y="2043862"/>
              <a:ext cx="532130" cy="220345"/>
            </a:xfrm>
            <a:custGeom>
              <a:avLst/>
              <a:gdLst/>
              <a:ahLst/>
              <a:cxnLst/>
              <a:rect l="l" t="t" r="r" b="b"/>
              <a:pathLst>
                <a:path w="532129" h="220344">
                  <a:moveTo>
                    <a:pt x="4952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495249" y="0"/>
                  </a:lnTo>
                  <a:lnTo>
                    <a:pt x="529110" y="22624"/>
                  </a:lnTo>
                  <a:lnTo>
                    <a:pt x="531899" y="36650"/>
                  </a:lnTo>
                  <a:lnTo>
                    <a:pt x="531899" y="183249"/>
                  </a:lnTo>
                  <a:lnTo>
                    <a:pt x="529019" y="197515"/>
                  </a:lnTo>
                  <a:lnTo>
                    <a:pt x="521165" y="209165"/>
                  </a:lnTo>
                  <a:lnTo>
                    <a:pt x="509515" y="217019"/>
                  </a:lnTo>
                  <a:lnTo>
                    <a:pt x="495249" y="219899"/>
                  </a:lnTo>
                  <a:close/>
                </a:path>
              </a:pathLst>
            </a:custGeom>
            <a:solidFill>
              <a:srgbClr val="E9F1F4"/>
            </a:solidFill>
          </p:spPr>
          <p:txBody>
            <a:bodyPr wrap="square" lIns="0" tIns="0" rIns="0" bIns="0" rtlCol="0"/>
            <a:lstStyle/>
            <a:p>
              <a:endParaRPr sz="2400"/>
            </a:p>
          </p:txBody>
        </p:sp>
        <p:sp>
          <p:nvSpPr>
            <p:cNvPr id="23" name="object 23"/>
            <p:cNvSpPr/>
            <p:nvPr/>
          </p:nvSpPr>
          <p:spPr>
            <a:xfrm>
              <a:off x="5075299" y="2043862"/>
              <a:ext cx="532130" cy="220345"/>
            </a:xfrm>
            <a:custGeom>
              <a:avLst/>
              <a:gdLst/>
              <a:ahLst/>
              <a:cxnLst/>
              <a:rect l="l" t="t" r="r" b="b"/>
              <a:pathLst>
                <a:path w="532129" h="220344">
                  <a:moveTo>
                    <a:pt x="0" y="36650"/>
                  </a:moveTo>
                  <a:lnTo>
                    <a:pt x="2880" y="22384"/>
                  </a:lnTo>
                  <a:lnTo>
                    <a:pt x="10734" y="10734"/>
                  </a:lnTo>
                  <a:lnTo>
                    <a:pt x="22384" y="2880"/>
                  </a:lnTo>
                  <a:lnTo>
                    <a:pt x="36650" y="0"/>
                  </a:lnTo>
                  <a:lnTo>
                    <a:pt x="495249" y="0"/>
                  </a:lnTo>
                  <a:lnTo>
                    <a:pt x="529110" y="22624"/>
                  </a:lnTo>
                  <a:lnTo>
                    <a:pt x="531899" y="36650"/>
                  </a:lnTo>
                  <a:lnTo>
                    <a:pt x="531899" y="183249"/>
                  </a:lnTo>
                  <a:lnTo>
                    <a:pt x="529019" y="197515"/>
                  </a:lnTo>
                  <a:lnTo>
                    <a:pt x="521165" y="209165"/>
                  </a:lnTo>
                  <a:lnTo>
                    <a:pt x="509515" y="217019"/>
                  </a:lnTo>
                  <a:lnTo>
                    <a:pt x="4952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grpSp>
      <p:grpSp>
        <p:nvGrpSpPr>
          <p:cNvPr id="24" name="object 24"/>
          <p:cNvGrpSpPr/>
          <p:nvPr/>
        </p:nvGrpSpPr>
        <p:grpSpPr>
          <a:xfrm>
            <a:off x="5880441" y="3206216"/>
            <a:ext cx="2312247" cy="306493"/>
            <a:chOff x="4410330" y="2404662"/>
            <a:chExt cx="1734185" cy="229870"/>
          </a:xfrm>
        </p:grpSpPr>
        <p:sp>
          <p:nvSpPr>
            <p:cNvPr id="25" name="object 25"/>
            <p:cNvSpPr/>
            <p:nvPr/>
          </p:nvSpPr>
          <p:spPr>
            <a:xfrm>
              <a:off x="4415092" y="2519375"/>
              <a:ext cx="295910" cy="2540"/>
            </a:xfrm>
            <a:custGeom>
              <a:avLst/>
              <a:gdLst/>
              <a:ahLst/>
              <a:cxnLst/>
              <a:rect l="l" t="t" r="r" b="b"/>
              <a:pathLst>
                <a:path w="295910" h="2539">
                  <a:moveTo>
                    <a:pt x="0" y="0"/>
                  </a:moveTo>
                  <a:lnTo>
                    <a:pt x="295651" y="2513"/>
                  </a:lnTo>
                </a:path>
              </a:pathLst>
            </a:custGeom>
            <a:ln w="9524">
              <a:solidFill>
                <a:srgbClr val="595959"/>
              </a:solidFill>
            </a:ln>
          </p:spPr>
          <p:txBody>
            <a:bodyPr wrap="square" lIns="0" tIns="0" rIns="0" bIns="0" rtlCol="0"/>
            <a:lstStyle/>
            <a:p>
              <a:endParaRPr sz="2400"/>
            </a:p>
          </p:txBody>
        </p:sp>
        <p:sp>
          <p:nvSpPr>
            <p:cNvPr id="26" name="object 26"/>
            <p:cNvSpPr/>
            <p:nvPr/>
          </p:nvSpPr>
          <p:spPr>
            <a:xfrm>
              <a:off x="4710611" y="2506156"/>
              <a:ext cx="43815" cy="31750"/>
            </a:xfrm>
            <a:custGeom>
              <a:avLst/>
              <a:gdLst/>
              <a:ahLst/>
              <a:cxnLst/>
              <a:rect l="l" t="t" r="r" b="b"/>
              <a:pathLst>
                <a:path w="43814" h="31750">
                  <a:moveTo>
                    <a:pt x="0" y="31464"/>
                  </a:moveTo>
                  <a:lnTo>
                    <a:pt x="267" y="0"/>
                  </a:lnTo>
                  <a:lnTo>
                    <a:pt x="43357" y="16099"/>
                  </a:lnTo>
                  <a:lnTo>
                    <a:pt x="0" y="31464"/>
                  </a:lnTo>
                  <a:close/>
                </a:path>
              </a:pathLst>
            </a:custGeom>
            <a:solidFill>
              <a:srgbClr val="595959"/>
            </a:solidFill>
          </p:spPr>
          <p:txBody>
            <a:bodyPr wrap="square" lIns="0" tIns="0" rIns="0" bIns="0" rtlCol="0"/>
            <a:lstStyle/>
            <a:p>
              <a:endParaRPr sz="2400"/>
            </a:p>
          </p:txBody>
        </p:sp>
        <p:sp>
          <p:nvSpPr>
            <p:cNvPr id="27" name="object 27"/>
            <p:cNvSpPr/>
            <p:nvPr/>
          </p:nvSpPr>
          <p:spPr>
            <a:xfrm>
              <a:off x="4710611" y="2506156"/>
              <a:ext cx="43815" cy="31750"/>
            </a:xfrm>
            <a:custGeom>
              <a:avLst/>
              <a:gdLst/>
              <a:ahLst/>
              <a:cxnLst/>
              <a:rect l="l" t="t" r="r" b="b"/>
              <a:pathLst>
                <a:path w="43814" h="31750">
                  <a:moveTo>
                    <a:pt x="0" y="31464"/>
                  </a:moveTo>
                  <a:lnTo>
                    <a:pt x="43357" y="16099"/>
                  </a:lnTo>
                  <a:lnTo>
                    <a:pt x="267" y="0"/>
                  </a:lnTo>
                  <a:lnTo>
                    <a:pt x="0" y="31464"/>
                  </a:lnTo>
                  <a:close/>
                </a:path>
              </a:pathLst>
            </a:custGeom>
            <a:ln w="9524">
              <a:solidFill>
                <a:srgbClr val="595959"/>
              </a:solidFill>
            </a:ln>
          </p:spPr>
          <p:txBody>
            <a:bodyPr wrap="square" lIns="0" tIns="0" rIns="0" bIns="0" rtlCol="0"/>
            <a:lstStyle/>
            <a:p>
              <a:endParaRPr sz="2400"/>
            </a:p>
          </p:txBody>
        </p:sp>
        <p:sp>
          <p:nvSpPr>
            <p:cNvPr id="28" name="object 28"/>
            <p:cNvSpPr/>
            <p:nvPr/>
          </p:nvSpPr>
          <p:spPr>
            <a:xfrm>
              <a:off x="4767880" y="2420817"/>
              <a:ext cx="302895" cy="203835"/>
            </a:xfrm>
            <a:custGeom>
              <a:avLst/>
              <a:gdLst/>
              <a:ahLst/>
              <a:cxnLst/>
              <a:rect l="l" t="t" r="r" b="b"/>
              <a:pathLst>
                <a:path w="302895" h="203835">
                  <a:moveTo>
                    <a:pt x="268799" y="203399"/>
                  </a:moveTo>
                  <a:lnTo>
                    <a:pt x="33900" y="203399"/>
                  </a:lnTo>
                  <a:lnTo>
                    <a:pt x="20705" y="200735"/>
                  </a:lnTo>
                  <a:lnTo>
                    <a:pt x="9929" y="193470"/>
                  </a:lnTo>
                  <a:lnTo>
                    <a:pt x="2664" y="182695"/>
                  </a:lnTo>
                  <a:lnTo>
                    <a:pt x="0" y="169499"/>
                  </a:lnTo>
                  <a:lnTo>
                    <a:pt x="0" y="33900"/>
                  </a:lnTo>
                  <a:lnTo>
                    <a:pt x="2664" y="20705"/>
                  </a:lnTo>
                  <a:lnTo>
                    <a:pt x="9929" y="9929"/>
                  </a:lnTo>
                  <a:lnTo>
                    <a:pt x="20705" y="2664"/>
                  </a:lnTo>
                  <a:lnTo>
                    <a:pt x="33900" y="0"/>
                  </a:lnTo>
                  <a:lnTo>
                    <a:pt x="268799" y="0"/>
                  </a:lnTo>
                  <a:lnTo>
                    <a:pt x="302042" y="27256"/>
                  </a:lnTo>
                  <a:lnTo>
                    <a:pt x="302699" y="33900"/>
                  </a:lnTo>
                  <a:lnTo>
                    <a:pt x="302699" y="169499"/>
                  </a:lnTo>
                  <a:lnTo>
                    <a:pt x="300035" y="182695"/>
                  </a:lnTo>
                  <a:lnTo>
                    <a:pt x="292770" y="193470"/>
                  </a:lnTo>
                  <a:lnTo>
                    <a:pt x="281995" y="200735"/>
                  </a:lnTo>
                  <a:lnTo>
                    <a:pt x="268799" y="203399"/>
                  </a:lnTo>
                  <a:close/>
                </a:path>
              </a:pathLst>
            </a:custGeom>
            <a:solidFill>
              <a:srgbClr val="FAADB3"/>
            </a:solidFill>
          </p:spPr>
          <p:txBody>
            <a:bodyPr wrap="square" lIns="0" tIns="0" rIns="0" bIns="0" rtlCol="0"/>
            <a:lstStyle/>
            <a:p>
              <a:endParaRPr sz="2400"/>
            </a:p>
          </p:txBody>
        </p:sp>
        <p:sp>
          <p:nvSpPr>
            <p:cNvPr id="29" name="object 29"/>
            <p:cNvSpPr/>
            <p:nvPr/>
          </p:nvSpPr>
          <p:spPr>
            <a:xfrm>
              <a:off x="4767880" y="2420817"/>
              <a:ext cx="302895" cy="203835"/>
            </a:xfrm>
            <a:custGeom>
              <a:avLst/>
              <a:gdLst/>
              <a:ahLst/>
              <a:cxnLst/>
              <a:rect l="l" t="t" r="r" b="b"/>
              <a:pathLst>
                <a:path w="302895" h="203835">
                  <a:moveTo>
                    <a:pt x="0" y="33900"/>
                  </a:moveTo>
                  <a:lnTo>
                    <a:pt x="2664" y="20705"/>
                  </a:lnTo>
                  <a:lnTo>
                    <a:pt x="9929" y="9929"/>
                  </a:lnTo>
                  <a:lnTo>
                    <a:pt x="20705" y="2664"/>
                  </a:lnTo>
                  <a:lnTo>
                    <a:pt x="33900" y="0"/>
                  </a:lnTo>
                  <a:lnTo>
                    <a:pt x="268799" y="0"/>
                  </a:lnTo>
                  <a:lnTo>
                    <a:pt x="302042" y="27256"/>
                  </a:lnTo>
                  <a:lnTo>
                    <a:pt x="302699" y="33900"/>
                  </a:lnTo>
                  <a:lnTo>
                    <a:pt x="302699" y="169499"/>
                  </a:lnTo>
                  <a:lnTo>
                    <a:pt x="300035" y="182695"/>
                  </a:lnTo>
                  <a:lnTo>
                    <a:pt x="292770" y="193470"/>
                  </a:lnTo>
                  <a:lnTo>
                    <a:pt x="281995" y="200735"/>
                  </a:lnTo>
                  <a:lnTo>
                    <a:pt x="268799" y="203399"/>
                  </a:lnTo>
                  <a:lnTo>
                    <a:pt x="33900" y="203399"/>
                  </a:lnTo>
                  <a:lnTo>
                    <a:pt x="20705" y="200735"/>
                  </a:lnTo>
                  <a:lnTo>
                    <a:pt x="9929" y="193470"/>
                  </a:lnTo>
                  <a:lnTo>
                    <a:pt x="2664" y="182695"/>
                  </a:lnTo>
                  <a:lnTo>
                    <a:pt x="0" y="169499"/>
                  </a:lnTo>
                  <a:lnTo>
                    <a:pt x="0" y="33900"/>
                  </a:lnTo>
                  <a:close/>
                </a:path>
              </a:pathLst>
            </a:custGeom>
            <a:ln w="5474">
              <a:solidFill>
                <a:srgbClr val="595959"/>
              </a:solidFill>
            </a:ln>
          </p:spPr>
          <p:txBody>
            <a:bodyPr wrap="square" lIns="0" tIns="0" rIns="0" bIns="0" rtlCol="0"/>
            <a:lstStyle/>
            <a:p>
              <a:endParaRPr sz="2400"/>
            </a:p>
          </p:txBody>
        </p:sp>
        <p:sp>
          <p:nvSpPr>
            <p:cNvPr id="30" name="object 30"/>
            <p:cNvSpPr/>
            <p:nvPr/>
          </p:nvSpPr>
          <p:spPr>
            <a:xfrm>
              <a:off x="5607322" y="2409425"/>
              <a:ext cx="532130" cy="220345"/>
            </a:xfrm>
            <a:custGeom>
              <a:avLst/>
              <a:gdLst/>
              <a:ahLst/>
              <a:cxnLst/>
              <a:rect l="l" t="t" r="r" b="b"/>
              <a:pathLst>
                <a:path w="532129" h="220344">
                  <a:moveTo>
                    <a:pt x="4952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close/>
                </a:path>
              </a:pathLst>
            </a:custGeom>
            <a:solidFill>
              <a:srgbClr val="E9F1F4"/>
            </a:solidFill>
          </p:spPr>
          <p:txBody>
            <a:bodyPr wrap="square" lIns="0" tIns="0" rIns="0" bIns="0" rtlCol="0"/>
            <a:lstStyle/>
            <a:p>
              <a:endParaRPr sz="2400"/>
            </a:p>
          </p:txBody>
        </p:sp>
        <p:sp>
          <p:nvSpPr>
            <p:cNvPr id="31" name="object 31"/>
            <p:cNvSpPr/>
            <p:nvPr/>
          </p:nvSpPr>
          <p:spPr>
            <a:xfrm>
              <a:off x="5607322" y="2409425"/>
              <a:ext cx="532130" cy="220345"/>
            </a:xfrm>
            <a:custGeom>
              <a:avLst/>
              <a:gdLst/>
              <a:ahLst/>
              <a:cxnLst/>
              <a:rect l="l" t="t" r="r" b="b"/>
              <a:pathLst>
                <a:path w="532129" h="220344">
                  <a:moveTo>
                    <a:pt x="0" y="36650"/>
                  </a:move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sp>
          <p:nvSpPr>
            <p:cNvPr id="32" name="object 32"/>
            <p:cNvSpPr/>
            <p:nvPr/>
          </p:nvSpPr>
          <p:spPr>
            <a:xfrm>
              <a:off x="5075299" y="2409425"/>
              <a:ext cx="532130" cy="220345"/>
            </a:xfrm>
            <a:custGeom>
              <a:avLst/>
              <a:gdLst/>
              <a:ahLst/>
              <a:cxnLst/>
              <a:rect l="l" t="t" r="r" b="b"/>
              <a:pathLst>
                <a:path w="532129" h="220344">
                  <a:moveTo>
                    <a:pt x="4952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close/>
                </a:path>
              </a:pathLst>
            </a:custGeom>
            <a:solidFill>
              <a:srgbClr val="E9F1F4"/>
            </a:solidFill>
          </p:spPr>
          <p:txBody>
            <a:bodyPr wrap="square" lIns="0" tIns="0" rIns="0" bIns="0" rtlCol="0"/>
            <a:lstStyle/>
            <a:p>
              <a:endParaRPr sz="2400"/>
            </a:p>
          </p:txBody>
        </p:sp>
        <p:sp>
          <p:nvSpPr>
            <p:cNvPr id="33" name="object 33"/>
            <p:cNvSpPr/>
            <p:nvPr/>
          </p:nvSpPr>
          <p:spPr>
            <a:xfrm>
              <a:off x="5075299" y="2409425"/>
              <a:ext cx="532130" cy="220345"/>
            </a:xfrm>
            <a:custGeom>
              <a:avLst/>
              <a:gdLst/>
              <a:ahLst/>
              <a:cxnLst/>
              <a:rect l="l" t="t" r="r" b="b"/>
              <a:pathLst>
                <a:path w="532129" h="220344">
                  <a:moveTo>
                    <a:pt x="0" y="36650"/>
                  </a:move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grpSp>
      <p:grpSp>
        <p:nvGrpSpPr>
          <p:cNvPr id="34" name="object 34"/>
          <p:cNvGrpSpPr/>
          <p:nvPr/>
        </p:nvGrpSpPr>
        <p:grpSpPr>
          <a:xfrm>
            <a:off x="6353365" y="3710683"/>
            <a:ext cx="2642447" cy="306493"/>
            <a:chOff x="4765023" y="2783012"/>
            <a:chExt cx="1981835" cy="229870"/>
          </a:xfrm>
        </p:grpSpPr>
        <p:sp>
          <p:nvSpPr>
            <p:cNvPr id="35" name="object 35"/>
            <p:cNvSpPr/>
            <p:nvPr/>
          </p:nvSpPr>
          <p:spPr>
            <a:xfrm>
              <a:off x="4767880" y="2793467"/>
              <a:ext cx="302895" cy="203835"/>
            </a:xfrm>
            <a:custGeom>
              <a:avLst/>
              <a:gdLst/>
              <a:ahLst/>
              <a:cxnLst/>
              <a:rect l="l" t="t" r="r" b="b"/>
              <a:pathLst>
                <a:path w="302895" h="203835">
                  <a:moveTo>
                    <a:pt x="268799" y="203399"/>
                  </a:moveTo>
                  <a:lnTo>
                    <a:pt x="33900" y="203399"/>
                  </a:lnTo>
                  <a:lnTo>
                    <a:pt x="20705" y="200735"/>
                  </a:lnTo>
                  <a:lnTo>
                    <a:pt x="9929" y="193470"/>
                  </a:lnTo>
                  <a:lnTo>
                    <a:pt x="2664" y="182695"/>
                  </a:lnTo>
                  <a:lnTo>
                    <a:pt x="0" y="169499"/>
                  </a:lnTo>
                  <a:lnTo>
                    <a:pt x="0" y="33900"/>
                  </a:lnTo>
                  <a:lnTo>
                    <a:pt x="2664" y="20705"/>
                  </a:lnTo>
                  <a:lnTo>
                    <a:pt x="9929" y="9929"/>
                  </a:lnTo>
                  <a:lnTo>
                    <a:pt x="20705" y="2664"/>
                  </a:lnTo>
                  <a:lnTo>
                    <a:pt x="33900" y="0"/>
                  </a:lnTo>
                  <a:lnTo>
                    <a:pt x="268799" y="0"/>
                  </a:lnTo>
                  <a:lnTo>
                    <a:pt x="302042" y="27256"/>
                  </a:lnTo>
                  <a:lnTo>
                    <a:pt x="302699" y="33900"/>
                  </a:lnTo>
                  <a:lnTo>
                    <a:pt x="302699" y="169499"/>
                  </a:lnTo>
                  <a:lnTo>
                    <a:pt x="300035" y="182695"/>
                  </a:lnTo>
                  <a:lnTo>
                    <a:pt x="292770" y="193470"/>
                  </a:lnTo>
                  <a:lnTo>
                    <a:pt x="281995" y="200735"/>
                  </a:lnTo>
                  <a:lnTo>
                    <a:pt x="268799" y="203399"/>
                  </a:lnTo>
                  <a:close/>
                </a:path>
              </a:pathLst>
            </a:custGeom>
            <a:solidFill>
              <a:srgbClr val="FAADB3"/>
            </a:solidFill>
          </p:spPr>
          <p:txBody>
            <a:bodyPr wrap="square" lIns="0" tIns="0" rIns="0" bIns="0" rtlCol="0"/>
            <a:lstStyle/>
            <a:p>
              <a:endParaRPr sz="2400"/>
            </a:p>
          </p:txBody>
        </p:sp>
        <p:sp>
          <p:nvSpPr>
            <p:cNvPr id="36" name="object 36"/>
            <p:cNvSpPr/>
            <p:nvPr/>
          </p:nvSpPr>
          <p:spPr>
            <a:xfrm>
              <a:off x="4767880" y="2793467"/>
              <a:ext cx="302895" cy="203835"/>
            </a:xfrm>
            <a:custGeom>
              <a:avLst/>
              <a:gdLst/>
              <a:ahLst/>
              <a:cxnLst/>
              <a:rect l="l" t="t" r="r" b="b"/>
              <a:pathLst>
                <a:path w="302895" h="203835">
                  <a:moveTo>
                    <a:pt x="0" y="33900"/>
                  </a:moveTo>
                  <a:lnTo>
                    <a:pt x="2664" y="20705"/>
                  </a:lnTo>
                  <a:lnTo>
                    <a:pt x="9929" y="9929"/>
                  </a:lnTo>
                  <a:lnTo>
                    <a:pt x="20705" y="2664"/>
                  </a:lnTo>
                  <a:lnTo>
                    <a:pt x="33900" y="0"/>
                  </a:lnTo>
                  <a:lnTo>
                    <a:pt x="268799" y="0"/>
                  </a:lnTo>
                  <a:lnTo>
                    <a:pt x="302042" y="27256"/>
                  </a:lnTo>
                  <a:lnTo>
                    <a:pt x="302699" y="33900"/>
                  </a:lnTo>
                  <a:lnTo>
                    <a:pt x="302699" y="169499"/>
                  </a:lnTo>
                  <a:lnTo>
                    <a:pt x="300035" y="182695"/>
                  </a:lnTo>
                  <a:lnTo>
                    <a:pt x="292770" y="193470"/>
                  </a:lnTo>
                  <a:lnTo>
                    <a:pt x="281995" y="200735"/>
                  </a:lnTo>
                  <a:lnTo>
                    <a:pt x="268799" y="203399"/>
                  </a:lnTo>
                  <a:lnTo>
                    <a:pt x="33900" y="203399"/>
                  </a:lnTo>
                  <a:lnTo>
                    <a:pt x="20705" y="200735"/>
                  </a:lnTo>
                  <a:lnTo>
                    <a:pt x="9929" y="193470"/>
                  </a:lnTo>
                  <a:lnTo>
                    <a:pt x="2664" y="182695"/>
                  </a:lnTo>
                  <a:lnTo>
                    <a:pt x="0" y="169499"/>
                  </a:lnTo>
                  <a:lnTo>
                    <a:pt x="0" y="33900"/>
                  </a:lnTo>
                  <a:close/>
                </a:path>
              </a:pathLst>
            </a:custGeom>
            <a:ln w="5474">
              <a:solidFill>
                <a:srgbClr val="595959"/>
              </a:solidFill>
            </a:ln>
          </p:spPr>
          <p:txBody>
            <a:bodyPr wrap="square" lIns="0" tIns="0" rIns="0" bIns="0" rtlCol="0"/>
            <a:lstStyle/>
            <a:p>
              <a:endParaRPr sz="2400"/>
            </a:p>
          </p:txBody>
        </p:sp>
        <p:sp>
          <p:nvSpPr>
            <p:cNvPr id="37" name="object 37"/>
            <p:cNvSpPr/>
            <p:nvPr/>
          </p:nvSpPr>
          <p:spPr>
            <a:xfrm>
              <a:off x="5602597" y="2787774"/>
              <a:ext cx="532130" cy="220345"/>
            </a:xfrm>
            <a:custGeom>
              <a:avLst/>
              <a:gdLst/>
              <a:ahLst/>
              <a:cxnLst/>
              <a:rect l="l" t="t" r="r" b="b"/>
              <a:pathLst>
                <a:path w="532129" h="220344">
                  <a:moveTo>
                    <a:pt x="4952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close/>
                </a:path>
              </a:pathLst>
            </a:custGeom>
            <a:solidFill>
              <a:srgbClr val="E9F1F4"/>
            </a:solidFill>
          </p:spPr>
          <p:txBody>
            <a:bodyPr wrap="square" lIns="0" tIns="0" rIns="0" bIns="0" rtlCol="0"/>
            <a:lstStyle/>
            <a:p>
              <a:endParaRPr sz="2400"/>
            </a:p>
          </p:txBody>
        </p:sp>
        <p:sp>
          <p:nvSpPr>
            <p:cNvPr id="38" name="object 38"/>
            <p:cNvSpPr/>
            <p:nvPr/>
          </p:nvSpPr>
          <p:spPr>
            <a:xfrm>
              <a:off x="5602597" y="2787774"/>
              <a:ext cx="532130" cy="220345"/>
            </a:xfrm>
            <a:custGeom>
              <a:avLst/>
              <a:gdLst/>
              <a:ahLst/>
              <a:cxnLst/>
              <a:rect l="l" t="t" r="r" b="b"/>
              <a:pathLst>
                <a:path w="532129" h="220344">
                  <a:moveTo>
                    <a:pt x="0" y="36650"/>
                  </a:move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sp>
          <p:nvSpPr>
            <p:cNvPr id="39" name="object 39"/>
            <p:cNvSpPr/>
            <p:nvPr/>
          </p:nvSpPr>
          <p:spPr>
            <a:xfrm>
              <a:off x="6134624" y="2787774"/>
              <a:ext cx="607695" cy="220345"/>
            </a:xfrm>
            <a:custGeom>
              <a:avLst/>
              <a:gdLst/>
              <a:ahLst/>
              <a:cxnLst/>
              <a:rect l="l" t="t" r="r" b="b"/>
              <a:pathLst>
                <a:path w="607695" h="220344">
                  <a:moveTo>
                    <a:pt x="5705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570549" y="0"/>
                  </a:lnTo>
                  <a:lnTo>
                    <a:pt x="604410" y="22625"/>
                  </a:lnTo>
                  <a:lnTo>
                    <a:pt x="607199" y="36650"/>
                  </a:lnTo>
                  <a:lnTo>
                    <a:pt x="607199" y="183249"/>
                  </a:lnTo>
                  <a:lnTo>
                    <a:pt x="604319" y="197515"/>
                  </a:lnTo>
                  <a:lnTo>
                    <a:pt x="596465" y="209165"/>
                  </a:lnTo>
                  <a:lnTo>
                    <a:pt x="584815" y="217019"/>
                  </a:lnTo>
                  <a:lnTo>
                    <a:pt x="570549" y="219899"/>
                  </a:lnTo>
                  <a:close/>
                </a:path>
              </a:pathLst>
            </a:custGeom>
            <a:solidFill>
              <a:srgbClr val="E9F1F4"/>
            </a:solidFill>
          </p:spPr>
          <p:txBody>
            <a:bodyPr wrap="square" lIns="0" tIns="0" rIns="0" bIns="0" rtlCol="0"/>
            <a:lstStyle/>
            <a:p>
              <a:endParaRPr sz="2400"/>
            </a:p>
          </p:txBody>
        </p:sp>
        <p:sp>
          <p:nvSpPr>
            <p:cNvPr id="40" name="object 40"/>
            <p:cNvSpPr/>
            <p:nvPr/>
          </p:nvSpPr>
          <p:spPr>
            <a:xfrm>
              <a:off x="6134624" y="2787774"/>
              <a:ext cx="607695" cy="220345"/>
            </a:xfrm>
            <a:custGeom>
              <a:avLst/>
              <a:gdLst/>
              <a:ahLst/>
              <a:cxnLst/>
              <a:rect l="l" t="t" r="r" b="b"/>
              <a:pathLst>
                <a:path w="607695" h="220344">
                  <a:moveTo>
                    <a:pt x="0" y="36650"/>
                  </a:moveTo>
                  <a:lnTo>
                    <a:pt x="2880" y="22384"/>
                  </a:lnTo>
                  <a:lnTo>
                    <a:pt x="10734" y="10734"/>
                  </a:lnTo>
                  <a:lnTo>
                    <a:pt x="22384" y="2880"/>
                  </a:lnTo>
                  <a:lnTo>
                    <a:pt x="36650" y="0"/>
                  </a:lnTo>
                  <a:lnTo>
                    <a:pt x="570549" y="0"/>
                  </a:lnTo>
                  <a:lnTo>
                    <a:pt x="604410" y="22625"/>
                  </a:lnTo>
                  <a:lnTo>
                    <a:pt x="607199" y="36650"/>
                  </a:lnTo>
                  <a:lnTo>
                    <a:pt x="607199" y="183249"/>
                  </a:lnTo>
                  <a:lnTo>
                    <a:pt x="604319" y="197515"/>
                  </a:lnTo>
                  <a:lnTo>
                    <a:pt x="596465" y="209165"/>
                  </a:lnTo>
                  <a:lnTo>
                    <a:pt x="584815" y="217019"/>
                  </a:lnTo>
                  <a:lnTo>
                    <a:pt x="5705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sp>
          <p:nvSpPr>
            <p:cNvPr id="41" name="object 41"/>
            <p:cNvSpPr/>
            <p:nvPr/>
          </p:nvSpPr>
          <p:spPr>
            <a:xfrm>
              <a:off x="5070574" y="2787774"/>
              <a:ext cx="532130" cy="220345"/>
            </a:xfrm>
            <a:custGeom>
              <a:avLst/>
              <a:gdLst/>
              <a:ahLst/>
              <a:cxnLst/>
              <a:rect l="l" t="t" r="r" b="b"/>
              <a:pathLst>
                <a:path w="532129" h="220344">
                  <a:moveTo>
                    <a:pt x="4952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close/>
                </a:path>
              </a:pathLst>
            </a:custGeom>
            <a:solidFill>
              <a:srgbClr val="E9F1F4"/>
            </a:solidFill>
          </p:spPr>
          <p:txBody>
            <a:bodyPr wrap="square" lIns="0" tIns="0" rIns="0" bIns="0" rtlCol="0"/>
            <a:lstStyle/>
            <a:p>
              <a:endParaRPr sz="2400"/>
            </a:p>
          </p:txBody>
        </p:sp>
        <p:sp>
          <p:nvSpPr>
            <p:cNvPr id="42" name="object 42"/>
            <p:cNvSpPr/>
            <p:nvPr/>
          </p:nvSpPr>
          <p:spPr>
            <a:xfrm>
              <a:off x="5070574" y="2787774"/>
              <a:ext cx="532130" cy="220345"/>
            </a:xfrm>
            <a:custGeom>
              <a:avLst/>
              <a:gdLst/>
              <a:ahLst/>
              <a:cxnLst/>
              <a:rect l="l" t="t" r="r" b="b"/>
              <a:pathLst>
                <a:path w="532129" h="220344">
                  <a:moveTo>
                    <a:pt x="0" y="36650"/>
                  </a:move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grpSp>
      <p:grpSp>
        <p:nvGrpSpPr>
          <p:cNvPr id="43" name="object 43"/>
          <p:cNvGrpSpPr/>
          <p:nvPr/>
        </p:nvGrpSpPr>
        <p:grpSpPr>
          <a:xfrm>
            <a:off x="6353364" y="4193150"/>
            <a:ext cx="3357880" cy="306493"/>
            <a:chOff x="4765023" y="3144862"/>
            <a:chExt cx="2518410" cy="229870"/>
          </a:xfrm>
        </p:grpSpPr>
        <p:sp>
          <p:nvSpPr>
            <p:cNvPr id="44" name="object 44"/>
            <p:cNvSpPr/>
            <p:nvPr/>
          </p:nvSpPr>
          <p:spPr>
            <a:xfrm>
              <a:off x="4767880" y="3166117"/>
              <a:ext cx="302895" cy="203835"/>
            </a:xfrm>
            <a:custGeom>
              <a:avLst/>
              <a:gdLst/>
              <a:ahLst/>
              <a:cxnLst/>
              <a:rect l="l" t="t" r="r" b="b"/>
              <a:pathLst>
                <a:path w="302895" h="203835">
                  <a:moveTo>
                    <a:pt x="268799" y="203399"/>
                  </a:moveTo>
                  <a:lnTo>
                    <a:pt x="33900" y="203399"/>
                  </a:lnTo>
                  <a:lnTo>
                    <a:pt x="20705" y="200735"/>
                  </a:lnTo>
                  <a:lnTo>
                    <a:pt x="9929" y="193470"/>
                  </a:lnTo>
                  <a:lnTo>
                    <a:pt x="2664" y="182695"/>
                  </a:lnTo>
                  <a:lnTo>
                    <a:pt x="0" y="169499"/>
                  </a:lnTo>
                  <a:lnTo>
                    <a:pt x="0" y="33900"/>
                  </a:lnTo>
                  <a:lnTo>
                    <a:pt x="2664" y="20705"/>
                  </a:lnTo>
                  <a:lnTo>
                    <a:pt x="9929" y="9929"/>
                  </a:lnTo>
                  <a:lnTo>
                    <a:pt x="20705" y="2664"/>
                  </a:lnTo>
                  <a:lnTo>
                    <a:pt x="33900" y="0"/>
                  </a:lnTo>
                  <a:lnTo>
                    <a:pt x="268799" y="0"/>
                  </a:lnTo>
                  <a:lnTo>
                    <a:pt x="302042" y="27256"/>
                  </a:lnTo>
                  <a:lnTo>
                    <a:pt x="302699" y="33900"/>
                  </a:lnTo>
                  <a:lnTo>
                    <a:pt x="302699" y="169499"/>
                  </a:lnTo>
                  <a:lnTo>
                    <a:pt x="300035" y="182695"/>
                  </a:lnTo>
                  <a:lnTo>
                    <a:pt x="292770" y="193470"/>
                  </a:lnTo>
                  <a:lnTo>
                    <a:pt x="281995" y="200735"/>
                  </a:lnTo>
                  <a:lnTo>
                    <a:pt x="268799" y="203399"/>
                  </a:lnTo>
                  <a:close/>
                </a:path>
              </a:pathLst>
            </a:custGeom>
            <a:solidFill>
              <a:srgbClr val="FAADB3"/>
            </a:solidFill>
          </p:spPr>
          <p:txBody>
            <a:bodyPr wrap="square" lIns="0" tIns="0" rIns="0" bIns="0" rtlCol="0"/>
            <a:lstStyle/>
            <a:p>
              <a:endParaRPr sz="2400"/>
            </a:p>
          </p:txBody>
        </p:sp>
        <p:sp>
          <p:nvSpPr>
            <p:cNvPr id="45" name="object 45"/>
            <p:cNvSpPr/>
            <p:nvPr/>
          </p:nvSpPr>
          <p:spPr>
            <a:xfrm>
              <a:off x="4767880" y="3166117"/>
              <a:ext cx="302895" cy="203835"/>
            </a:xfrm>
            <a:custGeom>
              <a:avLst/>
              <a:gdLst/>
              <a:ahLst/>
              <a:cxnLst/>
              <a:rect l="l" t="t" r="r" b="b"/>
              <a:pathLst>
                <a:path w="302895" h="203835">
                  <a:moveTo>
                    <a:pt x="0" y="33900"/>
                  </a:moveTo>
                  <a:lnTo>
                    <a:pt x="2664" y="20705"/>
                  </a:lnTo>
                  <a:lnTo>
                    <a:pt x="9929" y="9929"/>
                  </a:lnTo>
                  <a:lnTo>
                    <a:pt x="20705" y="2664"/>
                  </a:lnTo>
                  <a:lnTo>
                    <a:pt x="33900" y="0"/>
                  </a:lnTo>
                  <a:lnTo>
                    <a:pt x="268799" y="0"/>
                  </a:lnTo>
                  <a:lnTo>
                    <a:pt x="302042" y="27256"/>
                  </a:lnTo>
                  <a:lnTo>
                    <a:pt x="302699" y="33900"/>
                  </a:lnTo>
                  <a:lnTo>
                    <a:pt x="302699" y="169499"/>
                  </a:lnTo>
                  <a:lnTo>
                    <a:pt x="300035" y="182695"/>
                  </a:lnTo>
                  <a:lnTo>
                    <a:pt x="292770" y="193470"/>
                  </a:lnTo>
                  <a:lnTo>
                    <a:pt x="281995" y="200735"/>
                  </a:lnTo>
                  <a:lnTo>
                    <a:pt x="268799" y="203399"/>
                  </a:lnTo>
                  <a:lnTo>
                    <a:pt x="33900" y="203399"/>
                  </a:lnTo>
                  <a:lnTo>
                    <a:pt x="20705" y="200735"/>
                  </a:lnTo>
                  <a:lnTo>
                    <a:pt x="9929" y="193470"/>
                  </a:lnTo>
                  <a:lnTo>
                    <a:pt x="2664" y="182695"/>
                  </a:lnTo>
                  <a:lnTo>
                    <a:pt x="0" y="169499"/>
                  </a:lnTo>
                  <a:lnTo>
                    <a:pt x="0" y="33900"/>
                  </a:lnTo>
                  <a:close/>
                </a:path>
              </a:pathLst>
            </a:custGeom>
            <a:ln w="5474">
              <a:solidFill>
                <a:srgbClr val="595959"/>
              </a:solidFill>
            </a:ln>
          </p:spPr>
          <p:txBody>
            <a:bodyPr wrap="square" lIns="0" tIns="0" rIns="0" bIns="0" rtlCol="0"/>
            <a:lstStyle/>
            <a:p>
              <a:endParaRPr sz="2400"/>
            </a:p>
          </p:txBody>
        </p:sp>
        <p:sp>
          <p:nvSpPr>
            <p:cNvPr id="46" name="object 46"/>
            <p:cNvSpPr/>
            <p:nvPr/>
          </p:nvSpPr>
          <p:spPr>
            <a:xfrm>
              <a:off x="5607322" y="3149624"/>
              <a:ext cx="532130" cy="220345"/>
            </a:xfrm>
            <a:custGeom>
              <a:avLst/>
              <a:gdLst/>
              <a:ahLst/>
              <a:cxnLst/>
              <a:rect l="l" t="t" r="r" b="b"/>
              <a:pathLst>
                <a:path w="532129" h="220345">
                  <a:moveTo>
                    <a:pt x="4952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close/>
                </a:path>
              </a:pathLst>
            </a:custGeom>
            <a:solidFill>
              <a:srgbClr val="E9F1F4"/>
            </a:solidFill>
          </p:spPr>
          <p:txBody>
            <a:bodyPr wrap="square" lIns="0" tIns="0" rIns="0" bIns="0" rtlCol="0"/>
            <a:lstStyle/>
            <a:p>
              <a:endParaRPr sz="2400"/>
            </a:p>
          </p:txBody>
        </p:sp>
        <p:sp>
          <p:nvSpPr>
            <p:cNvPr id="47" name="object 47"/>
            <p:cNvSpPr/>
            <p:nvPr/>
          </p:nvSpPr>
          <p:spPr>
            <a:xfrm>
              <a:off x="5607322" y="3149624"/>
              <a:ext cx="532130" cy="220345"/>
            </a:xfrm>
            <a:custGeom>
              <a:avLst/>
              <a:gdLst/>
              <a:ahLst/>
              <a:cxnLst/>
              <a:rect l="l" t="t" r="r" b="b"/>
              <a:pathLst>
                <a:path w="532129" h="220345">
                  <a:moveTo>
                    <a:pt x="0" y="36650"/>
                  </a:move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sp>
          <p:nvSpPr>
            <p:cNvPr id="48" name="object 48"/>
            <p:cNvSpPr/>
            <p:nvPr/>
          </p:nvSpPr>
          <p:spPr>
            <a:xfrm>
              <a:off x="6139349" y="3149624"/>
              <a:ext cx="607695" cy="220345"/>
            </a:xfrm>
            <a:custGeom>
              <a:avLst/>
              <a:gdLst/>
              <a:ahLst/>
              <a:cxnLst/>
              <a:rect l="l" t="t" r="r" b="b"/>
              <a:pathLst>
                <a:path w="607695" h="220345">
                  <a:moveTo>
                    <a:pt x="5705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570549" y="0"/>
                  </a:lnTo>
                  <a:lnTo>
                    <a:pt x="604410" y="22625"/>
                  </a:lnTo>
                  <a:lnTo>
                    <a:pt x="607199" y="36650"/>
                  </a:lnTo>
                  <a:lnTo>
                    <a:pt x="607199" y="183249"/>
                  </a:lnTo>
                  <a:lnTo>
                    <a:pt x="604319" y="197515"/>
                  </a:lnTo>
                  <a:lnTo>
                    <a:pt x="596465" y="209165"/>
                  </a:lnTo>
                  <a:lnTo>
                    <a:pt x="584815" y="217019"/>
                  </a:lnTo>
                  <a:lnTo>
                    <a:pt x="570549" y="219899"/>
                  </a:lnTo>
                  <a:close/>
                </a:path>
              </a:pathLst>
            </a:custGeom>
            <a:solidFill>
              <a:srgbClr val="E9F1F4"/>
            </a:solidFill>
          </p:spPr>
          <p:txBody>
            <a:bodyPr wrap="square" lIns="0" tIns="0" rIns="0" bIns="0" rtlCol="0"/>
            <a:lstStyle/>
            <a:p>
              <a:endParaRPr sz="2400"/>
            </a:p>
          </p:txBody>
        </p:sp>
        <p:sp>
          <p:nvSpPr>
            <p:cNvPr id="49" name="object 49"/>
            <p:cNvSpPr/>
            <p:nvPr/>
          </p:nvSpPr>
          <p:spPr>
            <a:xfrm>
              <a:off x="6139349" y="3149624"/>
              <a:ext cx="607695" cy="220345"/>
            </a:xfrm>
            <a:custGeom>
              <a:avLst/>
              <a:gdLst/>
              <a:ahLst/>
              <a:cxnLst/>
              <a:rect l="l" t="t" r="r" b="b"/>
              <a:pathLst>
                <a:path w="607695" h="220345">
                  <a:moveTo>
                    <a:pt x="0" y="36650"/>
                  </a:moveTo>
                  <a:lnTo>
                    <a:pt x="2880" y="22384"/>
                  </a:lnTo>
                  <a:lnTo>
                    <a:pt x="10734" y="10734"/>
                  </a:lnTo>
                  <a:lnTo>
                    <a:pt x="22384" y="2880"/>
                  </a:lnTo>
                  <a:lnTo>
                    <a:pt x="36650" y="0"/>
                  </a:lnTo>
                  <a:lnTo>
                    <a:pt x="570549" y="0"/>
                  </a:lnTo>
                  <a:lnTo>
                    <a:pt x="604410" y="22625"/>
                  </a:lnTo>
                  <a:lnTo>
                    <a:pt x="607199" y="36650"/>
                  </a:lnTo>
                  <a:lnTo>
                    <a:pt x="607199" y="183249"/>
                  </a:lnTo>
                  <a:lnTo>
                    <a:pt x="604319" y="197515"/>
                  </a:lnTo>
                  <a:lnTo>
                    <a:pt x="596465" y="209165"/>
                  </a:lnTo>
                  <a:lnTo>
                    <a:pt x="584815" y="217019"/>
                  </a:lnTo>
                  <a:lnTo>
                    <a:pt x="5705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sp>
          <p:nvSpPr>
            <p:cNvPr id="50" name="object 50"/>
            <p:cNvSpPr/>
            <p:nvPr/>
          </p:nvSpPr>
          <p:spPr>
            <a:xfrm>
              <a:off x="6746549" y="3149624"/>
              <a:ext cx="532130" cy="220345"/>
            </a:xfrm>
            <a:custGeom>
              <a:avLst/>
              <a:gdLst/>
              <a:ahLst/>
              <a:cxnLst/>
              <a:rect l="l" t="t" r="r" b="b"/>
              <a:pathLst>
                <a:path w="532129" h="220345">
                  <a:moveTo>
                    <a:pt x="4952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close/>
                </a:path>
              </a:pathLst>
            </a:custGeom>
            <a:solidFill>
              <a:srgbClr val="E9F1F4"/>
            </a:solidFill>
          </p:spPr>
          <p:txBody>
            <a:bodyPr wrap="square" lIns="0" tIns="0" rIns="0" bIns="0" rtlCol="0"/>
            <a:lstStyle/>
            <a:p>
              <a:endParaRPr sz="2400"/>
            </a:p>
          </p:txBody>
        </p:sp>
        <p:sp>
          <p:nvSpPr>
            <p:cNvPr id="51" name="object 51"/>
            <p:cNvSpPr/>
            <p:nvPr/>
          </p:nvSpPr>
          <p:spPr>
            <a:xfrm>
              <a:off x="6746549" y="3149624"/>
              <a:ext cx="532130" cy="220345"/>
            </a:xfrm>
            <a:custGeom>
              <a:avLst/>
              <a:gdLst/>
              <a:ahLst/>
              <a:cxnLst/>
              <a:rect l="l" t="t" r="r" b="b"/>
              <a:pathLst>
                <a:path w="532129" h="220345">
                  <a:moveTo>
                    <a:pt x="0" y="36650"/>
                  </a:move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grpSp>
      <p:grpSp>
        <p:nvGrpSpPr>
          <p:cNvPr id="52" name="object 52"/>
          <p:cNvGrpSpPr/>
          <p:nvPr/>
        </p:nvGrpSpPr>
        <p:grpSpPr>
          <a:xfrm>
            <a:off x="6353524" y="2276806"/>
            <a:ext cx="411480" cy="278553"/>
            <a:chOff x="4765143" y="1707604"/>
            <a:chExt cx="308610" cy="208915"/>
          </a:xfrm>
        </p:grpSpPr>
        <p:sp>
          <p:nvSpPr>
            <p:cNvPr id="53" name="object 53"/>
            <p:cNvSpPr/>
            <p:nvPr/>
          </p:nvSpPr>
          <p:spPr>
            <a:xfrm>
              <a:off x="4767880" y="1710342"/>
              <a:ext cx="302895" cy="203835"/>
            </a:xfrm>
            <a:custGeom>
              <a:avLst/>
              <a:gdLst/>
              <a:ahLst/>
              <a:cxnLst/>
              <a:rect l="l" t="t" r="r" b="b"/>
              <a:pathLst>
                <a:path w="302895" h="203835">
                  <a:moveTo>
                    <a:pt x="268799" y="203399"/>
                  </a:moveTo>
                  <a:lnTo>
                    <a:pt x="33900" y="203399"/>
                  </a:lnTo>
                  <a:lnTo>
                    <a:pt x="20705" y="200735"/>
                  </a:lnTo>
                  <a:lnTo>
                    <a:pt x="9929" y="193470"/>
                  </a:lnTo>
                  <a:lnTo>
                    <a:pt x="2664" y="182695"/>
                  </a:lnTo>
                  <a:lnTo>
                    <a:pt x="0" y="169499"/>
                  </a:lnTo>
                  <a:lnTo>
                    <a:pt x="0" y="33900"/>
                  </a:lnTo>
                  <a:lnTo>
                    <a:pt x="2664" y="20705"/>
                  </a:lnTo>
                  <a:lnTo>
                    <a:pt x="9929" y="9929"/>
                  </a:lnTo>
                  <a:lnTo>
                    <a:pt x="20705" y="2664"/>
                  </a:lnTo>
                  <a:lnTo>
                    <a:pt x="33900" y="0"/>
                  </a:lnTo>
                  <a:lnTo>
                    <a:pt x="268799" y="0"/>
                  </a:lnTo>
                  <a:lnTo>
                    <a:pt x="302042" y="27256"/>
                  </a:lnTo>
                  <a:lnTo>
                    <a:pt x="302699" y="33900"/>
                  </a:lnTo>
                  <a:lnTo>
                    <a:pt x="302699" y="169499"/>
                  </a:lnTo>
                  <a:lnTo>
                    <a:pt x="300035" y="182695"/>
                  </a:lnTo>
                  <a:lnTo>
                    <a:pt x="292770" y="193470"/>
                  </a:lnTo>
                  <a:lnTo>
                    <a:pt x="281995" y="200735"/>
                  </a:lnTo>
                  <a:lnTo>
                    <a:pt x="268799" y="203399"/>
                  </a:lnTo>
                  <a:close/>
                </a:path>
              </a:pathLst>
            </a:custGeom>
            <a:solidFill>
              <a:srgbClr val="FAADB3"/>
            </a:solidFill>
          </p:spPr>
          <p:txBody>
            <a:bodyPr wrap="square" lIns="0" tIns="0" rIns="0" bIns="0" rtlCol="0"/>
            <a:lstStyle/>
            <a:p>
              <a:endParaRPr sz="2400"/>
            </a:p>
          </p:txBody>
        </p:sp>
        <p:sp>
          <p:nvSpPr>
            <p:cNvPr id="54" name="object 54"/>
            <p:cNvSpPr/>
            <p:nvPr/>
          </p:nvSpPr>
          <p:spPr>
            <a:xfrm>
              <a:off x="4767880" y="1710342"/>
              <a:ext cx="302895" cy="203835"/>
            </a:xfrm>
            <a:custGeom>
              <a:avLst/>
              <a:gdLst/>
              <a:ahLst/>
              <a:cxnLst/>
              <a:rect l="l" t="t" r="r" b="b"/>
              <a:pathLst>
                <a:path w="302895" h="203835">
                  <a:moveTo>
                    <a:pt x="0" y="33900"/>
                  </a:moveTo>
                  <a:lnTo>
                    <a:pt x="2664" y="20705"/>
                  </a:lnTo>
                  <a:lnTo>
                    <a:pt x="9929" y="9929"/>
                  </a:lnTo>
                  <a:lnTo>
                    <a:pt x="20705" y="2664"/>
                  </a:lnTo>
                  <a:lnTo>
                    <a:pt x="33900" y="0"/>
                  </a:lnTo>
                  <a:lnTo>
                    <a:pt x="268799" y="0"/>
                  </a:lnTo>
                  <a:lnTo>
                    <a:pt x="302042" y="27256"/>
                  </a:lnTo>
                  <a:lnTo>
                    <a:pt x="302699" y="33900"/>
                  </a:lnTo>
                  <a:lnTo>
                    <a:pt x="302699" y="169499"/>
                  </a:lnTo>
                  <a:lnTo>
                    <a:pt x="300035" y="182695"/>
                  </a:lnTo>
                  <a:lnTo>
                    <a:pt x="292770" y="193470"/>
                  </a:lnTo>
                  <a:lnTo>
                    <a:pt x="281995" y="200735"/>
                  </a:lnTo>
                  <a:lnTo>
                    <a:pt x="268799" y="203399"/>
                  </a:lnTo>
                  <a:lnTo>
                    <a:pt x="33900" y="203399"/>
                  </a:lnTo>
                  <a:lnTo>
                    <a:pt x="20705" y="200735"/>
                  </a:lnTo>
                  <a:lnTo>
                    <a:pt x="9929" y="193470"/>
                  </a:lnTo>
                  <a:lnTo>
                    <a:pt x="2664" y="182695"/>
                  </a:lnTo>
                  <a:lnTo>
                    <a:pt x="0" y="169499"/>
                  </a:lnTo>
                  <a:lnTo>
                    <a:pt x="0" y="33900"/>
                  </a:lnTo>
                  <a:close/>
                </a:path>
              </a:pathLst>
            </a:custGeom>
            <a:ln w="5474">
              <a:solidFill>
                <a:srgbClr val="595959"/>
              </a:solidFill>
            </a:ln>
          </p:spPr>
          <p:txBody>
            <a:bodyPr wrap="square" lIns="0" tIns="0" rIns="0" bIns="0" rtlCol="0"/>
            <a:lstStyle/>
            <a:p>
              <a:endParaRPr sz="2400"/>
            </a:p>
          </p:txBody>
        </p:sp>
      </p:grpSp>
      <p:sp>
        <p:nvSpPr>
          <p:cNvPr id="55" name="object 55"/>
          <p:cNvSpPr txBox="1"/>
          <p:nvPr/>
        </p:nvSpPr>
        <p:spPr>
          <a:xfrm>
            <a:off x="8199051" y="3694978"/>
            <a:ext cx="1258992" cy="796927"/>
          </a:xfrm>
          <a:prstGeom prst="rect">
            <a:avLst/>
          </a:prstGeom>
        </p:spPr>
        <p:txBody>
          <a:bodyPr vert="horz" wrap="square" lIns="0" tIns="16933" rIns="0" bIns="0" rtlCol="0">
            <a:spAutoFit/>
          </a:bodyPr>
          <a:lstStyle/>
          <a:p>
            <a:pPr marL="16933">
              <a:spcBef>
                <a:spcPts val="133"/>
              </a:spcBef>
            </a:pPr>
            <a:r>
              <a:rPr sz="1867" spc="60" dirty="0">
                <a:latin typeface="Lucida Sans Unicode"/>
                <a:cs typeface="Lucida Sans Unicode"/>
              </a:rPr>
              <a:t>Which</a:t>
            </a:r>
            <a:endParaRPr sz="1867">
              <a:latin typeface="Lucida Sans Unicode"/>
              <a:cs typeface="Lucida Sans Unicode"/>
            </a:endParaRPr>
          </a:p>
          <a:p>
            <a:pPr marL="22859">
              <a:spcBef>
                <a:spcPts val="1560"/>
              </a:spcBef>
              <a:tabLst>
                <a:tab pos="1059154" algn="l"/>
              </a:tabLst>
            </a:pPr>
            <a:r>
              <a:rPr sz="1867" spc="60" dirty="0">
                <a:latin typeface="Lucida Sans Unicode"/>
                <a:cs typeface="Lucida Sans Unicode"/>
              </a:rPr>
              <a:t>Which</a:t>
            </a:r>
            <a:r>
              <a:rPr sz="1867" dirty="0">
                <a:latin typeface="Lucida Sans Unicode"/>
                <a:cs typeface="Lucida Sans Unicode"/>
              </a:rPr>
              <a:t>	</a:t>
            </a:r>
            <a:r>
              <a:rPr sz="1867" spc="-33" dirty="0">
                <a:latin typeface="Lucida Sans Unicode"/>
                <a:cs typeface="Lucida Sans Unicode"/>
              </a:rPr>
              <a:t>is</a:t>
            </a:r>
            <a:endParaRPr sz="1867">
              <a:latin typeface="Lucida Sans Unicode"/>
              <a:cs typeface="Lucida Sans Unicode"/>
            </a:endParaRPr>
          </a:p>
        </p:txBody>
      </p:sp>
      <p:grpSp>
        <p:nvGrpSpPr>
          <p:cNvPr id="56" name="object 56"/>
          <p:cNvGrpSpPr/>
          <p:nvPr/>
        </p:nvGrpSpPr>
        <p:grpSpPr>
          <a:xfrm>
            <a:off x="6760717" y="4193150"/>
            <a:ext cx="722207" cy="306493"/>
            <a:chOff x="5070537" y="3144862"/>
            <a:chExt cx="541655" cy="229870"/>
          </a:xfrm>
        </p:grpSpPr>
        <p:sp>
          <p:nvSpPr>
            <p:cNvPr id="57" name="object 57"/>
            <p:cNvSpPr/>
            <p:nvPr/>
          </p:nvSpPr>
          <p:spPr>
            <a:xfrm>
              <a:off x="5075299" y="3149624"/>
              <a:ext cx="532130" cy="220345"/>
            </a:xfrm>
            <a:custGeom>
              <a:avLst/>
              <a:gdLst/>
              <a:ahLst/>
              <a:cxnLst/>
              <a:rect l="l" t="t" r="r" b="b"/>
              <a:pathLst>
                <a:path w="532129" h="220345">
                  <a:moveTo>
                    <a:pt x="4952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close/>
                </a:path>
              </a:pathLst>
            </a:custGeom>
            <a:solidFill>
              <a:srgbClr val="E9F1F4"/>
            </a:solidFill>
          </p:spPr>
          <p:txBody>
            <a:bodyPr wrap="square" lIns="0" tIns="0" rIns="0" bIns="0" rtlCol="0"/>
            <a:lstStyle/>
            <a:p>
              <a:endParaRPr sz="2400"/>
            </a:p>
          </p:txBody>
        </p:sp>
        <p:sp>
          <p:nvSpPr>
            <p:cNvPr id="58" name="object 58"/>
            <p:cNvSpPr/>
            <p:nvPr/>
          </p:nvSpPr>
          <p:spPr>
            <a:xfrm>
              <a:off x="5075299" y="3149624"/>
              <a:ext cx="532130" cy="220345"/>
            </a:xfrm>
            <a:custGeom>
              <a:avLst/>
              <a:gdLst/>
              <a:ahLst/>
              <a:cxnLst/>
              <a:rect l="l" t="t" r="r" b="b"/>
              <a:pathLst>
                <a:path w="532129" h="220345">
                  <a:moveTo>
                    <a:pt x="0" y="36650"/>
                  </a:move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grpSp>
      <p:sp>
        <p:nvSpPr>
          <p:cNvPr id="59" name="object 59"/>
          <p:cNvSpPr txBox="1"/>
          <p:nvPr/>
        </p:nvSpPr>
        <p:spPr>
          <a:xfrm>
            <a:off x="6482782" y="2703093"/>
            <a:ext cx="1390225" cy="1794764"/>
          </a:xfrm>
          <a:prstGeom prst="rect">
            <a:avLst/>
          </a:prstGeom>
        </p:spPr>
        <p:txBody>
          <a:bodyPr vert="horz" wrap="square" lIns="0" tIns="16933" rIns="0" bIns="0" rtlCol="0">
            <a:spAutoFit/>
          </a:bodyPr>
          <a:lstStyle/>
          <a:p>
            <a:pPr marL="16933">
              <a:spcBef>
                <a:spcPts val="133"/>
              </a:spcBef>
              <a:tabLst>
                <a:tab pos="354744" algn="l"/>
              </a:tabLst>
            </a:pPr>
            <a:r>
              <a:rPr sz="2400" spc="-1109" baseline="4629" dirty="0">
                <a:latin typeface="Lucida Sans Unicode"/>
                <a:cs typeface="Lucida Sans Unicode"/>
              </a:rPr>
              <a:t>…</a:t>
            </a:r>
            <a:r>
              <a:rPr sz="2400" baseline="4629" dirty="0">
                <a:latin typeface="Lucida Sans Unicode"/>
                <a:cs typeface="Lucida Sans Unicode"/>
              </a:rPr>
              <a:t>	</a:t>
            </a:r>
            <a:r>
              <a:rPr sz="1867" spc="-13" dirty="0">
                <a:latin typeface="Lucida Sans Unicode"/>
                <a:cs typeface="Lucida Sans Unicode"/>
              </a:rPr>
              <a:t>Paris</a:t>
            </a:r>
            <a:endParaRPr sz="1867">
              <a:latin typeface="Lucida Sans Unicode"/>
              <a:cs typeface="Lucida Sans Unicode"/>
            </a:endParaRPr>
          </a:p>
          <a:p>
            <a:pPr marL="16933">
              <a:spcBef>
                <a:spcPts val="1593"/>
              </a:spcBef>
              <a:tabLst>
                <a:tab pos="354744" algn="l"/>
                <a:tab pos="1322459" algn="l"/>
              </a:tabLst>
            </a:pPr>
            <a:r>
              <a:rPr sz="2400" spc="-1109" baseline="2314" dirty="0">
                <a:latin typeface="Lucida Sans Unicode"/>
                <a:cs typeface="Lucida Sans Unicode"/>
              </a:rPr>
              <a:t>…</a:t>
            </a:r>
            <a:r>
              <a:rPr sz="2400" baseline="2314" dirty="0">
                <a:latin typeface="Lucida Sans Unicode"/>
                <a:cs typeface="Lucida Sans Unicode"/>
              </a:rPr>
              <a:t>	</a:t>
            </a:r>
            <a:r>
              <a:rPr sz="1867" spc="-13" dirty="0">
                <a:latin typeface="Lucida Sans Unicode"/>
                <a:cs typeface="Lucida Sans Unicode"/>
              </a:rPr>
              <a:t>Paris</a:t>
            </a:r>
            <a:r>
              <a:rPr sz="1867" dirty="0">
                <a:latin typeface="Lucida Sans Unicode"/>
                <a:cs typeface="Lucida Sans Unicode"/>
              </a:rPr>
              <a:t>	</a:t>
            </a:r>
            <a:r>
              <a:rPr sz="1867" spc="-127" dirty="0">
                <a:latin typeface="Lucida Sans Unicode"/>
                <a:cs typeface="Lucida Sans Unicode"/>
              </a:rPr>
              <a:t>.</a:t>
            </a:r>
            <a:endParaRPr sz="1867">
              <a:latin typeface="Lucida Sans Unicode"/>
              <a:cs typeface="Lucida Sans Unicode"/>
            </a:endParaRPr>
          </a:p>
          <a:p>
            <a:pPr marL="16933">
              <a:spcBef>
                <a:spcPts val="1733"/>
              </a:spcBef>
              <a:tabLst>
                <a:tab pos="347971" algn="l"/>
                <a:tab pos="1316534" algn="l"/>
              </a:tabLst>
            </a:pPr>
            <a:r>
              <a:rPr sz="2400" spc="-1109" baseline="4629" dirty="0">
                <a:latin typeface="Lucida Sans Unicode"/>
                <a:cs typeface="Lucida Sans Unicode"/>
              </a:rPr>
              <a:t>…</a:t>
            </a:r>
            <a:r>
              <a:rPr sz="2400" baseline="4629" dirty="0">
                <a:latin typeface="Lucida Sans Unicode"/>
                <a:cs typeface="Lucida Sans Unicode"/>
              </a:rPr>
              <a:t>	</a:t>
            </a:r>
            <a:r>
              <a:rPr sz="1867" spc="-13" dirty="0">
                <a:latin typeface="Lucida Sans Unicode"/>
                <a:cs typeface="Lucida Sans Unicode"/>
              </a:rPr>
              <a:t>Paris</a:t>
            </a:r>
            <a:r>
              <a:rPr sz="1867" dirty="0">
                <a:latin typeface="Lucida Sans Unicode"/>
                <a:cs typeface="Lucida Sans Unicode"/>
              </a:rPr>
              <a:t>	</a:t>
            </a:r>
            <a:r>
              <a:rPr sz="1867" spc="-80" dirty="0">
                <a:latin typeface="Lucida Sans Unicode"/>
                <a:cs typeface="Lucida Sans Unicode"/>
              </a:rPr>
              <a:t>.</a:t>
            </a:r>
            <a:endParaRPr sz="1867">
              <a:latin typeface="Lucida Sans Unicode"/>
              <a:cs typeface="Lucida Sans Unicode"/>
            </a:endParaRPr>
          </a:p>
          <a:p>
            <a:pPr marL="16933">
              <a:spcBef>
                <a:spcPts val="1560"/>
              </a:spcBef>
              <a:tabLst>
                <a:tab pos="354744" algn="l"/>
                <a:tab pos="1322459" algn="l"/>
              </a:tabLst>
            </a:pPr>
            <a:r>
              <a:rPr sz="1600" spc="-740" dirty="0">
                <a:latin typeface="Lucida Sans Unicode"/>
                <a:cs typeface="Lucida Sans Unicode"/>
              </a:rPr>
              <a:t>…</a:t>
            </a:r>
            <a:r>
              <a:rPr sz="1600" dirty="0">
                <a:latin typeface="Lucida Sans Unicode"/>
                <a:cs typeface="Lucida Sans Unicode"/>
              </a:rPr>
              <a:t>	</a:t>
            </a:r>
            <a:r>
              <a:rPr sz="1867" spc="-13" dirty="0">
                <a:latin typeface="Lucida Sans Unicode"/>
                <a:cs typeface="Lucida Sans Unicode"/>
              </a:rPr>
              <a:t>Paris</a:t>
            </a:r>
            <a:r>
              <a:rPr sz="1867" dirty="0">
                <a:latin typeface="Lucida Sans Unicode"/>
                <a:cs typeface="Lucida Sans Unicode"/>
              </a:rPr>
              <a:t>	</a:t>
            </a:r>
            <a:r>
              <a:rPr sz="1867" spc="-127" dirty="0">
                <a:latin typeface="Lucida Sans Unicode"/>
                <a:cs typeface="Lucida Sans Unicode"/>
              </a:rPr>
              <a:t>.</a:t>
            </a:r>
            <a:endParaRPr sz="1867">
              <a:latin typeface="Lucida Sans Unicode"/>
              <a:cs typeface="Lucida Sans Unicode"/>
            </a:endParaRPr>
          </a:p>
        </p:txBody>
      </p:sp>
      <p:sp>
        <p:nvSpPr>
          <p:cNvPr id="60" name="object 60" descr="$PPTXTitle"/>
          <p:cNvSpPr txBox="1">
            <a:spLocks noGrp="1"/>
          </p:cNvSpPr>
          <p:nvPr>
            <p:ph type="title"/>
          </p:nvPr>
        </p:nvSpPr>
        <p:spPr>
          <a:xfrm>
            <a:off x="309316" y="671823"/>
            <a:ext cx="14020800" cy="509541"/>
          </a:xfrm>
          <a:prstGeom prst="rect">
            <a:avLst/>
          </a:prstGeom>
        </p:spPr>
        <p:txBody>
          <a:bodyPr vert="horz" wrap="square" lIns="0" tIns="16933" rIns="0" bIns="0" rtlCol="0" anchor="ctr">
            <a:spAutoFit/>
          </a:bodyPr>
          <a:lstStyle/>
          <a:p>
            <a:pPr marL="279393">
              <a:spcBef>
                <a:spcPts val="133"/>
              </a:spcBef>
            </a:pPr>
            <a:r>
              <a:rPr dirty="0"/>
              <a:t>How</a:t>
            </a:r>
            <a:r>
              <a:rPr spc="-140" dirty="0"/>
              <a:t> </a:t>
            </a:r>
            <a:r>
              <a:rPr spc="93" dirty="0"/>
              <a:t>do</a:t>
            </a:r>
            <a:r>
              <a:rPr spc="-140" dirty="0"/>
              <a:t> </a:t>
            </a:r>
            <a:r>
              <a:rPr spc="93" dirty="0"/>
              <a:t>you</a:t>
            </a:r>
            <a:r>
              <a:rPr spc="-140" dirty="0"/>
              <a:t> </a:t>
            </a:r>
            <a:r>
              <a:rPr dirty="0"/>
              <a:t>verify</a:t>
            </a:r>
            <a:r>
              <a:rPr spc="-140" dirty="0"/>
              <a:t> </a:t>
            </a:r>
            <a:r>
              <a:rPr spc="-13" dirty="0"/>
              <a:t>tokens?</a:t>
            </a:r>
          </a:p>
        </p:txBody>
      </p:sp>
      <p:grpSp>
        <p:nvGrpSpPr>
          <p:cNvPr id="61" name="object 61"/>
          <p:cNvGrpSpPr/>
          <p:nvPr/>
        </p:nvGrpSpPr>
        <p:grpSpPr>
          <a:xfrm>
            <a:off x="6840334" y="2278450"/>
            <a:ext cx="688340" cy="296333"/>
            <a:chOff x="5130250" y="1708837"/>
            <a:chExt cx="516255" cy="222250"/>
          </a:xfrm>
        </p:grpSpPr>
        <p:sp>
          <p:nvSpPr>
            <p:cNvPr id="62" name="object 62"/>
            <p:cNvSpPr/>
            <p:nvPr/>
          </p:nvSpPr>
          <p:spPr>
            <a:xfrm>
              <a:off x="5520637" y="1900308"/>
              <a:ext cx="91440" cy="27940"/>
            </a:xfrm>
            <a:custGeom>
              <a:avLst/>
              <a:gdLst/>
              <a:ahLst/>
              <a:cxnLst/>
              <a:rect l="l" t="t" r="r" b="b"/>
              <a:pathLst>
                <a:path w="91439" h="27939">
                  <a:moveTo>
                    <a:pt x="90899" y="27599"/>
                  </a:moveTo>
                  <a:lnTo>
                    <a:pt x="0" y="27599"/>
                  </a:lnTo>
                  <a:lnTo>
                    <a:pt x="0" y="0"/>
                  </a:lnTo>
                  <a:lnTo>
                    <a:pt x="90899" y="0"/>
                  </a:lnTo>
                  <a:lnTo>
                    <a:pt x="90899" y="27599"/>
                  </a:lnTo>
                  <a:close/>
                </a:path>
              </a:pathLst>
            </a:custGeom>
            <a:solidFill>
              <a:srgbClr val="DAF7FF"/>
            </a:solidFill>
          </p:spPr>
          <p:txBody>
            <a:bodyPr wrap="square" lIns="0" tIns="0" rIns="0" bIns="0" rtlCol="0"/>
            <a:lstStyle/>
            <a:p>
              <a:endParaRPr sz="2400"/>
            </a:p>
          </p:txBody>
        </p:sp>
        <p:sp>
          <p:nvSpPr>
            <p:cNvPr id="63" name="object 63"/>
            <p:cNvSpPr/>
            <p:nvPr/>
          </p:nvSpPr>
          <p:spPr>
            <a:xfrm>
              <a:off x="5520637" y="1900308"/>
              <a:ext cx="91440" cy="27940"/>
            </a:xfrm>
            <a:custGeom>
              <a:avLst/>
              <a:gdLst/>
              <a:ahLst/>
              <a:cxnLst/>
              <a:rect l="l" t="t" r="r" b="b"/>
              <a:pathLst>
                <a:path w="91439" h="27939">
                  <a:moveTo>
                    <a:pt x="0" y="0"/>
                  </a:moveTo>
                  <a:lnTo>
                    <a:pt x="90899" y="0"/>
                  </a:lnTo>
                  <a:lnTo>
                    <a:pt x="90899" y="27599"/>
                  </a:lnTo>
                  <a:lnTo>
                    <a:pt x="0" y="27599"/>
                  </a:lnTo>
                  <a:lnTo>
                    <a:pt x="0" y="0"/>
                  </a:lnTo>
                  <a:close/>
                </a:path>
              </a:pathLst>
            </a:custGeom>
            <a:ln w="3175">
              <a:solidFill>
                <a:srgbClr val="237A94"/>
              </a:solidFill>
            </a:ln>
          </p:spPr>
          <p:txBody>
            <a:bodyPr wrap="square" lIns="0" tIns="0" rIns="0" bIns="0" rtlCol="0"/>
            <a:lstStyle/>
            <a:p>
              <a:endParaRPr sz="2400"/>
            </a:p>
          </p:txBody>
        </p:sp>
        <p:sp>
          <p:nvSpPr>
            <p:cNvPr id="64" name="object 64"/>
            <p:cNvSpPr/>
            <p:nvPr/>
          </p:nvSpPr>
          <p:spPr>
            <a:xfrm>
              <a:off x="5293198" y="1771065"/>
              <a:ext cx="91440" cy="156210"/>
            </a:xfrm>
            <a:custGeom>
              <a:avLst/>
              <a:gdLst/>
              <a:ahLst/>
              <a:cxnLst/>
              <a:rect l="l" t="t" r="r" b="b"/>
              <a:pathLst>
                <a:path w="91439" h="156210">
                  <a:moveTo>
                    <a:pt x="90899" y="155999"/>
                  </a:moveTo>
                  <a:lnTo>
                    <a:pt x="0" y="155999"/>
                  </a:lnTo>
                  <a:lnTo>
                    <a:pt x="0" y="0"/>
                  </a:lnTo>
                  <a:lnTo>
                    <a:pt x="90899" y="0"/>
                  </a:lnTo>
                  <a:lnTo>
                    <a:pt x="90899" y="155999"/>
                  </a:lnTo>
                  <a:close/>
                </a:path>
              </a:pathLst>
            </a:custGeom>
            <a:solidFill>
              <a:srgbClr val="DAF7FF"/>
            </a:solidFill>
          </p:spPr>
          <p:txBody>
            <a:bodyPr wrap="square" lIns="0" tIns="0" rIns="0" bIns="0" rtlCol="0"/>
            <a:lstStyle/>
            <a:p>
              <a:endParaRPr sz="2400"/>
            </a:p>
          </p:txBody>
        </p:sp>
        <p:sp>
          <p:nvSpPr>
            <p:cNvPr id="65" name="object 65"/>
            <p:cNvSpPr/>
            <p:nvPr/>
          </p:nvSpPr>
          <p:spPr>
            <a:xfrm>
              <a:off x="5293198" y="1771065"/>
              <a:ext cx="91440" cy="156210"/>
            </a:xfrm>
            <a:custGeom>
              <a:avLst/>
              <a:gdLst/>
              <a:ahLst/>
              <a:cxnLst/>
              <a:rect l="l" t="t" r="r" b="b"/>
              <a:pathLst>
                <a:path w="91439" h="156210">
                  <a:moveTo>
                    <a:pt x="0" y="0"/>
                  </a:moveTo>
                  <a:lnTo>
                    <a:pt x="90899" y="0"/>
                  </a:lnTo>
                  <a:lnTo>
                    <a:pt x="90899" y="155999"/>
                  </a:lnTo>
                  <a:lnTo>
                    <a:pt x="0" y="155999"/>
                  </a:lnTo>
                  <a:lnTo>
                    <a:pt x="0" y="0"/>
                  </a:lnTo>
                  <a:close/>
                </a:path>
              </a:pathLst>
            </a:custGeom>
            <a:ln w="3175">
              <a:solidFill>
                <a:srgbClr val="237A94"/>
              </a:solidFill>
            </a:ln>
          </p:spPr>
          <p:txBody>
            <a:bodyPr wrap="square" lIns="0" tIns="0" rIns="0" bIns="0" rtlCol="0"/>
            <a:lstStyle/>
            <a:p>
              <a:endParaRPr sz="2400"/>
            </a:p>
          </p:txBody>
        </p:sp>
        <p:sp>
          <p:nvSpPr>
            <p:cNvPr id="66" name="object 66"/>
            <p:cNvSpPr/>
            <p:nvPr/>
          </p:nvSpPr>
          <p:spPr>
            <a:xfrm>
              <a:off x="5406915" y="1859256"/>
              <a:ext cx="91440" cy="67945"/>
            </a:xfrm>
            <a:custGeom>
              <a:avLst/>
              <a:gdLst/>
              <a:ahLst/>
              <a:cxnLst/>
              <a:rect l="l" t="t" r="r" b="b"/>
              <a:pathLst>
                <a:path w="91439" h="67944">
                  <a:moveTo>
                    <a:pt x="90899" y="67799"/>
                  </a:moveTo>
                  <a:lnTo>
                    <a:pt x="0" y="67799"/>
                  </a:lnTo>
                  <a:lnTo>
                    <a:pt x="0" y="0"/>
                  </a:lnTo>
                  <a:lnTo>
                    <a:pt x="90899" y="0"/>
                  </a:lnTo>
                  <a:lnTo>
                    <a:pt x="90899" y="67799"/>
                  </a:lnTo>
                  <a:close/>
                </a:path>
              </a:pathLst>
            </a:custGeom>
            <a:solidFill>
              <a:srgbClr val="DAF7FF"/>
            </a:solidFill>
          </p:spPr>
          <p:txBody>
            <a:bodyPr wrap="square" lIns="0" tIns="0" rIns="0" bIns="0" rtlCol="0"/>
            <a:lstStyle/>
            <a:p>
              <a:endParaRPr sz="2400"/>
            </a:p>
          </p:txBody>
        </p:sp>
        <p:sp>
          <p:nvSpPr>
            <p:cNvPr id="67" name="object 67"/>
            <p:cNvSpPr/>
            <p:nvPr/>
          </p:nvSpPr>
          <p:spPr>
            <a:xfrm>
              <a:off x="5406915" y="1859256"/>
              <a:ext cx="91440" cy="67945"/>
            </a:xfrm>
            <a:custGeom>
              <a:avLst/>
              <a:gdLst/>
              <a:ahLst/>
              <a:cxnLst/>
              <a:rect l="l" t="t" r="r" b="b"/>
              <a:pathLst>
                <a:path w="91439" h="67944">
                  <a:moveTo>
                    <a:pt x="0" y="0"/>
                  </a:moveTo>
                  <a:lnTo>
                    <a:pt x="90899" y="0"/>
                  </a:lnTo>
                  <a:lnTo>
                    <a:pt x="90899" y="67799"/>
                  </a:lnTo>
                  <a:lnTo>
                    <a:pt x="0" y="67799"/>
                  </a:lnTo>
                  <a:lnTo>
                    <a:pt x="0" y="0"/>
                  </a:lnTo>
                  <a:close/>
                </a:path>
              </a:pathLst>
            </a:custGeom>
            <a:ln w="3175">
              <a:solidFill>
                <a:srgbClr val="237A94"/>
              </a:solidFill>
            </a:ln>
          </p:spPr>
          <p:txBody>
            <a:bodyPr wrap="square" lIns="0" tIns="0" rIns="0" bIns="0" rtlCol="0"/>
            <a:lstStyle/>
            <a:p>
              <a:endParaRPr sz="2400"/>
            </a:p>
          </p:txBody>
        </p:sp>
        <p:sp>
          <p:nvSpPr>
            <p:cNvPr id="68" name="object 68"/>
            <p:cNvSpPr/>
            <p:nvPr/>
          </p:nvSpPr>
          <p:spPr>
            <a:xfrm>
              <a:off x="5179479" y="1710350"/>
              <a:ext cx="91440" cy="217804"/>
            </a:xfrm>
            <a:custGeom>
              <a:avLst/>
              <a:gdLst/>
              <a:ahLst/>
              <a:cxnLst/>
              <a:rect l="l" t="t" r="r" b="b"/>
              <a:pathLst>
                <a:path w="91439" h="217805">
                  <a:moveTo>
                    <a:pt x="90899" y="217799"/>
                  </a:moveTo>
                  <a:lnTo>
                    <a:pt x="0" y="217799"/>
                  </a:lnTo>
                  <a:lnTo>
                    <a:pt x="0" y="0"/>
                  </a:lnTo>
                  <a:lnTo>
                    <a:pt x="90899" y="0"/>
                  </a:lnTo>
                  <a:lnTo>
                    <a:pt x="90899" y="217799"/>
                  </a:lnTo>
                  <a:close/>
                </a:path>
              </a:pathLst>
            </a:custGeom>
            <a:solidFill>
              <a:srgbClr val="DAF7FF"/>
            </a:solidFill>
          </p:spPr>
          <p:txBody>
            <a:bodyPr wrap="square" lIns="0" tIns="0" rIns="0" bIns="0" rtlCol="0"/>
            <a:lstStyle/>
            <a:p>
              <a:endParaRPr sz="2400"/>
            </a:p>
          </p:txBody>
        </p:sp>
        <p:sp>
          <p:nvSpPr>
            <p:cNvPr id="69" name="object 69"/>
            <p:cNvSpPr/>
            <p:nvPr/>
          </p:nvSpPr>
          <p:spPr>
            <a:xfrm>
              <a:off x="5179479" y="1710350"/>
              <a:ext cx="91440" cy="217804"/>
            </a:xfrm>
            <a:custGeom>
              <a:avLst/>
              <a:gdLst/>
              <a:ahLst/>
              <a:cxnLst/>
              <a:rect l="l" t="t" r="r" b="b"/>
              <a:pathLst>
                <a:path w="91439" h="217805">
                  <a:moveTo>
                    <a:pt x="0" y="0"/>
                  </a:moveTo>
                  <a:lnTo>
                    <a:pt x="90899" y="0"/>
                  </a:lnTo>
                  <a:lnTo>
                    <a:pt x="90899" y="217799"/>
                  </a:lnTo>
                  <a:lnTo>
                    <a:pt x="0" y="217799"/>
                  </a:lnTo>
                  <a:lnTo>
                    <a:pt x="0" y="0"/>
                  </a:lnTo>
                  <a:close/>
                </a:path>
              </a:pathLst>
            </a:custGeom>
            <a:ln w="3175">
              <a:solidFill>
                <a:srgbClr val="237A94"/>
              </a:solidFill>
            </a:ln>
          </p:spPr>
          <p:txBody>
            <a:bodyPr wrap="square" lIns="0" tIns="0" rIns="0" bIns="0" rtlCol="0"/>
            <a:lstStyle/>
            <a:p>
              <a:endParaRPr sz="2400"/>
            </a:p>
          </p:txBody>
        </p:sp>
        <p:sp>
          <p:nvSpPr>
            <p:cNvPr id="70" name="object 70"/>
            <p:cNvSpPr/>
            <p:nvPr/>
          </p:nvSpPr>
          <p:spPr>
            <a:xfrm>
              <a:off x="5131000" y="1929350"/>
              <a:ext cx="514984" cy="1270"/>
            </a:xfrm>
            <a:custGeom>
              <a:avLst/>
              <a:gdLst/>
              <a:ahLst/>
              <a:cxnLst/>
              <a:rect l="l" t="t" r="r" b="b"/>
              <a:pathLst>
                <a:path w="514985" h="1269">
                  <a:moveTo>
                    <a:pt x="0" y="899"/>
                  </a:moveTo>
                  <a:lnTo>
                    <a:pt x="514499" y="0"/>
                  </a:lnTo>
                </a:path>
              </a:pathLst>
            </a:custGeom>
            <a:ln w="3175">
              <a:solidFill>
                <a:srgbClr val="4285F4"/>
              </a:solidFill>
            </a:ln>
          </p:spPr>
          <p:txBody>
            <a:bodyPr wrap="square" lIns="0" tIns="0" rIns="0" bIns="0" rtlCol="0"/>
            <a:lstStyle/>
            <a:p>
              <a:endParaRPr sz="2400"/>
            </a:p>
          </p:txBody>
        </p:sp>
      </p:grpSp>
      <p:sp>
        <p:nvSpPr>
          <p:cNvPr id="71" name="object 71"/>
          <p:cNvSpPr txBox="1"/>
          <p:nvPr/>
        </p:nvSpPr>
        <p:spPr>
          <a:xfrm>
            <a:off x="6482782" y="1877305"/>
            <a:ext cx="3782060" cy="663429"/>
          </a:xfrm>
          <a:prstGeom prst="rect">
            <a:avLst/>
          </a:prstGeom>
        </p:spPr>
        <p:txBody>
          <a:bodyPr vert="horz" wrap="square" lIns="0" tIns="16933" rIns="0" bIns="0" rtlCol="0">
            <a:spAutoFit/>
          </a:bodyPr>
          <a:lstStyle/>
          <a:p>
            <a:pPr marL="343738">
              <a:spcBef>
                <a:spcPts val="133"/>
              </a:spcBef>
            </a:pPr>
            <a:r>
              <a:rPr sz="1600" b="1" dirty="0">
                <a:solidFill>
                  <a:srgbClr val="237A94"/>
                </a:solidFill>
                <a:latin typeface="Arial"/>
                <a:cs typeface="Arial"/>
              </a:rPr>
              <a:t>target</a:t>
            </a:r>
            <a:r>
              <a:rPr sz="1600" b="1" spc="-33" dirty="0">
                <a:solidFill>
                  <a:srgbClr val="237A94"/>
                </a:solidFill>
                <a:latin typeface="Arial"/>
                <a:cs typeface="Arial"/>
              </a:rPr>
              <a:t> </a:t>
            </a:r>
            <a:r>
              <a:rPr sz="1600" b="1" dirty="0">
                <a:solidFill>
                  <a:srgbClr val="237A94"/>
                </a:solidFill>
                <a:latin typeface="Arial"/>
                <a:cs typeface="Arial"/>
              </a:rPr>
              <a:t>model:</a:t>
            </a:r>
            <a:r>
              <a:rPr sz="1600" b="1" spc="-27" dirty="0">
                <a:solidFill>
                  <a:srgbClr val="237A94"/>
                </a:solidFill>
                <a:latin typeface="Arial"/>
                <a:cs typeface="Arial"/>
              </a:rPr>
              <a:t> </a:t>
            </a:r>
            <a:r>
              <a:rPr sz="1600" dirty="0">
                <a:solidFill>
                  <a:srgbClr val="237A94"/>
                </a:solidFill>
                <a:latin typeface="Arial MT"/>
                <a:cs typeface="Arial MT"/>
              </a:rPr>
              <a:t>next</a:t>
            </a:r>
            <a:r>
              <a:rPr sz="1600" spc="-33" dirty="0">
                <a:solidFill>
                  <a:srgbClr val="237A94"/>
                </a:solidFill>
                <a:latin typeface="Arial MT"/>
                <a:cs typeface="Arial MT"/>
              </a:rPr>
              <a:t> </a:t>
            </a:r>
            <a:r>
              <a:rPr sz="1600" dirty="0">
                <a:solidFill>
                  <a:srgbClr val="237A94"/>
                </a:solidFill>
                <a:latin typeface="Arial MT"/>
                <a:cs typeface="Arial MT"/>
              </a:rPr>
              <a:t>token</a:t>
            </a:r>
            <a:r>
              <a:rPr sz="1600" spc="-27" dirty="0">
                <a:solidFill>
                  <a:srgbClr val="237A94"/>
                </a:solidFill>
                <a:latin typeface="Arial MT"/>
                <a:cs typeface="Arial MT"/>
              </a:rPr>
              <a:t> </a:t>
            </a:r>
            <a:r>
              <a:rPr sz="1600" spc="-13" dirty="0">
                <a:solidFill>
                  <a:srgbClr val="237A94"/>
                </a:solidFill>
                <a:latin typeface="Arial MT"/>
                <a:cs typeface="Arial MT"/>
              </a:rPr>
              <a:t>probabilities</a:t>
            </a:r>
            <a:endParaRPr sz="1600">
              <a:latin typeface="Arial MT"/>
              <a:cs typeface="Arial MT"/>
            </a:endParaRPr>
          </a:p>
          <a:p>
            <a:pPr marL="16933">
              <a:spcBef>
                <a:spcPts val="1167"/>
              </a:spcBef>
            </a:pPr>
            <a:r>
              <a:rPr sz="1600" spc="-740" dirty="0">
                <a:latin typeface="Lucida Sans Unicode"/>
                <a:cs typeface="Lucida Sans Unicode"/>
              </a:rPr>
              <a:t>…</a:t>
            </a:r>
            <a:endParaRPr sz="1600">
              <a:latin typeface="Lucida Sans Unicode"/>
              <a:cs typeface="Lucida Sans Unicode"/>
            </a:endParaRPr>
          </a:p>
        </p:txBody>
      </p:sp>
      <p:grpSp>
        <p:nvGrpSpPr>
          <p:cNvPr id="72" name="object 72"/>
          <p:cNvGrpSpPr/>
          <p:nvPr/>
        </p:nvGrpSpPr>
        <p:grpSpPr>
          <a:xfrm>
            <a:off x="7543734" y="2748584"/>
            <a:ext cx="688340" cy="277705"/>
            <a:chOff x="5657800" y="2061437"/>
            <a:chExt cx="516255" cy="208279"/>
          </a:xfrm>
        </p:grpSpPr>
        <p:sp>
          <p:nvSpPr>
            <p:cNvPr id="73" name="object 73"/>
            <p:cNvSpPr/>
            <p:nvPr/>
          </p:nvSpPr>
          <p:spPr>
            <a:xfrm>
              <a:off x="6048175" y="2249628"/>
              <a:ext cx="91440" cy="17145"/>
            </a:xfrm>
            <a:custGeom>
              <a:avLst/>
              <a:gdLst/>
              <a:ahLst/>
              <a:cxnLst/>
              <a:rect l="l" t="t" r="r" b="b"/>
              <a:pathLst>
                <a:path w="91439" h="17144">
                  <a:moveTo>
                    <a:pt x="90899" y="16799"/>
                  </a:moveTo>
                  <a:lnTo>
                    <a:pt x="0" y="16799"/>
                  </a:lnTo>
                  <a:lnTo>
                    <a:pt x="0" y="0"/>
                  </a:lnTo>
                  <a:lnTo>
                    <a:pt x="90899" y="0"/>
                  </a:lnTo>
                  <a:lnTo>
                    <a:pt x="90899" y="16799"/>
                  </a:lnTo>
                  <a:close/>
                </a:path>
              </a:pathLst>
            </a:custGeom>
            <a:solidFill>
              <a:srgbClr val="DAF7FF"/>
            </a:solidFill>
          </p:spPr>
          <p:txBody>
            <a:bodyPr wrap="square" lIns="0" tIns="0" rIns="0" bIns="0" rtlCol="0"/>
            <a:lstStyle/>
            <a:p>
              <a:endParaRPr sz="2400"/>
            </a:p>
          </p:txBody>
        </p:sp>
        <p:sp>
          <p:nvSpPr>
            <p:cNvPr id="74" name="object 74"/>
            <p:cNvSpPr/>
            <p:nvPr/>
          </p:nvSpPr>
          <p:spPr>
            <a:xfrm>
              <a:off x="6048175" y="2249628"/>
              <a:ext cx="91440" cy="17145"/>
            </a:xfrm>
            <a:custGeom>
              <a:avLst/>
              <a:gdLst/>
              <a:ahLst/>
              <a:cxnLst/>
              <a:rect l="l" t="t" r="r" b="b"/>
              <a:pathLst>
                <a:path w="91439" h="17144">
                  <a:moveTo>
                    <a:pt x="0" y="0"/>
                  </a:moveTo>
                  <a:lnTo>
                    <a:pt x="90899" y="0"/>
                  </a:lnTo>
                  <a:lnTo>
                    <a:pt x="90899" y="16799"/>
                  </a:lnTo>
                  <a:lnTo>
                    <a:pt x="0" y="16799"/>
                  </a:lnTo>
                  <a:lnTo>
                    <a:pt x="0" y="0"/>
                  </a:lnTo>
                  <a:close/>
                </a:path>
              </a:pathLst>
            </a:custGeom>
            <a:ln w="3175">
              <a:solidFill>
                <a:srgbClr val="237A94"/>
              </a:solidFill>
            </a:ln>
          </p:spPr>
          <p:txBody>
            <a:bodyPr wrap="square" lIns="0" tIns="0" rIns="0" bIns="0" rtlCol="0"/>
            <a:lstStyle/>
            <a:p>
              <a:endParaRPr sz="2400"/>
            </a:p>
          </p:txBody>
        </p:sp>
        <p:sp>
          <p:nvSpPr>
            <p:cNvPr id="75" name="object 75"/>
            <p:cNvSpPr/>
            <p:nvPr/>
          </p:nvSpPr>
          <p:spPr>
            <a:xfrm>
              <a:off x="5820750" y="2223299"/>
              <a:ext cx="91440" cy="42545"/>
            </a:xfrm>
            <a:custGeom>
              <a:avLst/>
              <a:gdLst/>
              <a:ahLst/>
              <a:cxnLst/>
              <a:rect l="l" t="t" r="r" b="b"/>
              <a:pathLst>
                <a:path w="91439" h="42544">
                  <a:moveTo>
                    <a:pt x="90899" y="42299"/>
                  </a:moveTo>
                  <a:lnTo>
                    <a:pt x="0" y="42299"/>
                  </a:lnTo>
                  <a:lnTo>
                    <a:pt x="0" y="0"/>
                  </a:lnTo>
                  <a:lnTo>
                    <a:pt x="90899" y="0"/>
                  </a:lnTo>
                  <a:lnTo>
                    <a:pt x="90899" y="42299"/>
                  </a:lnTo>
                  <a:close/>
                </a:path>
              </a:pathLst>
            </a:custGeom>
            <a:solidFill>
              <a:srgbClr val="DAF7FF"/>
            </a:solidFill>
          </p:spPr>
          <p:txBody>
            <a:bodyPr wrap="square" lIns="0" tIns="0" rIns="0" bIns="0" rtlCol="0"/>
            <a:lstStyle/>
            <a:p>
              <a:endParaRPr sz="2400"/>
            </a:p>
          </p:txBody>
        </p:sp>
        <p:sp>
          <p:nvSpPr>
            <p:cNvPr id="76" name="object 76"/>
            <p:cNvSpPr/>
            <p:nvPr/>
          </p:nvSpPr>
          <p:spPr>
            <a:xfrm>
              <a:off x="5820750" y="2223299"/>
              <a:ext cx="91440" cy="42545"/>
            </a:xfrm>
            <a:custGeom>
              <a:avLst/>
              <a:gdLst/>
              <a:ahLst/>
              <a:cxnLst/>
              <a:rect l="l" t="t" r="r" b="b"/>
              <a:pathLst>
                <a:path w="91439" h="42544">
                  <a:moveTo>
                    <a:pt x="0" y="0"/>
                  </a:moveTo>
                  <a:lnTo>
                    <a:pt x="90899" y="0"/>
                  </a:lnTo>
                  <a:lnTo>
                    <a:pt x="90899" y="42299"/>
                  </a:lnTo>
                  <a:lnTo>
                    <a:pt x="0" y="42299"/>
                  </a:lnTo>
                  <a:lnTo>
                    <a:pt x="0" y="0"/>
                  </a:lnTo>
                  <a:close/>
                </a:path>
              </a:pathLst>
            </a:custGeom>
            <a:ln w="3175">
              <a:solidFill>
                <a:srgbClr val="237A94"/>
              </a:solidFill>
            </a:ln>
          </p:spPr>
          <p:txBody>
            <a:bodyPr wrap="square" lIns="0" tIns="0" rIns="0" bIns="0" rtlCol="0"/>
            <a:lstStyle/>
            <a:p>
              <a:endParaRPr sz="2400"/>
            </a:p>
          </p:txBody>
        </p:sp>
        <p:sp>
          <p:nvSpPr>
            <p:cNvPr id="77" name="object 77"/>
            <p:cNvSpPr/>
            <p:nvPr/>
          </p:nvSpPr>
          <p:spPr>
            <a:xfrm>
              <a:off x="5934474" y="2237974"/>
              <a:ext cx="91440" cy="27940"/>
            </a:xfrm>
            <a:custGeom>
              <a:avLst/>
              <a:gdLst/>
              <a:ahLst/>
              <a:cxnLst/>
              <a:rect l="l" t="t" r="r" b="b"/>
              <a:pathLst>
                <a:path w="91439" h="27939">
                  <a:moveTo>
                    <a:pt x="90899" y="27599"/>
                  </a:moveTo>
                  <a:lnTo>
                    <a:pt x="0" y="27599"/>
                  </a:lnTo>
                  <a:lnTo>
                    <a:pt x="0" y="0"/>
                  </a:lnTo>
                  <a:lnTo>
                    <a:pt x="90899" y="0"/>
                  </a:lnTo>
                  <a:lnTo>
                    <a:pt x="90899" y="27599"/>
                  </a:lnTo>
                  <a:close/>
                </a:path>
              </a:pathLst>
            </a:custGeom>
            <a:solidFill>
              <a:srgbClr val="DAF7FF"/>
            </a:solidFill>
          </p:spPr>
          <p:txBody>
            <a:bodyPr wrap="square" lIns="0" tIns="0" rIns="0" bIns="0" rtlCol="0"/>
            <a:lstStyle/>
            <a:p>
              <a:endParaRPr sz="2400"/>
            </a:p>
          </p:txBody>
        </p:sp>
        <p:sp>
          <p:nvSpPr>
            <p:cNvPr id="78" name="object 78"/>
            <p:cNvSpPr/>
            <p:nvPr/>
          </p:nvSpPr>
          <p:spPr>
            <a:xfrm>
              <a:off x="5934474" y="2237974"/>
              <a:ext cx="91440" cy="27940"/>
            </a:xfrm>
            <a:custGeom>
              <a:avLst/>
              <a:gdLst/>
              <a:ahLst/>
              <a:cxnLst/>
              <a:rect l="l" t="t" r="r" b="b"/>
              <a:pathLst>
                <a:path w="91439" h="27939">
                  <a:moveTo>
                    <a:pt x="0" y="0"/>
                  </a:moveTo>
                  <a:lnTo>
                    <a:pt x="90899" y="0"/>
                  </a:lnTo>
                  <a:lnTo>
                    <a:pt x="90899" y="27599"/>
                  </a:lnTo>
                  <a:lnTo>
                    <a:pt x="0" y="27599"/>
                  </a:lnTo>
                  <a:lnTo>
                    <a:pt x="0" y="0"/>
                  </a:lnTo>
                  <a:close/>
                </a:path>
              </a:pathLst>
            </a:custGeom>
            <a:ln w="3175">
              <a:solidFill>
                <a:srgbClr val="237A94"/>
              </a:solidFill>
            </a:ln>
          </p:spPr>
          <p:txBody>
            <a:bodyPr wrap="square" lIns="0" tIns="0" rIns="0" bIns="0" rtlCol="0"/>
            <a:lstStyle/>
            <a:p>
              <a:endParaRPr sz="2400"/>
            </a:p>
          </p:txBody>
        </p:sp>
        <p:sp>
          <p:nvSpPr>
            <p:cNvPr id="79" name="object 79"/>
            <p:cNvSpPr/>
            <p:nvPr/>
          </p:nvSpPr>
          <p:spPr>
            <a:xfrm>
              <a:off x="5707025" y="2062950"/>
              <a:ext cx="91440" cy="203835"/>
            </a:xfrm>
            <a:custGeom>
              <a:avLst/>
              <a:gdLst/>
              <a:ahLst/>
              <a:cxnLst/>
              <a:rect l="l" t="t" r="r" b="b"/>
              <a:pathLst>
                <a:path w="91439" h="203835">
                  <a:moveTo>
                    <a:pt x="90899" y="203699"/>
                  </a:moveTo>
                  <a:lnTo>
                    <a:pt x="0" y="203699"/>
                  </a:lnTo>
                  <a:lnTo>
                    <a:pt x="0" y="0"/>
                  </a:lnTo>
                  <a:lnTo>
                    <a:pt x="90899" y="0"/>
                  </a:lnTo>
                  <a:lnTo>
                    <a:pt x="90899" y="203699"/>
                  </a:lnTo>
                  <a:close/>
                </a:path>
              </a:pathLst>
            </a:custGeom>
            <a:solidFill>
              <a:srgbClr val="DAF7FF"/>
            </a:solidFill>
          </p:spPr>
          <p:txBody>
            <a:bodyPr wrap="square" lIns="0" tIns="0" rIns="0" bIns="0" rtlCol="0"/>
            <a:lstStyle/>
            <a:p>
              <a:endParaRPr sz="2400"/>
            </a:p>
          </p:txBody>
        </p:sp>
        <p:sp>
          <p:nvSpPr>
            <p:cNvPr id="80" name="object 80"/>
            <p:cNvSpPr/>
            <p:nvPr/>
          </p:nvSpPr>
          <p:spPr>
            <a:xfrm>
              <a:off x="5707025" y="2062950"/>
              <a:ext cx="91440" cy="203835"/>
            </a:xfrm>
            <a:custGeom>
              <a:avLst/>
              <a:gdLst/>
              <a:ahLst/>
              <a:cxnLst/>
              <a:rect l="l" t="t" r="r" b="b"/>
              <a:pathLst>
                <a:path w="91439" h="203835">
                  <a:moveTo>
                    <a:pt x="0" y="0"/>
                  </a:moveTo>
                  <a:lnTo>
                    <a:pt x="90899" y="0"/>
                  </a:lnTo>
                  <a:lnTo>
                    <a:pt x="90899" y="203699"/>
                  </a:lnTo>
                  <a:lnTo>
                    <a:pt x="0" y="203699"/>
                  </a:lnTo>
                  <a:lnTo>
                    <a:pt x="0" y="0"/>
                  </a:lnTo>
                  <a:close/>
                </a:path>
              </a:pathLst>
            </a:custGeom>
            <a:ln w="3175">
              <a:solidFill>
                <a:srgbClr val="237A94"/>
              </a:solidFill>
            </a:ln>
          </p:spPr>
          <p:txBody>
            <a:bodyPr wrap="square" lIns="0" tIns="0" rIns="0" bIns="0" rtlCol="0"/>
            <a:lstStyle/>
            <a:p>
              <a:endParaRPr sz="2400"/>
            </a:p>
          </p:txBody>
        </p:sp>
        <p:sp>
          <p:nvSpPr>
            <p:cNvPr id="81" name="object 81"/>
            <p:cNvSpPr/>
            <p:nvPr/>
          </p:nvSpPr>
          <p:spPr>
            <a:xfrm>
              <a:off x="5658550" y="2267875"/>
              <a:ext cx="514984" cy="1270"/>
            </a:xfrm>
            <a:custGeom>
              <a:avLst/>
              <a:gdLst/>
              <a:ahLst/>
              <a:cxnLst/>
              <a:rect l="l" t="t" r="r" b="b"/>
              <a:pathLst>
                <a:path w="514985" h="1269">
                  <a:moveTo>
                    <a:pt x="0" y="899"/>
                  </a:moveTo>
                  <a:lnTo>
                    <a:pt x="514499" y="0"/>
                  </a:lnTo>
                </a:path>
              </a:pathLst>
            </a:custGeom>
            <a:ln w="3175">
              <a:solidFill>
                <a:srgbClr val="4285F4"/>
              </a:solidFill>
            </a:ln>
          </p:spPr>
          <p:txBody>
            <a:bodyPr wrap="square" lIns="0" tIns="0" rIns="0" bIns="0" rtlCol="0"/>
            <a:lstStyle/>
            <a:p>
              <a:endParaRPr sz="2400"/>
            </a:p>
          </p:txBody>
        </p:sp>
      </p:grpSp>
      <p:grpSp>
        <p:nvGrpSpPr>
          <p:cNvPr id="82" name="object 82"/>
          <p:cNvGrpSpPr/>
          <p:nvPr/>
        </p:nvGrpSpPr>
        <p:grpSpPr>
          <a:xfrm>
            <a:off x="8215167" y="3331016"/>
            <a:ext cx="688340" cy="176107"/>
            <a:chOff x="6161375" y="2498262"/>
            <a:chExt cx="516255" cy="132080"/>
          </a:xfrm>
        </p:grpSpPr>
        <p:sp>
          <p:nvSpPr>
            <p:cNvPr id="83" name="object 83"/>
            <p:cNvSpPr/>
            <p:nvPr/>
          </p:nvSpPr>
          <p:spPr>
            <a:xfrm>
              <a:off x="6551750" y="2584671"/>
              <a:ext cx="91440" cy="42545"/>
            </a:xfrm>
            <a:custGeom>
              <a:avLst/>
              <a:gdLst/>
              <a:ahLst/>
              <a:cxnLst/>
              <a:rect l="l" t="t" r="r" b="b"/>
              <a:pathLst>
                <a:path w="91440" h="42544">
                  <a:moveTo>
                    <a:pt x="90899" y="42299"/>
                  </a:moveTo>
                  <a:lnTo>
                    <a:pt x="0" y="42299"/>
                  </a:lnTo>
                  <a:lnTo>
                    <a:pt x="0" y="0"/>
                  </a:lnTo>
                  <a:lnTo>
                    <a:pt x="90899" y="0"/>
                  </a:lnTo>
                  <a:lnTo>
                    <a:pt x="90899" y="42299"/>
                  </a:lnTo>
                  <a:close/>
                </a:path>
              </a:pathLst>
            </a:custGeom>
            <a:solidFill>
              <a:srgbClr val="DAF7FF"/>
            </a:solidFill>
          </p:spPr>
          <p:txBody>
            <a:bodyPr wrap="square" lIns="0" tIns="0" rIns="0" bIns="0" rtlCol="0"/>
            <a:lstStyle/>
            <a:p>
              <a:endParaRPr sz="2400"/>
            </a:p>
          </p:txBody>
        </p:sp>
        <p:sp>
          <p:nvSpPr>
            <p:cNvPr id="84" name="object 84"/>
            <p:cNvSpPr/>
            <p:nvPr/>
          </p:nvSpPr>
          <p:spPr>
            <a:xfrm>
              <a:off x="6551750" y="2584671"/>
              <a:ext cx="91440" cy="42545"/>
            </a:xfrm>
            <a:custGeom>
              <a:avLst/>
              <a:gdLst/>
              <a:ahLst/>
              <a:cxnLst/>
              <a:rect l="l" t="t" r="r" b="b"/>
              <a:pathLst>
                <a:path w="91440" h="42544">
                  <a:moveTo>
                    <a:pt x="0" y="0"/>
                  </a:moveTo>
                  <a:lnTo>
                    <a:pt x="90899" y="0"/>
                  </a:lnTo>
                  <a:lnTo>
                    <a:pt x="90899" y="42299"/>
                  </a:lnTo>
                  <a:lnTo>
                    <a:pt x="0" y="42299"/>
                  </a:lnTo>
                  <a:lnTo>
                    <a:pt x="0" y="0"/>
                  </a:lnTo>
                  <a:close/>
                </a:path>
              </a:pathLst>
            </a:custGeom>
            <a:ln w="3175">
              <a:solidFill>
                <a:srgbClr val="237A94"/>
              </a:solidFill>
            </a:ln>
          </p:spPr>
          <p:txBody>
            <a:bodyPr wrap="square" lIns="0" tIns="0" rIns="0" bIns="0" rtlCol="0"/>
            <a:lstStyle/>
            <a:p>
              <a:endParaRPr sz="2400"/>
            </a:p>
          </p:txBody>
        </p:sp>
        <p:sp>
          <p:nvSpPr>
            <p:cNvPr id="85" name="object 85"/>
            <p:cNvSpPr/>
            <p:nvPr/>
          </p:nvSpPr>
          <p:spPr>
            <a:xfrm>
              <a:off x="6324325" y="2519371"/>
              <a:ext cx="91440" cy="107314"/>
            </a:xfrm>
            <a:custGeom>
              <a:avLst/>
              <a:gdLst/>
              <a:ahLst/>
              <a:cxnLst/>
              <a:rect l="l" t="t" r="r" b="b"/>
              <a:pathLst>
                <a:path w="91439" h="107314">
                  <a:moveTo>
                    <a:pt x="90899" y="106799"/>
                  </a:moveTo>
                  <a:lnTo>
                    <a:pt x="0" y="106799"/>
                  </a:lnTo>
                  <a:lnTo>
                    <a:pt x="0" y="0"/>
                  </a:lnTo>
                  <a:lnTo>
                    <a:pt x="90899" y="0"/>
                  </a:lnTo>
                  <a:lnTo>
                    <a:pt x="90899" y="106799"/>
                  </a:lnTo>
                  <a:close/>
                </a:path>
              </a:pathLst>
            </a:custGeom>
            <a:solidFill>
              <a:srgbClr val="DAF7FF"/>
            </a:solidFill>
          </p:spPr>
          <p:txBody>
            <a:bodyPr wrap="square" lIns="0" tIns="0" rIns="0" bIns="0" rtlCol="0"/>
            <a:lstStyle/>
            <a:p>
              <a:endParaRPr sz="2400"/>
            </a:p>
          </p:txBody>
        </p:sp>
        <p:sp>
          <p:nvSpPr>
            <p:cNvPr id="86" name="object 86"/>
            <p:cNvSpPr/>
            <p:nvPr/>
          </p:nvSpPr>
          <p:spPr>
            <a:xfrm>
              <a:off x="6324325" y="2519371"/>
              <a:ext cx="91440" cy="107314"/>
            </a:xfrm>
            <a:custGeom>
              <a:avLst/>
              <a:gdLst/>
              <a:ahLst/>
              <a:cxnLst/>
              <a:rect l="l" t="t" r="r" b="b"/>
              <a:pathLst>
                <a:path w="91439" h="107314">
                  <a:moveTo>
                    <a:pt x="0" y="0"/>
                  </a:moveTo>
                  <a:lnTo>
                    <a:pt x="90899" y="0"/>
                  </a:lnTo>
                  <a:lnTo>
                    <a:pt x="90899" y="106799"/>
                  </a:lnTo>
                  <a:lnTo>
                    <a:pt x="0" y="106799"/>
                  </a:lnTo>
                  <a:lnTo>
                    <a:pt x="0" y="0"/>
                  </a:lnTo>
                  <a:close/>
                </a:path>
              </a:pathLst>
            </a:custGeom>
            <a:ln w="3175">
              <a:solidFill>
                <a:srgbClr val="237A94"/>
              </a:solidFill>
            </a:ln>
          </p:spPr>
          <p:txBody>
            <a:bodyPr wrap="square" lIns="0" tIns="0" rIns="0" bIns="0" rtlCol="0"/>
            <a:lstStyle/>
            <a:p>
              <a:endParaRPr sz="2400"/>
            </a:p>
          </p:txBody>
        </p:sp>
        <p:sp>
          <p:nvSpPr>
            <p:cNvPr id="87" name="object 87"/>
            <p:cNvSpPr/>
            <p:nvPr/>
          </p:nvSpPr>
          <p:spPr>
            <a:xfrm>
              <a:off x="6438050" y="2532672"/>
              <a:ext cx="91440" cy="93980"/>
            </a:xfrm>
            <a:custGeom>
              <a:avLst/>
              <a:gdLst/>
              <a:ahLst/>
              <a:cxnLst/>
              <a:rect l="l" t="t" r="r" b="b"/>
              <a:pathLst>
                <a:path w="91440" h="93980">
                  <a:moveTo>
                    <a:pt x="90899" y="93599"/>
                  </a:moveTo>
                  <a:lnTo>
                    <a:pt x="0" y="93599"/>
                  </a:lnTo>
                  <a:lnTo>
                    <a:pt x="0" y="0"/>
                  </a:lnTo>
                  <a:lnTo>
                    <a:pt x="90899" y="0"/>
                  </a:lnTo>
                  <a:lnTo>
                    <a:pt x="90899" y="93599"/>
                  </a:lnTo>
                  <a:close/>
                </a:path>
              </a:pathLst>
            </a:custGeom>
            <a:solidFill>
              <a:srgbClr val="DAF7FF"/>
            </a:solidFill>
          </p:spPr>
          <p:txBody>
            <a:bodyPr wrap="square" lIns="0" tIns="0" rIns="0" bIns="0" rtlCol="0"/>
            <a:lstStyle/>
            <a:p>
              <a:endParaRPr sz="2400"/>
            </a:p>
          </p:txBody>
        </p:sp>
        <p:sp>
          <p:nvSpPr>
            <p:cNvPr id="88" name="object 88"/>
            <p:cNvSpPr/>
            <p:nvPr/>
          </p:nvSpPr>
          <p:spPr>
            <a:xfrm>
              <a:off x="6438050" y="2532672"/>
              <a:ext cx="91440" cy="93980"/>
            </a:xfrm>
            <a:custGeom>
              <a:avLst/>
              <a:gdLst/>
              <a:ahLst/>
              <a:cxnLst/>
              <a:rect l="l" t="t" r="r" b="b"/>
              <a:pathLst>
                <a:path w="91440" h="93980">
                  <a:moveTo>
                    <a:pt x="0" y="0"/>
                  </a:moveTo>
                  <a:lnTo>
                    <a:pt x="90899" y="0"/>
                  </a:lnTo>
                  <a:lnTo>
                    <a:pt x="90899" y="93599"/>
                  </a:lnTo>
                  <a:lnTo>
                    <a:pt x="0" y="93599"/>
                  </a:lnTo>
                  <a:lnTo>
                    <a:pt x="0" y="0"/>
                  </a:lnTo>
                  <a:close/>
                </a:path>
              </a:pathLst>
            </a:custGeom>
            <a:ln w="3175">
              <a:solidFill>
                <a:srgbClr val="237A94"/>
              </a:solidFill>
            </a:ln>
          </p:spPr>
          <p:txBody>
            <a:bodyPr wrap="square" lIns="0" tIns="0" rIns="0" bIns="0" rtlCol="0"/>
            <a:lstStyle/>
            <a:p>
              <a:endParaRPr sz="2400"/>
            </a:p>
          </p:txBody>
        </p:sp>
        <p:sp>
          <p:nvSpPr>
            <p:cNvPr id="89" name="object 89"/>
            <p:cNvSpPr/>
            <p:nvPr/>
          </p:nvSpPr>
          <p:spPr>
            <a:xfrm>
              <a:off x="6210600" y="2499774"/>
              <a:ext cx="91440" cy="127635"/>
            </a:xfrm>
            <a:custGeom>
              <a:avLst/>
              <a:gdLst/>
              <a:ahLst/>
              <a:cxnLst/>
              <a:rect l="l" t="t" r="r" b="b"/>
              <a:pathLst>
                <a:path w="91439" h="127635">
                  <a:moveTo>
                    <a:pt x="90899" y="127499"/>
                  </a:moveTo>
                  <a:lnTo>
                    <a:pt x="0" y="127499"/>
                  </a:lnTo>
                  <a:lnTo>
                    <a:pt x="0" y="0"/>
                  </a:lnTo>
                  <a:lnTo>
                    <a:pt x="90899" y="0"/>
                  </a:lnTo>
                  <a:lnTo>
                    <a:pt x="90899" y="127499"/>
                  </a:lnTo>
                  <a:close/>
                </a:path>
              </a:pathLst>
            </a:custGeom>
            <a:solidFill>
              <a:srgbClr val="DAF7FF"/>
            </a:solidFill>
          </p:spPr>
          <p:txBody>
            <a:bodyPr wrap="square" lIns="0" tIns="0" rIns="0" bIns="0" rtlCol="0"/>
            <a:lstStyle/>
            <a:p>
              <a:endParaRPr sz="2400"/>
            </a:p>
          </p:txBody>
        </p:sp>
        <p:sp>
          <p:nvSpPr>
            <p:cNvPr id="90" name="object 90"/>
            <p:cNvSpPr/>
            <p:nvPr/>
          </p:nvSpPr>
          <p:spPr>
            <a:xfrm>
              <a:off x="6210600" y="2499774"/>
              <a:ext cx="91440" cy="127635"/>
            </a:xfrm>
            <a:custGeom>
              <a:avLst/>
              <a:gdLst/>
              <a:ahLst/>
              <a:cxnLst/>
              <a:rect l="l" t="t" r="r" b="b"/>
              <a:pathLst>
                <a:path w="91439" h="127635">
                  <a:moveTo>
                    <a:pt x="0" y="0"/>
                  </a:moveTo>
                  <a:lnTo>
                    <a:pt x="90899" y="0"/>
                  </a:lnTo>
                  <a:lnTo>
                    <a:pt x="90899" y="127499"/>
                  </a:lnTo>
                  <a:lnTo>
                    <a:pt x="0" y="127499"/>
                  </a:lnTo>
                  <a:lnTo>
                    <a:pt x="0" y="0"/>
                  </a:lnTo>
                  <a:close/>
                </a:path>
              </a:pathLst>
            </a:custGeom>
            <a:ln w="3175">
              <a:solidFill>
                <a:srgbClr val="237A94"/>
              </a:solidFill>
            </a:ln>
          </p:spPr>
          <p:txBody>
            <a:bodyPr wrap="square" lIns="0" tIns="0" rIns="0" bIns="0" rtlCol="0"/>
            <a:lstStyle/>
            <a:p>
              <a:endParaRPr sz="2400"/>
            </a:p>
          </p:txBody>
        </p:sp>
        <p:sp>
          <p:nvSpPr>
            <p:cNvPr id="91" name="object 91"/>
            <p:cNvSpPr/>
            <p:nvPr/>
          </p:nvSpPr>
          <p:spPr>
            <a:xfrm>
              <a:off x="6162125" y="2628424"/>
              <a:ext cx="514984" cy="1270"/>
            </a:xfrm>
            <a:custGeom>
              <a:avLst/>
              <a:gdLst/>
              <a:ahLst/>
              <a:cxnLst/>
              <a:rect l="l" t="t" r="r" b="b"/>
              <a:pathLst>
                <a:path w="514984" h="1269">
                  <a:moveTo>
                    <a:pt x="0" y="899"/>
                  </a:moveTo>
                  <a:lnTo>
                    <a:pt x="514499" y="0"/>
                  </a:lnTo>
                </a:path>
              </a:pathLst>
            </a:custGeom>
            <a:ln w="3175">
              <a:solidFill>
                <a:srgbClr val="4285F4"/>
              </a:solidFill>
            </a:ln>
          </p:spPr>
          <p:txBody>
            <a:bodyPr wrap="square" lIns="0" tIns="0" rIns="0" bIns="0" rtlCol="0"/>
            <a:lstStyle/>
            <a:p>
              <a:endParaRPr sz="2400"/>
            </a:p>
          </p:txBody>
        </p:sp>
      </p:grpSp>
      <p:grpSp>
        <p:nvGrpSpPr>
          <p:cNvPr id="92" name="object 92"/>
          <p:cNvGrpSpPr/>
          <p:nvPr/>
        </p:nvGrpSpPr>
        <p:grpSpPr>
          <a:xfrm>
            <a:off x="9017601" y="3727184"/>
            <a:ext cx="688340" cy="277705"/>
            <a:chOff x="6763200" y="2795387"/>
            <a:chExt cx="516255" cy="208279"/>
          </a:xfrm>
        </p:grpSpPr>
        <p:sp>
          <p:nvSpPr>
            <p:cNvPr id="93" name="object 93"/>
            <p:cNvSpPr/>
            <p:nvPr/>
          </p:nvSpPr>
          <p:spPr>
            <a:xfrm>
              <a:off x="7153587" y="2972758"/>
              <a:ext cx="91440" cy="27940"/>
            </a:xfrm>
            <a:custGeom>
              <a:avLst/>
              <a:gdLst/>
              <a:ahLst/>
              <a:cxnLst/>
              <a:rect l="l" t="t" r="r" b="b"/>
              <a:pathLst>
                <a:path w="91440" h="27939">
                  <a:moveTo>
                    <a:pt x="90899" y="27599"/>
                  </a:moveTo>
                  <a:lnTo>
                    <a:pt x="0" y="27599"/>
                  </a:lnTo>
                  <a:lnTo>
                    <a:pt x="0" y="0"/>
                  </a:lnTo>
                  <a:lnTo>
                    <a:pt x="90899" y="0"/>
                  </a:lnTo>
                  <a:lnTo>
                    <a:pt x="90899" y="27599"/>
                  </a:lnTo>
                  <a:close/>
                </a:path>
              </a:pathLst>
            </a:custGeom>
            <a:solidFill>
              <a:srgbClr val="DAF7FF"/>
            </a:solidFill>
          </p:spPr>
          <p:txBody>
            <a:bodyPr wrap="square" lIns="0" tIns="0" rIns="0" bIns="0" rtlCol="0"/>
            <a:lstStyle/>
            <a:p>
              <a:endParaRPr sz="2400"/>
            </a:p>
          </p:txBody>
        </p:sp>
        <p:sp>
          <p:nvSpPr>
            <p:cNvPr id="94" name="object 94"/>
            <p:cNvSpPr/>
            <p:nvPr/>
          </p:nvSpPr>
          <p:spPr>
            <a:xfrm>
              <a:off x="7153587" y="2972758"/>
              <a:ext cx="91440" cy="27940"/>
            </a:xfrm>
            <a:custGeom>
              <a:avLst/>
              <a:gdLst/>
              <a:ahLst/>
              <a:cxnLst/>
              <a:rect l="l" t="t" r="r" b="b"/>
              <a:pathLst>
                <a:path w="91440" h="27939">
                  <a:moveTo>
                    <a:pt x="0" y="0"/>
                  </a:moveTo>
                  <a:lnTo>
                    <a:pt x="90899" y="0"/>
                  </a:lnTo>
                  <a:lnTo>
                    <a:pt x="90899" y="27599"/>
                  </a:lnTo>
                  <a:lnTo>
                    <a:pt x="0" y="27599"/>
                  </a:lnTo>
                  <a:lnTo>
                    <a:pt x="0" y="0"/>
                  </a:lnTo>
                  <a:close/>
                </a:path>
              </a:pathLst>
            </a:custGeom>
            <a:ln w="3175">
              <a:solidFill>
                <a:srgbClr val="237A94"/>
              </a:solidFill>
            </a:ln>
          </p:spPr>
          <p:txBody>
            <a:bodyPr wrap="square" lIns="0" tIns="0" rIns="0" bIns="0" rtlCol="0"/>
            <a:lstStyle/>
            <a:p>
              <a:endParaRPr sz="2400"/>
            </a:p>
          </p:txBody>
        </p:sp>
        <p:sp>
          <p:nvSpPr>
            <p:cNvPr id="95" name="object 95"/>
            <p:cNvSpPr/>
            <p:nvPr/>
          </p:nvSpPr>
          <p:spPr>
            <a:xfrm>
              <a:off x="6926150" y="2843525"/>
              <a:ext cx="91440" cy="156210"/>
            </a:xfrm>
            <a:custGeom>
              <a:avLst/>
              <a:gdLst/>
              <a:ahLst/>
              <a:cxnLst/>
              <a:rect l="l" t="t" r="r" b="b"/>
              <a:pathLst>
                <a:path w="91440" h="156210">
                  <a:moveTo>
                    <a:pt x="90899" y="155999"/>
                  </a:moveTo>
                  <a:lnTo>
                    <a:pt x="0" y="155999"/>
                  </a:lnTo>
                  <a:lnTo>
                    <a:pt x="0" y="0"/>
                  </a:lnTo>
                  <a:lnTo>
                    <a:pt x="90899" y="0"/>
                  </a:lnTo>
                  <a:lnTo>
                    <a:pt x="90899" y="155999"/>
                  </a:lnTo>
                  <a:close/>
                </a:path>
              </a:pathLst>
            </a:custGeom>
            <a:solidFill>
              <a:srgbClr val="DAF7FF"/>
            </a:solidFill>
          </p:spPr>
          <p:txBody>
            <a:bodyPr wrap="square" lIns="0" tIns="0" rIns="0" bIns="0" rtlCol="0"/>
            <a:lstStyle/>
            <a:p>
              <a:endParaRPr sz="2400"/>
            </a:p>
          </p:txBody>
        </p:sp>
        <p:sp>
          <p:nvSpPr>
            <p:cNvPr id="96" name="object 96"/>
            <p:cNvSpPr/>
            <p:nvPr/>
          </p:nvSpPr>
          <p:spPr>
            <a:xfrm>
              <a:off x="6926150" y="2843525"/>
              <a:ext cx="91440" cy="156210"/>
            </a:xfrm>
            <a:custGeom>
              <a:avLst/>
              <a:gdLst/>
              <a:ahLst/>
              <a:cxnLst/>
              <a:rect l="l" t="t" r="r" b="b"/>
              <a:pathLst>
                <a:path w="91440" h="156210">
                  <a:moveTo>
                    <a:pt x="0" y="0"/>
                  </a:moveTo>
                  <a:lnTo>
                    <a:pt x="90899" y="0"/>
                  </a:lnTo>
                  <a:lnTo>
                    <a:pt x="90899" y="155999"/>
                  </a:lnTo>
                  <a:lnTo>
                    <a:pt x="0" y="155999"/>
                  </a:lnTo>
                  <a:lnTo>
                    <a:pt x="0" y="0"/>
                  </a:lnTo>
                  <a:close/>
                </a:path>
              </a:pathLst>
            </a:custGeom>
            <a:ln w="3175">
              <a:solidFill>
                <a:srgbClr val="237A94"/>
              </a:solidFill>
            </a:ln>
          </p:spPr>
          <p:txBody>
            <a:bodyPr wrap="square" lIns="0" tIns="0" rIns="0" bIns="0" rtlCol="0"/>
            <a:lstStyle/>
            <a:p>
              <a:endParaRPr sz="2400"/>
            </a:p>
          </p:txBody>
        </p:sp>
        <p:sp>
          <p:nvSpPr>
            <p:cNvPr id="97" name="object 97"/>
            <p:cNvSpPr/>
            <p:nvPr/>
          </p:nvSpPr>
          <p:spPr>
            <a:xfrm>
              <a:off x="7039875" y="2860317"/>
              <a:ext cx="91440" cy="139700"/>
            </a:xfrm>
            <a:custGeom>
              <a:avLst/>
              <a:gdLst/>
              <a:ahLst/>
              <a:cxnLst/>
              <a:rect l="l" t="t" r="r" b="b"/>
              <a:pathLst>
                <a:path w="91440" h="139700">
                  <a:moveTo>
                    <a:pt x="90899" y="139199"/>
                  </a:moveTo>
                  <a:lnTo>
                    <a:pt x="0" y="139199"/>
                  </a:lnTo>
                  <a:lnTo>
                    <a:pt x="0" y="0"/>
                  </a:lnTo>
                  <a:lnTo>
                    <a:pt x="90899" y="0"/>
                  </a:lnTo>
                  <a:lnTo>
                    <a:pt x="90899" y="139199"/>
                  </a:lnTo>
                  <a:close/>
                </a:path>
              </a:pathLst>
            </a:custGeom>
            <a:solidFill>
              <a:srgbClr val="DAF7FF"/>
            </a:solidFill>
          </p:spPr>
          <p:txBody>
            <a:bodyPr wrap="square" lIns="0" tIns="0" rIns="0" bIns="0" rtlCol="0"/>
            <a:lstStyle/>
            <a:p>
              <a:endParaRPr sz="2400"/>
            </a:p>
          </p:txBody>
        </p:sp>
        <p:sp>
          <p:nvSpPr>
            <p:cNvPr id="98" name="object 98"/>
            <p:cNvSpPr/>
            <p:nvPr/>
          </p:nvSpPr>
          <p:spPr>
            <a:xfrm>
              <a:off x="7039875" y="2860317"/>
              <a:ext cx="91440" cy="139700"/>
            </a:xfrm>
            <a:custGeom>
              <a:avLst/>
              <a:gdLst/>
              <a:ahLst/>
              <a:cxnLst/>
              <a:rect l="l" t="t" r="r" b="b"/>
              <a:pathLst>
                <a:path w="91440" h="139700">
                  <a:moveTo>
                    <a:pt x="0" y="0"/>
                  </a:moveTo>
                  <a:lnTo>
                    <a:pt x="90899" y="0"/>
                  </a:lnTo>
                  <a:lnTo>
                    <a:pt x="90899" y="139199"/>
                  </a:lnTo>
                  <a:lnTo>
                    <a:pt x="0" y="139199"/>
                  </a:lnTo>
                  <a:lnTo>
                    <a:pt x="0" y="0"/>
                  </a:lnTo>
                  <a:close/>
                </a:path>
              </a:pathLst>
            </a:custGeom>
            <a:ln w="3175">
              <a:solidFill>
                <a:srgbClr val="237A94"/>
              </a:solidFill>
            </a:ln>
          </p:spPr>
          <p:txBody>
            <a:bodyPr wrap="square" lIns="0" tIns="0" rIns="0" bIns="0" rtlCol="0"/>
            <a:lstStyle/>
            <a:p>
              <a:endParaRPr sz="2400"/>
            </a:p>
          </p:txBody>
        </p:sp>
        <p:sp>
          <p:nvSpPr>
            <p:cNvPr id="99" name="object 99"/>
            <p:cNvSpPr/>
            <p:nvPr/>
          </p:nvSpPr>
          <p:spPr>
            <a:xfrm>
              <a:off x="6812425" y="2796900"/>
              <a:ext cx="91440" cy="203835"/>
            </a:xfrm>
            <a:custGeom>
              <a:avLst/>
              <a:gdLst/>
              <a:ahLst/>
              <a:cxnLst/>
              <a:rect l="l" t="t" r="r" b="b"/>
              <a:pathLst>
                <a:path w="91440" h="203835">
                  <a:moveTo>
                    <a:pt x="90899" y="203699"/>
                  </a:moveTo>
                  <a:lnTo>
                    <a:pt x="0" y="203699"/>
                  </a:lnTo>
                  <a:lnTo>
                    <a:pt x="0" y="0"/>
                  </a:lnTo>
                  <a:lnTo>
                    <a:pt x="90899" y="0"/>
                  </a:lnTo>
                  <a:lnTo>
                    <a:pt x="90899" y="203699"/>
                  </a:lnTo>
                  <a:close/>
                </a:path>
              </a:pathLst>
            </a:custGeom>
            <a:solidFill>
              <a:srgbClr val="DAF7FF"/>
            </a:solidFill>
          </p:spPr>
          <p:txBody>
            <a:bodyPr wrap="square" lIns="0" tIns="0" rIns="0" bIns="0" rtlCol="0"/>
            <a:lstStyle/>
            <a:p>
              <a:endParaRPr sz="2400"/>
            </a:p>
          </p:txBody>
        </p:sp>
        <p:sp>
          <p:nvSpPr>
            <p:cNvPr id="100" name="object 100"/>
            <p:cNvSpPr/>
            <p:nvPr/>
          </p:nvSpPr>
          <p:spPr>
            <a:xfrm>
              <a:off x="6812425" y="2796900"/>
              <a:ext cx="91440" cy="203835"/>
            </a:xfrm>
            <a:custGeom>
              <a:avLst/>
              <a:gdLst/>
              <a:ahLst/>
              <a:cxnLst/>
              <a:rect l="l" t="t" r="r" b="b"/>
              <a:pathLst>
                <a:path w="91440" h="203835">
                  <a:moveTo>
                    <a:pt x="0" y="0"/>
                  </a:moveTo>
                  <a:lnTo>
                    <a:pt x="90899" y="0"/>
                  </a:lnTo>
                  <a:lnTo>
                    <a:pt x="90899" y="203699"/>
                  </a:lnTo>
                  <a:lnTo>
                    <a:pt x="0" y="203699"/>
                  </a:lnTo>
                  <a:lnTo>
                    <a:pt x="0" y="0"/>
                  </a:lnTo>
                  <a:close/>
                </a:path>
              </a:pathLst>
            </a:custGeom>
            <a:ln w="3175">
              <a:solidFill>
                <a:srgbClr val="237A94"/>
              </a:solidFill>
            </a:ln>
          </p:spPr>
          <p:txBody>
            <a:bodyPr wrap="square" lIns="0" tIns="0" rIns="0" bIns="0" rtlCol="0"/>
            <a:lstStyle/>
            <a:p>
              <a:endParaRPr sz="2400"/>
            </a:p>
          </p:txBody>
        </p:sp>
        <p:sp>
          <p:nvSpPr>
            <p:cNvPr id="101" name="object 101"/>
            <p:cNvSpPr/>
            <p:nvPr/>
          </p:nvSpPr>
          <p:spPr>
            <a:xfrm>
              <a:off x="6763950" y="3001800"/>
              <a:ext cx="514984" cy="1270"/>
            </a:xfrm>
            <a:custGeom>
              <a:avLst/>
              <a:gdLst/>
              <a:ahLst/>
              <a:cxnLst/>
              <a:rect l="l" t="t" r="r" b="b"/>
              <a:pathLst>
                <a:path w="514984" h="1269">
                  <a:moveTo>
                    <a:pt x="0" y="899"/>
                  </a:moveTo>
                  <a:lnTo>
                    <a:pt x="514499" y="0"/>
                  </a:lnTo>
                </a:path>
              </a:pathLst>
            </a:custGeom>
            <a:ln w="3175">
              <a:solidFill>
                <a:srgbClr val="4285F4"/>
              </a:solidFill>
            </a:ln>
          </p:spPr>
          <p:txBody>
            <a:bodyPr wrap="square" lIns="0" tIns="0" rIns="0" bIns="0" rtlCol="0"/>
            <a:lstStyle/>
            <a:p>
              <a:endParaRPr sz="2400"/>
            </a:p>
          </p:txBody>
        </p:sp>
      </p:grpSp>
      <p:grpSp>
        <p:nvGrpSpPr>
          <p:cNvPr id="102" name="object 102"/>
          <p:cNvGrpSpPr/>
          <p:nvPr/>
        </p:nvGrpSpPr>
        <p:grpSpPr>
          <a:xfrm>
            <a:off x="9752166" y="4197483"/>
            <a:ext cx="688340" cy="296333"/>
            <a:chOff x="7314124" y="3148112"/>
            <a:chExt cx="516255" cy="222250"/>
          </a:xfrm>
        </p:grpSpPr>
        <p:sp>
          <p:nvSpPr>
            <p:cNvPr id="103" name="object 103"/>
            <p:cNvSpPr/>
            <p:nvPr/>
          </p:nvSpPr>
          <p:spPr>
            <a:xfrm>
              <a:off x="7704512" y="3339583"/>
              <a:ext cx="91440" cy="27940"/>
            </a:xfrm>
            <a:custGeom>
              <a:avLst/>
              <a:gdLst/>
              <a:ahLst/>
              <a:cxnLst/>
              <a:rect l="l" t="t" r="r" b="b"/>
              <a:pathLst>
                <a:path w="91440" h="27939">
                  <a:moveTo>
                    <a:pt x="90899" y="27599"/>
                  </a:moveTo>
                  <a:lnTo>
                    <a:pt x="0" y="27599"/>
                  </a:lnTo>
                  <a:lnTo>
                    <a:pt x="0" y="0"/>
                  </a:lnTo>
                  <a:lnTo>
                    <a:pt x="90899" y="0"/>
                  </a:lnTo>
                  <a:lnTo>
                    <a:pt x="90899" y="27599"/>
                  </a:lnTo>
                  <a:close/>
                </a:path>
              </a:pathLst>
            </a:custGeom>
            <a:solidFill>
              <a:srgbClr val="DAF7FF"/>
            </a:solidFill>
          </p:spPr>
          <p:txBody>
            <a:bodyPr wrap="square" lIns="0" tIns="0" rIns="0" bIns="0" rtlCol="0"/>
            <a:lstStyle/>
            <a:p>
              <a:endParaRPr sz="2400"/>
            </a:p>
          </p:txBody>
        </p:sp>
        <p:sp>
          <p:nvSpPr>
            <p:cNvPr id="104" name="object 104"/>
            <p:cNvSpPr/>
            <p:nvPr/>
          </p:nvSpPr>
          <p:spPr>
            <a:xfrm>
              <a:off x="7704512" y="3339583"/>
              <a:ext cx="91440" cy="27940"/>
            </a:xfrm>
            <a:custGeom>
              <a:avLst/>
              <a:gdLst/>
              <a:ahLst/>
              <a:cxnLst/>
              <a:rect l="l" t="t" r="r" b="b"/>
              <a:pathLst>
                <a:path w="91440" h="27939">
                  <a:moveTo>
                    <a:pt x="0" y="0"/>
                  </a:moveTo>
                  <a:lnTo>
                    <a:pt x="90899" y="0"/>
                  </a:lnTo>
                  <a:lnTo>
                    <a:pt x="90899" y="27599"/>
                  </a:lnTo>
                  <a:lnTo>
                    <a:pt x="0" y="27599"/>
                  </a:lnTo>
                  <a:lnTo>
                    <a:pt x="0" y="0"/>
                  </a:lnTo>
                  <a:close/>
                </a:path>
              </a:pathLst>
            </a:custGeom>
            <a:ln w="3175">
              <a:solidFill>
                <a:srgbClr val="237A94"/>
              </a:solidFill>
            </a:ln>
          </p:spPr>
          <p:txBody>
            <a:bodyPr wrap="square" lIns="0" tIns="0" rIns="0" bIns="0" rtlCol="0"/>
            <a:lstStyle/>
            <a:p>
              <a:endParaRPr sz="2400"/>
            </a:p>
          </p:txBody>
        </p:sp>
        <p:sp>
          <p:nvSpPr>
            <p:cNvPr id="105" name="object 105"/>
            <p:cNvSpPr/>
            <p:nvPr/>
          </p:nvSpPr>
          <p:spPr>
            <a:xfrm>
              <a:off x="7477074" y="3187551"/>
              <a:ext cx="91440" cy="179070"/>
            </a:xfrm>
            <a:custGeom>
              <a:avLst/>
              <a:gdLst/>
              <a:ahLst/>
              <a:cxnLst/>
              <a:rect l="l" t="t" r="r" b="b"/>
              <a:pathLst>
                <a:path w="91440" h="179070">
                  <a:moveTo>
                    <a:pt x="90899" y="178799"/>
                  </a:moveTo>
                  <a:lnTo>
                    <a:pt x="0" y="178799"/>
                  </a:lnTo>
                  <a:lnTo>
                    <a:pt x="0" y="0"/>
                  </a:lnTo>
                  <a:lnTo>
                    <a:pt x="90899" y="0"/>
                  </a:lnTo>
                  <a:lnTo>
                    <a:pt x="90899" y="178799"/>
                  </a:lnTo>
                  <a:close/>
                </a:path>
              </a:pathLst>
            </a:custGeom>
            <a:solidFill>
              <a:srgbClr val="DAF7FF"/>
            </a:solidFill>
          </p:spPr>
          <p:txBody>
            <a:bodyPr wrap="square" lIns="0" tIns="0" rIns="0" bIns="0" rtlCol="0"/>
            <a:lstStyle/>
            <a:p>
              <a:endParaRPr sz="2400"/>
            </a:p>
          </p:txBody>
        </p:sp>
        <p:sp>
          <p:nvSpPr>
            <p:cNvPr id="106" name="object 106"/>
            <p:cNvSpPr/>
            <p:nvPr/>
          </p:nvSpPr>
          <p:spPr>
            <a:xfrm>
              <a:off x="7477074" y="3187551"/>
              <a:ext cx="91440" cy="179070"/>
            </a:xfrm>
            <a:custGeom>
              <a:avLst/>
              <a:gdLst/>
              <a:ahLst/>
              <a:cxnLst/>
              <a:rect l="l" t="t" r="r" b="b"/>
              <a:pathLst>
                <a:path w="91440" h="179070">
                  <a:moveTo>
                    <a:pt x="0" y="0"/>
                  </a:moveTo>
                  <a:lnTo>
                    <a:pt x="90899" y="0"/>
                  </a:lnTo>
                  <a:lnTo>
                    <a:pt x="90899" y="178799"/>
                  </a:lnTo>
                  <a:lnTo>
                    <a:pt x="0" y="178799"/>
                  </a:lnTo>
                  <a:lnTo>
                    <a:pt x="0" y="0"/>
                  </a:lnTo>
                  <a:close/>
                </a:path>
              </a:pathLst>
            </a:custGeom>
            <a:ln w="3175">
              <a:solidFill>
                <a:srgbClr val="237A94"/>
              </a:solidFill>
            </a:ln>
          </p:spPr>
          <p:txBody>
            <a:bodyPr wrap="square" lIns="0" tIns="0" rIns="0" bIns="0" rtlCol="0"/>
            <a:lstStyle/>
            <a:p>
              <a:endParaRPr sz="2400"/>
            </a:p>
          </p:txBody>
        </p:sp>
        <p:sp>
          <p:nvSpPr>
            <p:cNvPr id="107" name="object 107"/>
            <p:cNvSpPr/>
            <p:nvPr/>
          </p:nvSpPr>
          <p:spPr>
            <a:xfrm>
              <a:off x="7590799" y="3338728"/>
              <a:ext cx="91440" cy="27940"/>
            </a:xfrm>
            <a:custGeom>
              <a:avLst/>
              <a:gdLst/>
              <a:ahLst/>
              <a:cxnLst/>
              <a:rect l="l" t="t" r="r" b="b"/>
              <a:pathLst>
                <a:path w="91440" h="27939">
                  <a:moveTo>
                    <a:pt x="90899" y="27599"/>
                  </a:moveTo>
                  <a:lnTo>
                    <a:pt x="0" y="27599"/>
                  </a:lnTo>
                  <a:lnTo>
                    <a:pt x="0" y="0"/>
                  </a:lnTo>
                  <a:lnTo>
                    <a:pt x="90899" y="0"/>
                  </a:lnTo>
                  <a:lnTo>
                    <a:pt x="90899" y="27599"/>
                  </a:lnTo>
                  <a:close/>
                </a:path>
              </a:pathLst>
            </a:custGeom>
            <a:solidFill>
              <a:srgbClr val="DAF7FF"/>
            </a:solidFill>
          </p:spPr>
          <p:txBody>
            <a:bodyPr wrap="square" lIns="0" tIns="0" rIns="0" bIns="0" rtlCol="0"/>
            <a:lstStyle/>
            <a:p>
              <a:endParaRPr sz="2400"/>
            </a:p>
          </p:txBody>
        </p:sp>
        <p:sp>
          <p:nvSpPr>
            <p:cNvPr id="108" name="object 108"/>
            <p:cNvSpPr/>
            <p:nvPr/>
          </p:nvSpPr>
          <p:spPr>
            <a:xfrm>
              <a:off x="7590799" y="3338728"/>
              <a:ext cx="91440" cy="27940"/>
            </a:xfrm>
            <a:custGeom>
              <a:avLst/>
              <a:gdLst/>
              <a:ahLst/>
              <a:cxnLst/>
              <a:rect l="l" t="t" r="r" b="b"/>
              <a:pathLst>
                <a:path w="91440" h="27939">
                  <a:moveTo>
                    <a:pt x="0" y="0"/>
                  </a:moveTo>
                  <a:lnTo>
                    <a:pt x="90899" y="0"/>
                  </a:lnTo>
                  <a:lnTo>
                    <a:pt x="90899" y="27599"/>
                  </a:lnTo>
                  <a:lnTo>
                    <a:pt x="0" y="27599"/>
                  </a:lnTo>
                  <a:lnTo>
                    <a:pt x="0" y="0"/>
                  </a:lnTo>
                  <a:close/>
                </a:path>
              </a:pathLst>
            </a:custGeom>
            <a:ln w="3175">
              <a:solidFill>
                <a:srgbClr val="237A94"/>
              </a:solidFill>
            </a:ln>
          </p:spPr>
          <p:txBody>
            <a:bodyPr wrap="square" lIns="0" tIns="0" rIns="0" bIns="0" rtlCol="0"/>
            <a:lstStyle/>
            <a:p>
              <a:endParaRPr sz="2400"/>
            </a:p>
          </p:txBody>
        </p:sp>
        <p:sp>
          <p:nvSpPr>
            <p:cNvPr id="109" name="object 109"/>
            <p:cNvSpPr/>
            <p:nvPr/>
          </p:nvSpPr>
          <p:spPr>
            <a:xfrm>
              <a:off x="7363353" y="3149624"/>
              <a:ext cx="91440" cy="217804"/>
            </a:xfrm>
            <a:custGeom>
              <a:avLst/>
              <a:gdLst/>
              <a:ahLst/>
              <a:cxnLst/>
              <a:rect l="l" t="t" r="r" b="b"/>
              <a:pathLst>
                <a:path w="91440" h="217804">
                  <a:moveTo>
                    <a:pt x="90899" y="217799"/>
                  </a:moveTo>
                  <a:lnTo>
                    <a:pt x="0" y="217799"/>
                  </a:lnTo>
                  <a:lnTo>
                    <a:pt x="0" y="0"/>
                  </a:lnTo>
                  <a:lnTo>
                    <a:pt x="90899" y="0"/>
                  </a:lnTo>
                  <a:lnTo>
                    <a:pt x="90899" y="217799"/>
                  </a:lnTo>
                  <a:close/>
                </a:path>
              </a:pathLst>
            </a:custGeom>
            <a:solidFill>
              <a:srgbClr val="DAF7FF"/>
            </a:solidFill>
          </p:spPr>
          <p:txBody>
            <a:bodyPr wrap="square" lIns="0" tIns="0" rIns="0" bIns="0" rtlCol="0"/>
            <a:lstStyle/>
            <a:p>
              <a:endParaRPr sz="2400"/>
            </a:p>
          </p:txBody>
        </p:sp>
        <p:sp>
          <p:nvSpPr>
            <p:cNvPr id="110" name="object 110"/>
            <p:cNvSpPr/>
            <p:nvPr/>
          </p:nvSpPr>
          <p:spPr>
            <a:xfrm>
              <a:off x="7363353" y="3149624"/>
              <a:ext cx="91440" cy="217804"/>
            </a:xfrm>
            <a:custGeom>
              <a:avLst/>
              <a:gdLst/>
              <a:ahLst/>
              <a:cxnLst/>
              <a:rect l="l" t="t" r="r" b="b"/>
              <a:pathLst>
                <a:path w="91440" h="217804">
                  <a:moveTo>
                    <a:pt x="0" y="0"/>
                  </a:moveTo>
                  <a:lnTo>
                    <a:pt x="90899" y="0"/>
                  </a:lnTo>
                  <a:lnTo>
                    <a:pt x="90899" y="217799"/>
                  </a:lnTo>
                  <a:lnTo>
                    <a:pt x="0" y="217799"/>
                  </a:lnTo>
                  <a:lnTo>
                    <a:pt x="0" y="0"/>
                  </a:lnTo>
                  <a:close/>
                </a:path>
              </a:pathLst>
            </a:custGeom>
            <a:ln w="3175">
              <a:solidFill>
                <a:srgbClr val="237A94"/>
              </a:solidFill>
            </a:ln>
          </p:spPr>
          <p:txBody>
            <a:bodyPr wrap="square" lIns="0" tIns="0" rIns="0" bIns="0" rtlCol="0"/>
            <a:lstStyle/>
            <a:p>
              <a:endParaRPr sz="2400"/>
            </a:p>
          </p:txBody>
        </p:sp>
        <p:sp>
          <p:nvSpPr>
            <p:cNvPr id="111" name="object 111"/>
            <p:cNvSpPr/>
            <p:nvPr/>
          </p:nvSpPr>
          <p:spPr>
            <a:xfrm>
              <a:off x="7314874" y="3368625"/>
              <a:ext cx="514984" cy="1270"/>
            </a:xfrm>
            <a:custGeom>
              <a:avLst/>
              <a:gdLst/>
              <a:ahLst/>
              <a:cxnLst/>
              <a:rect l="l" t="t" r="r" b="b"/>
              <a:pathLst>
                <a:path w="514984" h="1270">
                  <a:moveTo>
                    <a:pt x="0" y="899"/>
                  </a:moveTo>
                  <a:lnTo>
                    <a:pt x="514499" y="0"/>
                  </a:lnTo>
                </a:path>
              </a:pathLst>
            </a:custGeom>
            <a:ln w="3175">
              <a:solidFill>
                <a:srgbClr val="4285F4"/>
              </a:solidFill>
            </a:ln>
          </p:spPr>
          <p:txBody>
            <a:bodyPr wrap="square" lIns="0" tIns="0" rIns="0" bIns="0" rtlCol="0"/>
            <a:lstStyle/>
            <a:p>
              <a:endParaRPr sz="2400"/>
            </a:p>
          </p:txBody>
        </p:sp>
      </p:grpSp>
      <p:grpSp>
        <p:nvGrpSpPr>
          <p:cNvPr id="112" name="object 112"/>
          <p:cNvGrpSpPr/>
          <p:nvPr/>
        </p:nvGrpSpPr>
        <p:grpSpPr>
          <a:xfrm>
            <a:off x="951401" y="3616098"/>
            <a:ext cx="688340" cy="280247"/>
            <a:chOff x="713550" y="2712073"/>
            <a:chExt cx="516255" cy="210185"/>
          </a:xfrm>
        </p:grpSpPr>
        <p:sp>
          <p:nvSpPr>
            <p:cNvPr id="113" name="object 113"/>
            <p:cNvSpPr/>
            <p:nvPr/>
          </p:nvSpPr>
          <p:spPr>
            <a:xfrm>
              <a:off x="1103937" y="2891569"/>
              <a:ext cx="91440" cy="27940"/>
            </a:xfrm>
            <a:custGeom>
              <a:avLst/>
              <a:gdLst/>
              <a:ahLst/>
              <a:cxnLst/>
              <a:rect l="l" t="t" r="r" b="b"/>
              <a:pathLst>
                <a:path w="91440" h="27939">
                  <a:moveTo>
                    <a:pt x="90899" y="27599"/>
                  </a:moveTo>
                  <a:lnTo>
                    <a:pt x="0" y="27599"/>
                  </a:lnTo>
                  <a:lnTo>
                    <a:pt x="0" y="0"/>
                  </a:lnTo>
                  <a:lnTo>
                    <a:pt x="90899" y="0"/>
                  </a:lnTo>
                  <a:lnTo>
                    <a:pt x="90899" y="27599"/>
                  </a:lnTo>
                  <a:close/>
                </a:path>
              </a:pathLst>
            </a:custGeom>
            <a:solidFill>
              <a:srgbClr val="E3C1E1"/>
            </a:solidFill>
          </p:spPr>
          <p:txBody>
            <a:bodyPr wrap="square" lIns="0" tIns="0" rIns="0" bIns="0" rtlCol="0"/>
            <a:lstStyle/>
            <a:p>
              <a:endParaRPr sz="2400"/>
            </a:p>
          </p:txBody>
        </p:sp>
        <p:sp>
          <p:nvSpPr>
            <p:cNvPr id="114" name="object 114"/>
            <p:cNvSpPr/>
            <p:nvPr/>
          </p:nvSpPr>
          <p:spPr>
            <a:xfrm>
              <a:off x="1103937" y="2891569"/>
              <a:ext cx="91440" cy="27940"/>
            </a:xfrm>
            <a:custGeom>
              <a:avLst/>
              <a:gdLst/>
              <a:ahLst/>
              <a:cxnLst/>
              <a:rect l="l" t="t" r="r" b="b"/>
              <a:pathLst>
                <a:path w="91440" h="27939">
                  <a:moveTo>
                    <a:pt x="0" y="0"/>
                  </a:moveTo>
                  <a:lnTo>
                    <a:pt x="90899" y="0"/>
                  </a:lnTo>
                  <a:lnTo>
                    <a:pt x="90899" y="27599"/>
                  </a:lnTo>
                  <a:lnTo>
                    <a:pt x="0" y="27599"/>
                  </a:lnTo>
                  <a:lnTo>
                    <a:pt x="0" y="0"/>
                  </a:lnTo>
                  <a:close/>
                </a:path>
              </a:pathLst>
            </a:custGeom>
            <a:ln w="3175">
              <a:solidFill>
                <a:srgbClr val="965AC8"/>
              </a:solidFill>
            </a:ln>
          </p:spPr>
          <p:txBody>
            <a:bodyPr wrap="square" lIns="0" tIns="0" rIns="0" bIns="0" rtlCol="0"/>
            <a:lstStyle/>
            <a:p>
              <a:endParaRPr sz="2400"/>
            </a:p>
          </p:txBody>
        </p:sp>
        <p:sp>
          <p:nvSpPr>
            <p:cNvPr id="115" name="object 115"/>
            <p:cNvSpPr/>
            <p:nvPr/>
          </p:nvSpPr>
          <p:spPr>
            <a:xfrm>
              <a:off x="876499" y="2797735"/>
              <a:ext cx="91440" cy="120650"/>
            </a:xfrm>
            <a:custGeom>
              <a:avLst/>
              <a:gdLst/>
              <a:ahLst/>
              <a:cxnLst/>
              <a:rect l="l" t="t" r="r" b="b"/>
              <a:pathLst>
                <a:path w="91440" h="120650">
                  <a:moveTo>
                    <a:pt x="90899" y="120599"/>
                  </a:moveTo>
                  <a:lnTo>
                    <a:pt x="0" y="120599"/>
                  </a:lnTo>
                  <a:lnTo>
                    <a:pt x="0" y="0"/>
                  </a:lnTo>
                  <a:lnTo>
                    <a:pt x="90899" y="0"/>
                  </a:lnTo>
                  <a:lnTo>
                    <a:pt x="90899" y="120599"/>
                  </a:lnTo>
                  <a:close/>
                </a:path>
              </a:pathLst>
            </a:custGeom>
            <a:solidFill>
              <a:srgbClr val="E3C1E1"/>
            </a:solidFill>
          </p:spPr>
          <p:txBody>
            <a:bodyPr wrap="square" lIns="0" tIns="0" rIns="0" bIns="0" rtlCol="0"/>
            <a:lstStyle/>
            <a:p>
              <a:endParaRPr sz="2400"/>
            </a:p>
          </p:txBody>
        </p:sp>
        <p:sp>
          <p:nvSpPr>
            <p:cNvPr id="116" name="object 116"/>
            <p:cNvSpPr/>
            <p:nvPr/>
          </p:nvSpPr>
          <p:spPr>
            <a:xfrm>
              <a:off x="876499" y="2797735"/>
              <a:ext cx="91440" cy="120650"/>
            </a:xfrm>
            <a:custGeom>
              <a:avLst/>
              <a:gdLst/>
              <a:ahLst/>
              <a:cxnLst/>
              <a:rect l="l" t="t" r="r" b="b"/>
              <a:pathLst>
                <a:path w="91440" h="120650">
                  <a:moveTo>
                    <a:pt x="0" y="0"/>
                  </a:moveTo>
                  <a:lnTo>
                    <a:pt x="90899" y="0"/>
                  </a:lnTo>
                  <a:lnTo>
                    <a:pt x="90899" y="120599"/>
                  </a:lnTo>
                  <a:lnTo>
                    <a:pt x="0" y="120599"/>
                  </a:lnTo>
                  <a:lnTo>
                    <a:pt x="0" y="0"/>
                  </a:lnTo>
                  <a:close/>
                </a:path>
              </a:pathLst>
            </a:custGeom>
            <a:ln w="3175">
              <a:solidFill>
                <a:srgbClr val="965AC8"/>
              </a:solidFill>
            </a:ln>
          </p:spPr>
          <p:txBody>
            <a:bodyPr wrap="square" lIns="0" tIns="0" rIns="0" bIns="0" rtlCol="0"/>
            <a:lstStyle/>
            <a:p>
              <a:endParaRPr sz="2400"/>
            </a:p>
          </p:txBody>
        </p:sp>
        <p:sp>
          <p:nvSpPr>
            <p:cNvPr id="117" name="object 117"/>
            <p:cNvSpPr/>
            <p:nvPr/>
          </p:nvSpPr>
          <p:spPr>
            <a:xfrm>
              <a:off x="990224" y="2868612"/>
              <a:ext cx="91440" cy="50165"/>
            </a:xfrm>
            <a:custGeom>
              <a:avLst/>
              <a:gdLst/>
              <a:ahLst/>
              <a:cxnLst/>
              <a:rect l="l" t="t" r="r" b="b"/>
              <a:pathLst>
                <a:path w="91440" h="50164">
                  <a:moveTo>
                    <a:pt x="90899" y="49799"/>
                  </a:moveTo>
                  <a:lnTo>
                    <a:pt x="0" y="49799"/>
                  </a:lnTo>
                  <a:lnTo>
                    <a:pt x="0" y="0"/>
                  </a:lnTo>
                  <a:lnTo>
                    <a:pt x="90899" y="0"/>
                  </a:lnTo>
                  <a:lnTo>
                    <a:pt x="90899" y="49799"/>
                  </a:lnTo>
                  <a:close/>
                </a:path>
              </a:pathLst>
            </a:custGeom>
            <a:solidFill>
              <a:srgbClr val="E3C1E1"/>
            </a:solidFill>
          </p:spPr>
          <p:txBody>
            <a:bodyPr wrap="square" lIns="0" tIns="0" rIns="0" bIns="0" rtlCol="0"/>
            <a:lstStyle/>
            <a:p>
              <a:endParaRPr sz="2400"/>
            </a:p>
          </p:txBody>
        </p:sp>
        <p:sp>
          <p:nvSpPr>
            <p:cNvPr id="118" name="object 118"/>
            <p:cNvSpPr/>
            <p:nvPr/>
          </p:nvSpPr>
          <p:spPr>
            <a:xfrm>
              <a:off x="990224" y="2868612"/>
              <a:ext cx="91440" cy="50165"/>
            </a:xfrm>
            <a:custGeom>
              <a:avLst/>
              <a:gdLst/>
              <a:ahLst/>
              <a:cxnLst/>
              <a:rect l="l" t="t" r="r" b="b"/>
              <a:pathLst>
                <a:path w="91440" h="50164">
                  <a:moveTo>
                    <a:pt x="0" y="0"/>
                  </a:moveTo>
                  <a:lnTo>
                    <a:pt x="90899" y="0"/>
                  </a:lnTo>
                  <a:lnTo>
                    <a:pt x="90899" y="49799"/>
                  </a:lnTo>
                  <a:lnTo>
                    <a:pt x="0" y="49799"/>
                  </a:lnTo>
                  <a:lnTo>
                    <a:pt x="0" y="0"/>
                  </a:lnTo>
                  <a:close/>
                </a:path>
              </a:pathLst>
            </a:custGeom>
            <a:ln w="3175">
              <a:solidFill>
                <a:srgbClr val="965AC8"/>
              </a:solidFill>
            </a:ln>
          </p:spPr>
          <p:txBody>
            <a:bodyPr wrap="square" lIns="0" tIns="0" rIns="0" bIns="0" rtlCol="0"/>
            <a:lstStyle/>
            <a:p>
              <a:endParaRPr sz="2400"/>
            </a:p>
          </p:txBody>
        </p:sp>
        <p:sp>
          <p:nvSpPr>
            <p:cNvPr id="119" name="object 119"/>
            <p:cNvSpPr/>
            <p:nvPr/>
          </p:nvSpPr>
          <p:spPr>
            <a:xfrm>
              <a:off x="762775" y="2713585"/>
              <a:ext cx="91440" cy="206375"/>
            </a:xfrm>
            <a:custGeom>
              <a:avLst/>
              <a:gdLst/>
              <a:ahLst/>
              <a:cxnLst/>
              <a:rect l="l" t="t" r="r" b="b"/>
              <a:pathLst>
                <a:path w="91440" h="206375">
                  <a:moveTo>
                    <a:pt x="90899" y="205799"/>
                  </a:moveTo>
                  <a:lnTo>
                    <a:pt x="0" y="205799"/>
                  </a:lnTo>
                  <a:lnTo>
                    <a:pt x="0" y="0"/>
                  </a:lnTo>
                  <a:lnTo>
                    <a:pt x="90899" y="0"/>
                  </a:lnTo>
                  <a:lnTo>
                    <a:pt x="90899" y="205799"/>
                  </a:lnTo>
                  <a:close/>
                </a:path>
              </a:pathLst>
            </a:custGeom>
            <a:solidFill>
              <a:srgbClr val="E3C1E1"/>
            </a:solidFill>
          </p:spPr>
          <p:txBody>
            <a:bodyPr wrap="square" lIns="0" tIns="0" rIns="0" bIns="0" rtlCol="0"/>
            <a:lstStyle/>
            <a:p>
              <a:endParaRPr sz="2400"/>
            </a:p>
          </p:txBody>
        </p:sp>
        <p:sp>
          <p:nvSpPr>
            <p:cNvPr id="120" name="object 120"/>
            <p:cNvSpPr/>
            <p:nvPr/>
          </p:nvSpPr>
          <p:spPr>
            <a:xfrm>
              <a:off x="762775" y="2713585"/>
              <a:ext cx="91440" cy="206375"/>
            </a:xfrm>
            <a:custGeom>
              <a:avLst/>
              <a:gdLst/>
              <a:ahLst/>
              <a:cxnLst/>
              <a:rect l="l" t="t" r="r" b="b"/>
              <a:pathLst>
                <a:path w="91440" h="206375">
                  <a:moveTo>
                    <a:pt x="0" y="0"/>
                  </a:moveTo>
                  <a:lnTo>
                    <a:pt x="90899" y="0"/>
                  </a:lnTo>
                  <a:lnTo>
                    <a:pt x="90899" y="205799"/>
                  </a:lnTo>
                  <a:lnTo>
                    <a:pt x="0" y="205799"/>
                  </a:lnTo>
                  <a:lnTo>
                    <a:pt x="0" y="0"/>
                  </a:lnTo>
                  <a:close/>
                </a:path>
              </a:pathLst>
            </a:custGeom>
            <a:ln w="3175">
              <a:solidFill>
                <a:srgbClr val="965AC8"/>
              </a:solidFill>
            </a:ln>
          </p:spPr>
          <p:txBody>
            <a:bodyPr wrap="square" lIns="0" tIns="0" rIns="0" bIns="0" rtlCol="0"/>
            <a:lstStyle/>
            <a:p>
              <a:endParaRPr sz="2400"/>
            </a:p>
          </p:txBody>
        </p:sp>
        <p:sp>
          <p:nvSpPr>
            <p:cNvPr id="121" name="object 121"/>
            <p:cNvSpPr/>
            <p:nvPr/>
          </p:nvSpPr>
          <p:spPr>
            <a:xfrm>
              <a:off x="714300" y="2920610"/>
              <a:ext cx="514984" cy="1270"/>
            </a:xfrm>
            <a:custGeom>
              <a:avLst/>
              <a:gdLst/>
              <a:ahLst/>
              <a:cxnLst/>
              <a:rect l="l" t="t" r="r" b="b"/>
              <a:pathLst>
                <a:path w="514984" h="1269">
                  <a:moveTo>
                    <a:pt x="0" y="899"/>
                  </a:moveTo>
                  <a:lnTo>
                    <a:pt x="514499" y="0"/>
                  </a:lnTo>
                </a:path>
              </a:pathLst>
            </a:custGeom>
            <a:ln w="3175">
              <a:solidFill>
                <a:srgbClr val="4285F4"/>
              </a:solidFill>
            </a:ln>
          </p:spPr>
          <p:txBody>
            <a:bodyPr wrap="square" lIns="0" tIns="0" rIns="0" bIns="0" rtlCol="0"/>
            <a:lstStyle/>
            <a:p>
              <a:endParaRPr sz="2400"/>
            </a:p>
          </p:txBody>
        </p:sp>
      </p:grpSp>
      <p:grpSp>
        <p:nvGrpSpPr>
          <p:cNvPr id="122" name="object 122"/>
          <p:cNvGrpSpPr/>
          <p:nvPr/>
        </p:nvGrpSpPr>
        <p:grpSpPr>
          <a:xfrm>
            <a:off x="1740133" y="3574431"/>
            <a:ext cx="2173393" cy="322580"/>
            <a:chOff x="1305099" y="2680823"/>
            <a:chExt cx="1630045" cy="241935"/>
          </a:xfrm>
        </p:grpSpPr>
        <p:sp>
          <p:nvSpPr>
            <p:cNvPr id="123" name="object 123"/>
            <p:cNvSpPr/>
            <p:nvPr/>
          </p:nvSpPr>
          <p:spPr>
            <a:xfrm>
              <a:off x="1695487" y="2891569"/>
              <a:ext cx="91440" cy="27940"/>
            </a:xfrm>
            <a:custGeom>
              <a:avLst/>
              <a:gdLst/>
              <a:ahLst/>
              <a:cxnLst/>
              <a:rect l="l" t="t" r="r" b="b"/>
              <a:pathLst>
                <a:path w="91439" h="27939">
                  <a:moveTo>
                    <a:pt x="90899" y="27599"/>
                  </a:moveTo>
                  <a:lnTo>
                    <a:pt x="0" y="27599"/>
                  </a:lnTo>
                  <a:lnTo>
                    <a:pt x="0" y="0"/>
                  </a:lnTo>
                  <a:lnTo>
                    <a:pt x="90899" y="0"/>
                  </a:lnTo>
                  <a:lnTo>
                    <a:pt x="90899" y="27599"/>
                  </a:lnTo>
                  <a:close/>
                </a:path>
              </a:pathLst>
            </a:custGeom>
            <a:solidFill>
              <a:srgbClr val="E3C1E1"/>
            </a:solidFill>
          </p:spPr>
          <p:txBody>
            <a:bodyPr wrap="square" lIns="0" tIns="0" rIns="0" bIns="0" rtlCol="0"/>
            <a:lstStyle/>
            <a:p>
              <a:endParaRPr sz="2400"/>
            </a:p>
          </p:txBody>
        </p:sp>
        <p:sp>
          <p:nvSpPr>
            <p:cNvPr id="124" name="object 124"/>
            <p:cNvSpPr/>
            <p:nvPr/>
          </p:nvSpPr>
          <p:spPr>
            <a:xfrm>
              <a:off x="1695487" y="2891569"/>
              <a:ext cx="91440" cy="27940"/>
            </a:xfrm>
            <a:custGeom>
              <a:avLst/>
              <a:gdLst/>
              <a:ahLst/>
              <a:cxnLst/>
              <a:rect l="l" t="t" r="r" b="b"/>
              <a:pathLst>
                <a:path w="91439" h="27939">
                  <a:moveTo>
                    <a:pt x="0" y="0"/>
                  </a:moveTo>
                  <a:lnTo>
                    <a:pt x="90899" y="0"/>
                  </a:lnTo>
                  <a:lnTo>
                    <a:pt x="90899" y="27599"/>
                  </a:lnTo>
                  <a:lnTo>
                    <a:pt x="0" y="27599"/>
                  </a:lnTo>
                  <a:lnTo>
                    <a:pt x="0" y="0"/>
                  </a:lnTo>
                  <a:close/>
                </a:path>
              </a:pathLst>
            </a:custGeom>
            <a:ln w="3175">
              <a:solidFill>
                <a:srgbClr val="965AC8"/>
              </a:solidFill>
            </a:ln>
          </p:spPr>
          <p:txBody>
            <a:bodyPr wrap="square" lIns="0" tIns="0" rIns="0" bIns="0" rtlCol="0"/>
            <a:lstStyle/>
            <a:p>
              <a:endParaRPr sz="2400"/>
            </a:p>
          </p:txBody>
        </p:sp>
        <p:sp>
          <p:nvSpPr>
            <p:cNvPr id="125" name="object 125"/>
            <p:cNvSpPr/>
            <p:nvPr/>
          </p:nvSpPr>
          <p:spPr>
            <a:xfrm>
              <a:off x="1468049" y="2797735"/>
              <a:ext cx="91440" cy="120650"/>
            </a:xfrm>
            <a:custGeom>
              <a:avLst/>
              <a:gdLst/>
              <a:ahLst/>
              <a:cxnLst/>
              <a:rect l="l" t="t" r="r" b="b"/>
              <a:pathLst>
                <a:path w="91440" h="120650">
                  <a:moveTo>
                    <a:pt x="90899" y="120599"/>
                  </a:moveTo>
                  <a:lnTo>
                    <a:pt x="0" y="120599"/>
                  </a:lnTo>
                  <a:lnTo>
                    <a:pt x="0" y="0"/>
                  </a:lnTo>
                  <a:lnTo>
                    <a:pt x="90899" y="0"/>
                  </a:lnTo>
                  <a:lnTo>
                    <a:pt x="90899" y="120599"/>
                  </a:lnTo>
                  <a:close/>
                </a:path>
              </a:pathLst>
            </a:custGeom>
            <a:solidFill>
              <a:srgbClr val="E3C1E1"/>
            </a:solidFill>
          </p:spPr>
          <p:txBody>
            <a:bodyPr wrap="square" lIns="0" tIns="0" rIns="0" bIns="0" rtlCol="0"/>
            <a:lstStyle/>
            <a:p>
              <a:endParaRPr sz="2400"/>
            </a:p>
          </p:txBody>
        </p:sp>
        <p:sp>
          <p:nvSpPr>
            <p:cNvPr id="126" name="object 126"/>
            <p:cNvSpPr/>
            <p:nvPr/>
          </p:nvSpPr>
          <p:spPr>
            <a:xfrm>
              <a:off x="1468049" y="2797735"/>
              <a:ext cx="91440" cy="120650"/>
            </a:xfrm>
            <a:custGeom>
              <a:avLst/>
              <a:gdLst/>
              <a:ahLst/>
              <a:cxnLst/>
              <a:rect l="l" t="t" r="r" b="b"/>
              <a:pathLst>
                <a:path w="91440" h="120650">
                  <a:moveTo>
                    <a:pt x="0" y="0"/>
                  </a:moveTo>
                  <a:lnTo>
                    <a:pt x="90899" y="0"/>
                  </a:lnTo>
                  <a:lnTo>
                    <a:pt x="90899" y="120599"/>
                  </a:lnTo>
                  <a:lnTo>
                    <a:pt x="0" y="120599"/>
                  </a:lnTo>
                  <a:lnTo>
                    <a:pt x="0" y="0"/>
                  </a:lnTo>
                  <a:close/>
                </a:path>
              </a:pathLst>
            </a:custGeom>
            <a:ln w="3175">
              <a:solidFill>
                <a:srgbClr val="965AC8"/>
              </a:solidFill>
            </a:ln>
          </p:spPr>
          <p:txBody>
            <a:bodyPr wrap="square" lIns="0" tIns="0" rIns="0" bIns="0" rtlCol="0"/>
            <a:lstStyle/>
            <a:p>
              <a:endParaRPr sz="2400"/>
            </a:p>
          </p:txBody>
        </p:sp>
        <p:sp>
          <p:nvSpPr>
            <p:cNvPr id="127" name="object 127"/>
            <p:cNvSpPr/>
            <p:nvPr/>
          </p:nvSpPr>
          <p:spPr>
            <a:xfrm>
              <a:off x="1581774" y="2868612"/>
              <a:ext cx="91440" cy="50165"/>
            </a:xfrm>
            <a:custGeom>
              <a:avLst/>
              <a:gdLst/>
              <a:ahLst/>
              <a:cxnLst/>
              <a:rect l="l" t="t" r="r" b="b"/>
              <a:pathLst>
                <a:path w="91439" h="50164">
                  <a:moveTo>
                    <a:pt x="90899" y="49799"/>
                  </a:moveTo>
                  <a:lnTo>
                    <a:pt x="0" y="49799"/>
                  </a:lnTo>
                  <a:lnTo>
                    <a:pt x="0" y="0"/>
                  </a:lnTo>
                  <a:lnTo>
                    <a:pt x="90899" y="0"/>
                  </a:lnTo>
                  <a:lnTo>
                    <a:pt x="90899" y="49799"/>
                  </a:lnTo>
                  <a:close/>
                </a:path>
              </a:pathLst>
            </a:custGeom>
            <a:solidFill>
              <a:srgbClr val="E3C1E1"/>
            </a:solidFill>
          </p:spPr>
          <p:txBody>
            <a:bodyPr wrap="square" lIns="0" tIns="0" rIns="0" bIns="0" rtlCol="0"/>
            <a:lstStyle/>
            <a:p>
              <a:endParaRPr sz="2400"/>
            </a:p>
          </p:txBody>
        </p:sp>
        <p:sp>
          <p:nvSpPr>
            <p:cNvPr id="128" name="object 128"/>
            <p:cNvSpPr/>
            <p:nvPr/>
          </p:nvSpPr>
          <p:spPr>
            <a:xfrm>
              <a:off x="1581774" y="2868612"/>
              <a:ext cx="91440" cy="50165"/>
            </a:xfrm>
            <a:custGeom>
              <a:avLst/>
              <a:gdLst/>
              <a:ahLst/>
              <a:cxnLst/>
              <a:rect l="l" t="t" r="r" b="b"/>
              <a:pathLst>
                <a:path w="91439" h="50164">
                  <a:moveTo>
                    <a:pt x="0" y="0"/>
                  </a:moveTo>
                  <a:lnTo>
                    <a:pt x="90899" y="0"/>
                  </a:lnTo>
                  <a:lnTo>
                    <a:pt x="90899" y="49799"/>
                  </a:lnTo>
                  <a:lnTo>
                    <a:pt x="0" y="49799"/>
                  </a:lnTo>
                  <a:lnTo>
                    <a:pt x="0" y="0"/>
                  </a:lnTo>
                  <a:close/>
                </a:path>
              </a:pathLst>
            </a:custGeom>
            <a:ln w="3175">
              <a:solidFill>
                <a:srgbClr val="965AC8"/>
              </a:solidFill>
            </a:ln>
          </p:spPr>
          <p:txBody>
            <a:bodyPr wrap="square" lIns="0" tIns="0" rIns="0" bIns="0" rtlCol="0"/>
            <a:lstStyle/>
            <a:p>
              <a:endParaRPr sz="2400"/>
            </a:p>
          </p:txBody>
        </p:sp>
        <p:sp>
          <p:nvSpPr>
            <p:cNvPr id="129" name="object 129"/>
            <p:cNvSpPr/>
            <p:nvPr/>
          </p:nvSpPr>
          <p:spPr>
            <a:xfrm>
              <a:off x="1354324" y="2682335"/>
              <a:ext cx="91440" cy="237490"/>
            </a:xfrm>
            <a:custGeom>
              <a:avLst/>
              <a:gdLst/>
              <a:ahLst/>
              <a:cxnLst/>
              <a:rect l="l" t="t" r="r" b="b"/>
              <a:pathLst>
                <a:path w="91440" h="237489">
                  <a:moveTo>
                    <a:pt x="90899" y="236999"/>
                  </a:moveTo>
                  <a:lnTo>
                    <a:pt x="0" y="236999"/>
                  </a:lnTo>
                  <a:lnTo>
                    <a:pt x="0" y="0"/>
                  </a:lnTo>
                  <a:lnTo>
                    <a:pt x="90899" y="0"/>
                  </a:lnTo>
                  <a:lnTo>
                    <a:pt x="90899" y="236999"/>
                  </a:lnTo>
                  <a:close/>
                </a:path>
              </a:pathLst>
            </a:custGeom>
            <a:solidFill>
              <a:srgbClr val="E3C1E1"/>
            </a:solidFill>
          </p:spPr>
          <p:txBody>
            <a:bodyPr wrap="square" lIns="0" tIns="0" rIns="0" bIns="0" rtlCol="0"/>
            <a:lstStyle/>
            <a:p>
              <a:endParaRPr sz="2400"/>
            </a:p>
          </p:txBody>
        </p:sp>
        <p:sp>
          <p:nvSpPr>
            <p:cNvPr id="130" name="object 130"/>
            <p:cNvSpPr/>
            <p:nvPr/>
          </p:nvSpPr>
          <p:spPr>
            <a:xfrm>
              <a:off x="1354324" y="2682335"/>
              <a:ext cx="91440" cy="237490"/>
            </a:xfrm>
            <a:custGeom>
              <a:avLst/>
              <a:gdLst/>
              <a:ahLst/>
              <a:cxnLst/>
              <a:rect l="l" t="t" r="r" b="b"/>
              <a:pathLst>
                <a:path w="91440" h="237489">
                  <a:moveTo>
                    <a:pt x="0" y="0"/>
                  </a:moveTo>
                  <a:lnTo>
                    <a:pt x="90899" y="0"/>
                  </a:lnTo>
                  <a:lnTo>
                    <a:pt x="90899" y="236999"/>
                  </a:lnTo>
                  <a:lnTo>
                    <a:pt x="0" y="236999"/>
                  </a:lnTo>
                  <a:lnTo>
                    <a:pt x="0" y="0"/>
                  </a:lnTo>
                  <a:close/>
                </a:path>
              </a:pathLst>
            </a:custGeom>
            <a:ln w="3175">
              <a:solidFill>
                <a:srgbClr val="965AC8"/>
              </a:solidFill>
            </a:ln>
          </p:spPr>
          <p:txBody>
            <a:bodyPr wrap="square" lIns="0" tIns="0" rIns="0" bIns="0" rtlCol="0"/>
            <a:lstStyle/>
            <a:p>
              <a:endParaRPr sz="2400"/>
            </a:p>
          </p:txBody>
        </p:sp>
        <p:sp>
          <p:nvSpPr>
            <p:cNvPr id="131" name="object 131"/>
            <p:cNvSpPr/>
            <p:nvPr/>
          </p:nvSpPr>
          <p:spPr>
            <a:xfrm>
              <a:off x="1305849" y="2920610"/>
              <a:ext cx="514984" cy="1270"/>
            </a:xfrm>
            <a:custGeom>
              <a:avLst/>
              <a:gdLst/>
              <a:ahLst/>
              <a:cxnLst/>
              <a:rect l="l" t="t" r="r" b="b"/>
              <a:pathLst>
                <a:path w="514985" h="1269">
                  <a:moveTo>
                    <a:pt x="0" y="899"/>
                  </a:moveTo>
                  <a:lnTo>
                    <a:pt x="514499" y="0"/>
                  </a:lnTo>
                </a:path>
              </a:pathLst>
            </a:custGeom>
            <a:ln w="3175">
              <a:solidFill>
                <a:srgbClr val="4285F4"/>
              </a:solidFill>
            </a:ln>
          </p:spPr>
          <p:txBody>
            <a:bodyPr wrap="square" lIns="0" tIns="0" rIns="0" bIns="0" rtlCol="0"/>
            <a:lstStyle/>
            <a:p>
              <a:endParaRPr sz="2400"/>
            </a:p>
          </p:txBody>
        </p:sp>
        <p:sp>
          <p:nvSpPr>
            <p:cNvPr id="132" name="object 132"/>
            <p:cNvSpPr/>
            <p:nvPr/>
          </p:nvSpPr>
          <p:spPr>
            <a:xfrm>
              <a:off x="2252437" y="2891569"/>
              <a:ext cx="91440" cy="27940"/>
            </a:xfrm>
            <a:custGeom>
              <a:avLst/>
              <a:gdLst/>
              <a:ahLst/>
              <a:cxnLst/>
              <a:rect l="l" t="t" r="r" b="b"/>
              <a:pathLst>
                <a:path w="91439" h="27939">
                  <a:moveTo>
                    <a:pt x="90899" y="27599"/>
                  </a:moveTo>
                  <a:lnTo>
                    <a:pt x="0" y="27599"/>
                  </a:lnTo>
                  <a:lnTo>
                    <a:pt x="0" y="0"/>
                  </a:lnTo>
                  <a:lnTo>
                    <a:pt x="90899" y="0"/>
                  </a:lnTo>
                  <a:lnTo>
                    <a:pt x="90899" y="27599"/>
                  </a:lnTo>
                  <a:close/>
                </a:path>
              </a:pathLst>
            </a:custGeom>
            <a:solidFill>
              <a:srgbClr val="E3C1E1"/>
            </a:solidFill>
          </p:spPr>
          <p:txBody>
            <a:bodyPr wrap="square" lIns="0" tIns="0" rIns="0" bIns="0" rtlCol="0"/>
            <a:lstStyle/>
            <a:p>
              <a:endParaRPr sz="2400"/>
            </a:p>
          </p:txBody>
        </p:sp>
        <p:sp>
          <p:nvSpPr>
            <p:cNvPr id="133" name="object 133"/>
            <p:cNvSpPr/>
            <p:nvPr/>
          </p:nvSpPr>
          <p:spPr>
            <a:xfrm>
              <a:off x="2252437" y="2891569"/>
              <a:ext cx="91440" cy="27940"/>
            </a:xfrm>
            <a:custGeom>
              <a:avLst/>
              <a:gdLst/>
              <a:ahLst/>
              <a:cxnLst/>
              <a:rect l="l" t="t" r="r" b="b"/>
              <a:pathLst>
                <a:path w="91439" h="27939">
                  <a:moveTo>
                    <a:pt x="0" y="0"/>
                  </a:moveTo>
                  <a:lnTo>
                    <a:pt x="90899" y="0"/>
                  </a:lnTo>
                  <a:lnTo>
                    <a:pt x="90899" y="27599"/>
                  </a:lnTo>
                  <a:lnTo>
                    <a:pt x="0" y="27599"/>
                  </a:lnTo>
                  <a:lnTo>
                    <a:pt x="0" y="0"/>
                  </a:lnTo>
                  <a:close/>
                </a:path>
              </a:pathLst>
            </a:custGeom>
            <a:ln w="3175">
              <a:solidFill>
                <a:srgbClr val="965AC8"/>
              </a:solidFill>
            </a:ln>
          </p:spPr>
          <p:txBody>
            <a:bodyPr wrap="square" lIns="0" tIns="0" rIns="0" bIns="0" rtlCol="0"/>
            <a:lstStyle/>
            <a:p>
              <a:endParaRPr sz="2400"/>
            </a:p>
          </p:txBody>
        </p:sp>
        <p:sp>
          <p:nvSpPr>
            <p:cNvPr id="134" name="object 134"/>
            <p:cNvSpPr/>
            <p:nvPr/>
          </p:nvSpPr>
          <p:spPr>
            <a:xfrm>
              <a:off x="2024999" y="2766285"/>
              <a:ext cx="91440" cy="152400"/>
            </a:xfrm>
            <a:custGeom>
              <a:avLst/>
              <a:gdLst/>
              <a:ahLst/>
              <a:cxnLst/>
              <a:rect l="l" t="t" r="r" b="b"/>
              <a:pathLst>
                <a:path w="91439" h="152400">
                  <a:moveTo>
                    <a:pt x="90899" y="152099"/>
                  </a:moveTo>
                  <a:lnTo>
                    <a:pt x="0" y="152099"/>
                  </a:lnTo>
                  <a:lnTo>
                    <a:pt x="0" y="0"/>
                  </a:lnTo>
                  <a:lnTo>
                    <a:pt x="90899" y="0"/>
                  </a:lnTo>
                  <a:lnTo>
                    <a:pt x="90899" y="152099"/>
                  </a:lnTo>
                  <a:close/>
                </a:path>
              </a:pathLst>
            </a:custGeom>
            <a:solidFill>
              <a:srgbClr val="E3C1E1"/>
            </a:solidFill>
          </p:spPr>
          <p:txBody>
            <a:bodyPr wrap="square" lIns="0" tIns="0" rIns="0" bIns="0" rtlCol="0"/>
            <a:lstStyle/>
            <a:p>
              <a:endParaRPr sz="2400"/>
            </a:p>
          </p:txBody>
        </p:sp>
        <p:sp>
          <p:nvSpPr>
            <p:cNvPr id="135" name="object 135"/>
            <p:cNvSpPr/>
            <p:nvPr/>
          </p:nvSpPr>
          <p:spPr>
            <a:xfrm>
              <a:off x="2024999" y="2766285"/>
              <a:ext cx="91440" cy="152400"/>
            </a:xfrm>
            <a:custGeom>
              <a:avLst/>
              <a:gdLst/>
              <a:ahLst/>
              <a:cxnLst/>
              <a:rect l="l" t="t" r="r" b="b"/>
              <a:pathLst>
                <a:path w="91439" h="152400">
                  <a:moveTo>
                    <a:pt x="0" y="0"/>
                  </a:moveTo>
                  <a:lnTo>
                    <a:pt x="90899" y="0"/>
                  </a:lnTo>
                  <a:lnTo>
                    <a:pt x="90899" y="152099"/>
                  </a:lnTo>
                  <a:lnTo>
                    <a:pt x="0" y="152099"/>
                  </a:lnTo>
                  <a:lnTo>
                    <a:pt x="0" y="0"/>
                  </a:lnTo>
                  <a:close/>
                </a:path>
              </a:pathLst>
            </a:custGeom>
            <a:ln w="3175">
              <a:solidFill>
                <a:srgbClr val="965AC8"/>
              </a:solidFill>
            </a:ln>
          </p:spPr>
          <p:txBody>
            <a:bodyPr wrap="square" lIns="0" tIns="0" rIns="0" bIns="0" rtlCol="0"/>
            <a:lstStyle/>
            <a:p>
              <a:endParaRPr sz="2400"/>
            </a:p>
          </p:txBody>
        </p:sp>
        <p:sp>
          <p:nvSpPr>
            <p:cNvPr id="136" name="object 136"/>
            <p:cNvSpPr/>
            <p:nvPr/>
          </p:nvSpPr>
          <p:spPr>
            <a:xfrm>
              <a:off x="2138724" y="2853135"/>
              <a:ext cx="91440" cy="65405"/>
            </a:xfrm>
            <a:custGeom>
              <a:avLst/>
              <a:gdLst/>
              <a:ahLst/>
              <a:cxnLst/>
              <a:rect l="l" t="t" r="r" b="b"/>
              <a:pathLst>
                <a:path w="91439" h="65405">
                  <a:moveTo>
                    <a:pt x="90899" y="65399"/>
                  </a:moveTo>
                  <a:lnTo>
                    <a:pt x="0" y="65399"/>
                  </a:lnTo>
                  <a:lnTo>
                    <a:pt x="0" y="0"/>
                  </a:lnTo>
                  <a:lnTo>
                    <a:pt x="90899" y="0"/>
                  </a:lnTo>
                  <a:lnTo>
                    <a:pt x="90899" y="65399"/>
                  </a:lnTo>
                  <a:close/>
                </a:path>
              </a:pathLst>
            </a:custGeom>
            <a:solidFill>
              <a:srgbClr val="E3C1E1"/>
            </a:solidFill>
          </p:spPr>
          <p:txBody>
            <a:bodyPr wrap="square" lIns="0" tIns="0" rIns="0" bIns="0" rtlCol="0"/>
            <a:lstStyle/>
            <a:p>
              <a:endParaRPr sz="2400"/>
            </a:p>
          </p:txBody>
        </p:sp>
        <p:sp>
          <p:nvSpPr>
            <p:cNvPr id="137" name="object 137"/>
            <p:cNvSpPr/>
            <p:nvPr/>
          </p:nvSpPr>
          <p:spPr>
            <a:xfrm>
              <a:off x="2138724" y="2853135"/>
              <a:ext cx="91440" cy="65405"/>
            </a:xfrm>
            <a:custGeom>
              <a:avLst/>
              <a:gdLst/>
              <a:ahLst/>
              <a:cxnLst/>
              <a:rect l="l" t="t" r="r" b="b"/>
              <a:pathLst>
                <a:path w="91439" h="65405">
                  <a:moveTo>
                    <a:pt x="0" y="0"/>
                  </a:moveTo>
                  <a:lnTo>
                    <a:pt x="90899" y="0"/>
                  </a:lnTo>
                  <a:lnTo>
                    <a:pt x="90899" y="65399"/>
                  </a:lnTo>
                  <a:lnTo>
                    <a:pt x="0" y="65399"/>
                  </a:lnTo>
                  <a:lnTo>
                    <a:pt x="0" y="0"/>
                  </a:lnTo>
                  <a:close/>
                </a:path>
              </a:pathLst>
            </a:custGeom>
            <a:ln w="3175">
              <a:solidFill>
                <a:srgbClr val="965AC8"/>
              </a:solidFill>
            </a:ln>
          </p:spPr>
          <p:txBody>
            <a:bodyPr wrap="square" lIns="0" tIns="0" rIns="0" bIns="0" rtlCol="0"/>
            <a:lstStyle/>
            <a:p>
              <a:endParaRPr sz="2400"/>
            </a:p>
          </p:txBody>
        </p:sp>
        <p:sp>
          <p:nvSpPr>
            <p:cNvPr id="138" name="object 138"/>
            <p:cNvSpPr/>
            <p:nvPr/>
          </p:nvSpPr>
          <p:spPr>
            <a:xfrm>
              <a:off x="1911275" y="2713585"/>
              <a:ext cx="91440" cy="206375"/>
            </a:xfrm>
            <a:custGeom>
              <a:avLst/>
              <a:gdLst/>
              <a:ahLst/>
              <a:cxnLst/>
              <a:rect l="l" t="t" r="r" b="b"/>
              <a:pathLst>
                <a:path w="91439" h="206375">
                  <a:moveTo>
                    <a:pt x="90899" y="205799"/>
                  </a:moveTo>
                  <a:lnTo>
                    <a:pt x="0" y="205799"/>
                  </a:lnTo>
                  <a:lnTo>
                    <a:pt x="0" y="0"/>
                  </a:lnTo>
                  <a:lnTo>
                    <a:pt x="90899" y="0"/>
                  </a:lnTo>
                  <a:lnTo>
                    <a:pt x="90899" y="205799"/>
                  </a:lnTo>
                  <a:close/>
                </a:path>
              </a:pathLst>
            </a:custGeom>
            <a:solidFill>
              <a:srgbClr val="E3C1E1"/>
            </a:solidFill>
          </p:spPr>
          <p:txBody>
            <a:bodyPr wrap="square" lIns="0" tIns="0" rIns="0" bIns="0" rtlCol="0"/>
            <a:lstStyle/>
            <a:p>
              <a:endParaRPr sz="2400"/>
            </a:p>
          </p:txBody>
        </p:sp>
        <p:sp>
          <p:nvSpPr>
            <p:cNvPr id="139" name="object 139"/>
            <p:cNvSpPr/>
            <p:nvPr/>
          </p:nvSpPr>
          <p:spPr>
            <a:xfrm>
              <a:off x="1911275" y="2713585"/>
              <a:ext cx="91440" cy="206375"/>
            </a:xfrm>
            <a:custGeom>
              <a:avLst/>
              <a:gdLst/>
              <a:ahLst/>
              <a:cxnLst/>
              <a:rect l="l" t="t" r="r" b="b"/>
              <a:pathLst>
                <a:path w="91439" h="206375">
                  <a:moveTo>
                    <a:pt x="0" y="0"/>
                  </a:moveTo>
                  <a:lnTo>
                    <a:pt x="90899" y="0"/>
                  </a:lnTo>
                  <a:lnTo>
                    <a:pt x="90899" y="205799"/>
                  </a:lnTo>
                  <a:lnTo>
                    <a:pt x="0" y="205799"/>
                  </a:lnTo>
                  <a:lnTo>
                    <a:pt x="0" y="0"/>
                  </a:lnTo>
                  <a:close/>
                </a:path>
              </a:pathLst>
            </a:custGeom>
            <a:ln w="3175">
              <a:solidFill>
                <a:srgbClr val="965AC8"/>
              </a:solidFill>
            </a:ln>
          </p:spPr>
          <p:txBody>
            <a:bodyPr wrap="square" lIns="0" tIns="0" rIns="0" bIns="0" rtlCol="0"/>
            <a:lstStyle/>
            <a:p>
              <a:endParaRPr sz="2400"/>
            </a:p>
          </p:txBody>
        </p:sp>
        <p:sp>
          <p:nvSpPr>
            <p:cNvPr id="140" name="object 140"/>
            <p:cNvSpPr/>
            <p:nvPr/>
          </p:nvSpPr>
          <p:spPr>
            <a:xfrm>
              <a:off x="1862800" y="2920610"/>
              <a:ext cx="514984" cy="1270"/>
            </a:xfrm>
            <a:custGeom>
              <a:avLst/>
              <a:gdLst/>
              <a:ahLst/>
              <a:cxnLst/>
              <a:rect l="l" t="t" r="r" b="b"/>
              <a:pathLst>
                <a:path w="514985" h="1269">
                  <a:moveTo>
                    <a:pt x="0" y="899"/>
                  </a:moveTo>
                  <a:lnTo>
                    <a:pt x="514499" y="0"/>
                  </a:lnTo>
                </a:path>
              </a:pathLst>
            </a:custGeom>
            <a:ln w="3175">
              <a:solidFill>
                <a:srgbClr val="4285F4"/>
              </a:solidFill>
            </a:ln>
          </p:spPr>
          <p:txBody>
            <a:bodyPr wrap="square" lIns="0" tIns="0" rIns="0" bIns="0" rtlCol="0"/>
            <a:lstStyle/>
            <a:p>
              <a:endParaRPr sz="2400"/>
            </a:p>
          </p:txBody>
        </p:sp>
        <p:sp>
          <p:nvSpPr>
            <p:cNvPr id="141" name="object 141"/>
            <p:cNvSpPr/>
            <p:nvPr/>
          </p:nvSpPr>
          <p:spPr>
            <a:xfrm>
              <a:off x="2809375" y="2876857"/>
              <a:ext cx="91440" cy="42545"/>
            </a:xfrm>
            <a:custGeom>
              <a:avLst/>
              <a:gdLst/>
              <a:ahLst/>
              <a:cxnLst/>
              <a:rect l="l" t="t" r="r" b="b"/>
              <a:pathLst>
                <a:path w="91439" h="42544">
                  <a:moveTo>
                    <a:pt x="90899" y="42299"/>
                  </a:moveTo>
                  <a:lnTo>
                    <a:pt x="0" y="42299"/>
                  </a:lnTo>
                  <a:lnTo>
                    <a:pt x="0" y="0"/>
                  </a:lnTo>
                  <a:lnTo>
                    <a:pt x="90899" y="0"/>
                  </a:lnTo>
                  <a:lnTo>
                    <a:pt x="90899" y="42299"/>
                  </a:lnTo>
                  <a:close/>
                </a:path>
              </a:pathLst>
            </a:custGeom>
            <a:solidFill>
              <a:srgbClr val="E3C1E1"/>
            </a:solidFill>
          </p:spPr>
          <p:txBody>
            <a:bodyPr wrap="square" lIns="0" tIns="0" rIns="0" bIns="0" rtlCol="0"/>
            <a:lstStyle/>
            <a:p>
              <a:endParaRPr sz="2400"/>
            </a:p>
          </p:txBody>
        </p:sp>
        <p:sp>
          <p:nvSpPr>
            <p:cNvPr id="142" name="object 142"/>
            <p:cNvSpPr/>
            <p:nvPr/>
          </p:nvSpPr>
          <p:spPr>
            <a:xfrm>
              <a:off x="2809375" y="2876857"/>
              <a:ext cx="91440" cy="42545"/>
            </a:xfrm>
            <a:custGeom>
              <a:avLst/>
              <a:gdLst/>
              <a:ahLst/>
              <a:cxnLst/>
              <a:rect l="l" t="t" r="r" b="b"/>
              <a:pathLst>
                <a:path w="91439" h="42544">
                  <a:moveTo>
                    <a:pt x="0" y="0"/>
                  </a:moveTo>
                  <a:lnTo>
                    <a:pt x="90899" y="0"/>
                  </a:lnTo>
                  <a:lnTo>
                    <a:pt x="90899" y="42299"/>
                  </a:lnTo>
                  <a:lnTo>
                    <a:pt x="0" y="42299"/>
                  </a:lnTo>
                  <a:lnTo>
                    <a:pt x="0" y="0"/>
                  </a:lnTo>
                  <a:close/>
                </a:path>
              </a:pathLst>
            </a:custGeom>
            <a:ln w="3175">
              <a:solidFill>
                <a:srgbClr val="965AC8"/>
              </a:solidFill>
            </a:ln>
          </p:spPr>
          <p:txBody>
            <a:bodyPr wrap="square" lIns="0" tIns="0" rIns="0" bIns="0" rtlCol="0"/>
            <a:lstStyle/>
            <a:p>
              <a:endParaRPr sz="2400"/>
            </a:p>
          </p:txBody>
        </p:sp>
        <p:sp>
          <p:nvSpPr>
            <p:cNvPr id="143" name="object 143"/>
            <p:cNvSpPr/>
            <p:nvPr/>
          </p:nvSpPr>
          <p:spPr>
            <a:xfrm>
              <a:off x="2581949" y="2811557"/>
              <a:ext cx="91440" cy="107314"/>
            </a:xfrm>
            <a:custGeom>
              <a:avLst/>
              <a:gdLst/>
              <a:ahLst/>
              <a:cxnLst/>
              <a:rect l="l" t="t" r="r" b="b"/>
              <a:pathLst>
                <a:path w="91439" h="107314">
                  <a:moveTo>
                    <a:pt x="90899" y="106799"/>
                  </a:moveTo>
                  <a:lnTo>
                    <a:pt x="0" y="106799"/>
                  </a:lnTo>
                  <a:lnTo>
                    <a:pt x="0" y="0"/>
                  </a:lnTo>
                  <a:lnTo>
                    <a:pt x="90899" y="0"/>
                  </a:lnTo>
                  <a:lnTo>
                    <a:pt x="90899" y="106799"/>
                  </a:lnTo>
                  <a:close/>
                </a:path>
              </a:pathLst>
            </a:custGeom>
            <a:solidFill>
              <a:srgbClr val="E3C1E1"/>
            </a:solidFill>
          </p:spPr>
          <p:txBody>
            <a:bodyPr wrap="square" lIns="0" tIns="0" rIns="0" bIns="0" rtlCol="0"/>
            <a:lstStyle/>
            <a:p>
              <a:endParaRPr sz="2400"/>
            </a:p>
          </p:txBody>
        </p:sp>
        <p:sp>
          <p:nvSpPr>
            <p:cNvPr id="144" name="object 144"/>
            <p:cNvSpPr/>
            <p:nvPr/>
          </p:nvSpPr>
          <p:spPr>
            <a:xfrm>
              <a:off x="2581949" y="2811557"/>
              <a:ext cx="91440" cy="107314"/>
            </a:xfrm>
            <a:custGeom>
              <a:avLst/>
              <a:gdLst/>
              <a:ahLst/>
              <a:cxnLst/>
              <a:rect l="l" t="t" r="r" b="b"/>
              <a:pathLst>
                <a:path w="91439" h="107314">
                  <a:moveTo>
                    <a:pt x="0" y="0"/>
                  </a:moveTo>
                  <a:lnTo>
                    <a:pt x="90899" y="0"/>
                  </a:lnTo>
                  <a:lnTo>
                    <a:pt x="90899" y="106799"/>
                  </a:lnTo>
                  <a:lnTo>
                    <a:pt x="0" y="106799"/>
                  </a:lnTo>
                  <a:lnTo>
                    <a:pt x="0" y="0"/>
                  </a:lnTo>
                  <a:close/>
                </a:path>
              </a:pathLst>
            </a:custGeom>
            <a:ln w="3175">
              <a:solidFill>
                <a:srgbClr val="965AC8"/>
              </a:solidFill>
            </a:ln>
          </p:spPr>
          <p:txBody>
            <a:bodyPr wrap="square" lIns="0" tIns="0" rIns="0" bIns="0" rtlCol="0"/>
            <a:lstStyle/>
            <a:p>
              <a:endParaRPr sz="2400"/>
            </a:p>
          </p:txBody>
        </p:sp>
        <p:sp>
          <p:nvSpPr>
            <p:cNvPr id="145" name="object 145"/>
            <p:cNvSpPr/>
            <p:nvPr/>
          </p:nvSpPr>
          <p:spPr>
            <a:xfrm>
              <a:off x="2695674" y="2824858"/>
              <a:ext cx="91440" cy="93980"/>
            </a:xfrm>
            <a:custGeom>
              <a:avLst/>
              <a:gdLst/>
              <a:ahLst/>
              <a:cxnLst/>
              <a:rect l="l" t="t" r="r" b="b"/>
              <a:pathLst>
                <a:path w="91439" h="93980">
                  <a:moveTo>
                    <a:pt x="90899" y="93599"/>
                  </a:moveTo>
                  <a:lnTo>
                    <a:pt x="0" y="93599"/>
                  </a:lnTo>
                  <a:lnTo>
                    <a:pt x="0" y="0"/>
                  </a:lnTo>
                  <a:lnTo>
                    <a:pt x="90899" y="0"/>
                  </a:lnTo>
                  <a:lnTo>
                    <a:pt x="90899" y="93599"/>
                  </a:lnTo>
                  <a:close/>
                </a:path>
              </a:pathLst>
            </a:custGeom>
            <a:solidFill>
              <a:srgbClr val="E3C1E1"/>
            </a:solidFill>
          </p:spPr>
          <p:txBody>
            <a:bodyPr wrap="square" lIns="0" tIns="0" rIns="0" bIns="0" rtlCol="0"/>
            <a:lstStyle/>
            <a:p>
              <a:endParaRPr sz="2400"/>
            </a:p>
          </p:txBody>
        </p:sp>
        <p:sp>
          <p:nvSpPr>
            <p:cNvPr id="146" name="object 146"/>
            <p:cNvSpPr/>
            <p:nvPr/>
          </p:nvSpPr>
          <p:spPr>
            <a:xfrm>
              <a:off x="2695674" y="2824858"/>
              <a:ext cx="91440" cy="93980"/>
            </a:xfrm>
            <a:custGeom>
              <a:avLst/>
              <a:gdLst/>
              <a:ahLst/>
              <a:cxnLst/>
              <a:rect l="l" t="t" r="r" b="b"/>
              <a:pathLst>
                <a:path w="91439" h="93980">
                  <a:moveTo>
                    <a:pt x="0" y="0"/>
                  </a:moveTo>
                  <a:lnTo>
                    <a:pt x="90899" y="0"/>
                  </a:lnTo>
                  <a:lnTo>
                    <a:pt x="90899" y="93599"/>
                  </a:lnTo>
                  <a:lnTo>
                    <a:pt x="0" y="93599"/>
                  </a:lnTo>
                  <a:lnTo>
                    <a:pt x="0" y="0"/>
                  </a:lnTo>
                  <a:close/>
                </a:path>
              </a:pathLst>
            </a:custGeom>
            <a:ln w="3175">
              <a:solidFill>
                <a:srgbClr val="965AC8"/>
              </a:solidFill>
            </a:ln>
          </p:spPr>
          <p:txBody>
            <a:bodyPr wrap="square" lIns="0" tIns="0" rIns="0" bIns="0" rtlCol="0"/>
            <a:lstStyle/>
            <a:p>
              <a:endParaRPr sz="2400"/>
            </a:p>
          </p:txBody>
        </p:sp>
        <p:sp>
          <p:nvSpPr>
            <p:cNvPr id="147" name="object 147"/>
            <p:cNvSpPr/>
            <p:nvPr/>
          </p:nvSpPr>
          <p:spPr>
            <a:xfrm>
              <a:off x="2468225" y="2791960"/>
              <a:ext cx="91440" cy="127635"/>
            </a:xfrm>
            <a:custGeom>
              <a:avLst/>
              <a:gdLst/>
              <a:ahLst/>
              <a:cxnLst/>
              <a:rect l="l" t="t" r="r" b="b"/>
              <a:pathLst>
                <a:path w="91439" h="127635">
                  <a:moveTo>
                    <a:pt x="90899" y="127499"/>
                  </a:moveTo>
                  <a:lnTo>
                    <a:pt x="0" y="127499"/>
                  </a:lnTo>
                  <a:lnTo>
                    <a:pt x="0" y="0"/>
                  </a:lnTo>
                  <a:lnTo>
                    <a:pt x="90899" y="0"/>
                  </a:lnTo>
                  <a:lnTo>
                    <a:pt x="90899" y="127499"/>
                  </a:lnTo>
                  <a:close/>
                </a:path>
              </a:pathLst>
            </a:custGeom>
            <a:solidFill>
              <a:srgbClr val="E3C1E1"/>
            </a:solidFill>
          </p:spPr>
          <p:txBody>
            <a:bodyPr wrap="square" lIns="0" tIns="0" rIns="0" bIns="0" rtlCol="0"/>
            <a:lstStyle/>
            <a:p>
              <a:endParaRPr sz="2400"/>
            </a:p>
          </p:txBody>
        </p:sp>
        <p:sp>
          <p:nvSpPr>
            <p:cNvPr id="148" name="object 148"/>
            <p:cNvSpPr/>
            <p:nvPr/>
          </p:nvSpPr>
          <p:spPr>
            <a:xfrm>
              <a:off x="2468225" y="2791960"/>
              <a:ext cx="91440" cy="127635"/>
            </a:xfrm>
            <a:custGeom>
              <a:avLst/>
              <a:gdLst/>
              <a:ahLst/>
              <a:cxnLst/>
              <a:rect l="l" t="t" r="r" b="b"/>
              <a:pathLst>
                <a:path w="91439" h="127635">
                  <a:moveTo>
                    <a:pt x="0" y="0"/>
                  </a:moveTo>
                  <a:lnTo>
                    <a:pt x="90899" y="0"/>
                  </a:lnTo>
                  <a:lnTo>
                    <a:pt x="90899" y="127499"/>
                  </a:lnTo>
                  <a:lnTo>
                    <a:pt x="0" y="127499"/>
                  </a:lnTo>
                  <a:lnTo>
                    <a:pt x="0" y="0"/>
                  </a:lnTo>
                  <a:close/>
                </a:path>
              </a:pathLst>
            </a:custGeom>
            <a:ln w="3175">
              <a:solidFill>
                <a:srgbClr val="965AC8"/>
              </a:solidFill>
            </a:ln>
          </p:spPr>
          <p:txBody>
            <a:bodyPr wrap="square" lIns="0" tIns="0" rIns="0" bIns="0" rtlCol="0"/>
            <a:lstStyle/>
            <a:p>
              <a:endParaRPr sz="2400"/>
            </a:p>
          </p:txBody>
        </p:sp>
        <p:sp>
          <p:nvSpPr>
            <p:cNvPr id="149" name="object 149"/>
            <p:cNvSpPr/>
            <p:nvPr/>
          </p:nvSpPr>
          <p:spPr>
            <a:xfrm>
              <a:off x="2419749" y="2920610"/>
              <a:ext cx="514984" cy="1270"/>
            </a:xfrm>
            <a:custGeom>
              <a:avLst/>
              <a:gdLst/>
              <a:ahLst/>
              <a:cxnLst/>
              <a:rect l="l" t="t" r="r" b="b"/>
              <a:pathLst>
                <a:path w="514985" h="1269">
                  <a:moveTo>
                    <a:pt x="0" y="899"/>
                  </a:moveTo>
                  <a:lnTo>
                    <a:pt x="514499" y="0"/>
                  </a:lnTo>
                </a:path>
              </a:pathLst>
            </a:custGeom>
            <a:ln w="3175">
              <a:solidFill>
                <a:srgbClr val="4285F4"/>
              </a:solidFill>
            </a:ln>
          </p:spPr>
          <p:txBody>
            <a:bodyPr wrap="square" lIns="0" tIns="0" rIns="0" bIns="0" rtlCol="0"/>
            <a:lstStyle/>
            <a:p>
              <a:endParaRPr sz="2400"/>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795489" y="1878841"/>
            <a:ext cx="598593" cy="263320"/>
          </a:xfrm>
          <a:prstGeom prst="rect">
            <a:avLst/>
          </a:prstGeom>
        </p:spPr>
        <p:txBody>
          <a:bodyPr vert="horz" wrap="square" lIns="0" tIns="16933" rIns="0" bIns="0" rtlCol="0">
            <a:spAutoFit/>
          </a:bodyPr>
          <a:lstStyle/>
          <a:p>
            <a:pPr marL="16933">
              <a:spcBef>
                <a:spcPts val="133"/>
              </a:spcBef>
            </a:pPr>
            <a:r>
              <a:rPr sz="1600" b="1" spc="-13" dirty="0">
                <a:solidFill>
                  <a:srgbClr val="237A94"/>
                </a:solidFill>
                <a:latin typeface="Arial"/>
                <a:cs typeface="Arial"/>
              </a:rPr>
              <a:t>target</a:t>
            </a:r>
            <a:endParaRPr sz="1600">
              <a:latin typeface="Arial"/>
              <a:cs typeface="Arial"/>
            </a:endParaRPr>
          </a:p>
        </p:txBody>
      </p:sp>
      <p:sp>
        <p:nvSpPr>
          <p:cNvPr id="3" name="object 3"/>
          <p:cNvSpPr txBox="1"/>
          <p:nvPr/>
        </p:nvSpPr>
        <p:spPr>
          <a:xfrm>
            <a:off x="4330791" y="2581167"/>
            <a:ext cx="1556173" cy="625642"/>
          </a:xfrm>
          <a:prstGeom prst="rect">
            <a:avLst/>
          </a:prstGeom>
          <a:ln w="24374">
            <a:solidFill>
              <a:srgbClr val="000000"/>
            </a:solidFill>
          </a:ln>
        </p:spPr>
        <p:txBody>
          <a:bodyPr vert="horz" wrap="square" lIns="0" tIns="74507" rIns="0" bIns="0" rtlCol="0">
            <a:spAutoFit/>
          </a:bodyPr>
          <a:lstStyle/>
          <a:p>
            <a:pPr marL="414010" marR="374217" indent="-29633">
              <a:lnSpc>
                <a:spcPct val="101099"/>
              </a:lnSpc>
              <a:spcBef>
                <a:spcPts val="587"/>
              </a:spcBef>
            </a:pPr>
            <a:r>
              <a:rPr spc="-67" dirty="0">
                <a:solidFill>
                  <a:srgbClr val="434343"/>
                </a:solidFill>
                <a:latin typeface="Arial Black"/>
                <a:cs typeface="Arial Black"/>
              </a:rPr>
              <a:t>Target </a:t>
            </a:r>
            <a:r>
              <a:rPr spc="-13" dirty="0">
                <a:solidFill>
                  <a:srgbClr val="434343"/>
                </a:solidFill>
                <a:latin typeface="Arial Black"/>
                <a:cs typeface="Arial Black"/>
              </a:rPr>
              <a:t>Model</a:t>
            </a:r>
            <a:endParaRPr>
              <a:latin typeface="Arial Black"/>
              <a:cs typeface="Arial Black"/>
            </a:endParaRPr>
          </a:p>
        </p:txBody>
      </p:sp>
      <p:grpSp>
        <p:nvGrpSpPr>
          <p:cNvPr id="4" name="object 4"/>
          <p:cNvGrpSpPr/>
          <p:nvPr/>
        </p:nvGrpSpPr>
        <p:grpSpPr>
          <a:xfrm>
            <a:off x="264078" y="3208983"/>
            <a:ext cx="4054687" cy="306493"/>
            <a:chOff x="198058" y="2406737"/>
            <a:chExt cx="3041015" cy="229870"/>
          </a:xfrm>
        </p:grpSpPr>
        <p:sp>
          <p:nvSpPr>
            <p:cNvPr id="5" name="object 5"/>
            <p:cNvSpPr/>
            <p:nvPr/>
          </p:nvSpPr>
          <p:spPr>
            <a:xfrm>
              <a:off x="200795" y="2421544"/>
              <a:ext cx="521334" cy="203835"/>
            </a:xfrm>
            <a:custGeom>
              <a:avLst/>
              <a:gdLst/>
              <a:ahLst/>
              <a:cxnLst/>
              <a:rect l="l" t="t" r="r" b="b"/>
              <a:pathLst>
                <a:path w="521334" h="203835">
                  <a:moveTo>
                    <a:pt x="486899" y="203399"/>
                  </a:moveTo>
                  <a:lnTo>
                    <a:pt x="33900" y="203399"/>
                  </a:lnTo>
                  <a:lnTo>
                    <a:pt x="20705" y="200735"/>
                  </a:lnTo>
                  <a:lnTo>
                    <a:pt x="9929" y="193470"/>
                  </a:lnTo>
                  <a:lnTo>
                    <a:pt x="2664" y="182694"/>
                  </a:lnTo>
                  <a:lnTo>
                    <a:pt x="0" y="169499"/>
                  </a:lnTo>
                  <a:lnTo>
                    <a:pt x="0" y="33900"/>
                  </a:lnTo>
                  <a:lnTo>
                    <a:pt x="2664" y="20704"/>
                  </a:lnTo>
                  <a:lnTo>
                    <a:pt x="9929" y="9929"/>
                  </a:lnTo>
                  <a:lnTo>
                    <a:pt x="20705" y="2664"/>
                  </a:lnTo>
                  <a:lnTo>
                    <a:pt x="33900" y="0"/>
                  </a:lnTo>
                  <a:lnTo>
                    <a:pt x="486899" y="0"/>
                  </a:lnTo>
                  <a:lnTo>
                    <a:pt x="520142" y="27255"/>
                  </a:lnTo>
                  <a:lnTo>
                    <a:pt x="520799" y="33900"/>
                  </a:lnTo>
                  <a:lnTo>
                    <a:pt x="520799" y="169499"/>
                  </a:lnTo>
                  <a:lnTo>
                    <a:pt x="518135" y="182694"/>
                  </a:lnTo>
                  <a:lnTo>
                    <a:pt x="510870" y="193470"/>
                  </a:lnTo>
                  <a:lnTo>
                    <a:pt x="500095" y="200735"/>
                  </a:lnTo>
                  <a:lnTo>
                    <a:pt x="486899" y="203399"/>
                  </a:lnTo>
                  <a:close/>
                </a:path>
              </a:pathLst>
            </a:custGeom>
            <a:solidFill>
              <a:srgbClr val="FAADB3"/>
            </a:solidFill>
          </p:spPr>
          <p:txBody>
            <a:bodyPr wrap="square" lIns="0" tIns="0" rIns="0" bIns="0" rtlCol="0"/>
            <a:lstStyle/>
            <a:p>
              <a:endParaRPr sz="2400"/>
            </a:p>
          </p:txBody>
        </p:sp>
        <p:sp>
          <p:nvSpPr>
            <p:cNvPr id="6" name="object 6"/>
            <p:cNvSpPr/>
            <p:nvPr/>
          </p:nvSpPr>
          <p:spPr>
            <a:xfrm>
              <a:off x="200795" y="2421544"/>
              <a:ext cx="521334" cy="203835"/>
            </a:xfrm>
            <a:custGeom>
              <a:avLst/>
              <a:gdLst/>
              <a:ahLst/>
              <a:cxnLst/>
              <a:rect l="l" t="t" r="r" b="b"/>
              <a:pathLst>
                <a:path w="521334" h="203835">
                  <a:moveTo>
                    <a:pt x="0" y="33900"/>
                  </a:moveTo>
                  <a:lnTo>
                    <a:pt x="2664" y="20704"/>
                  </a:lnTo>
                  <a:lnTo>
                    <a:pt x="9929" y="9929"/>
                  </a:lnTo>
                  <a:lnTo>
                    <a:pt x="20705" y="2664"/>
                  </a:lnTo>
                  <a:lnTo>
                    <a:pt x="33900" y="0"/>
                  </a:lnTo>
                  <a:lnTo>
                    <a:pt x="486899" y="0"/>
                  </a:lnTo>
                  <a:lnTo>
                    <a:pt x="520142" y="27255"/>
                  </a:lnTo>
                  <a:lnTo>
                    <a:pt x="520799" y="33900"/>
                  </a:lnTo>
                  <a:lnTo>
                    <a:pt x="520799" y="169499"/>
                  </a:lnTo>
                  <a:lnTo>
                    <a:pt x="518135" y="182694"/>
                  </a:lnTo>
                  <a:lnTo>
                    <a:pt x="510870" y="193470"/>
                  </a:lnTo>
                  <a:lnTo>
                    <a:pt x="500095" y="200735"/>
                  </a:lnTo>
                  <a:lnTo>
                    <a:pt x="486899" y="203399"/>
                  </a:lnTo>
                  <a:lnTo>
                    <a:pt x="33900" y="203399"/>
                  </a:lnTo>
                  <a:lnTo>
                    <a:pt x="20705" y="200735"/>
                  </a:lnTo>
                  <a:lnTo>
                    <a:pt x="9929" y="193470"/>
                  </a:lnTo>
                  <a:lnTo>
                    <a:pt x="2664" y="182694"/>
                  </a:lnTo>
                  <a:lnTo>
                    <a:pt x="0" y="169499"/>
                  </a:lnTo>
                  <a:lnTo>
                    <a:pt x="0" y="33900"/>
                  </a:lnTo>
                  <a:close/>
                </a:path>
              </a:pathLst>
            </a:custGeom>
            <a:ln w="5474">
              <a:solidFill>
                <a:srgbClr val="595959"/>
              </a:solidFill>
            </a:ln>
          </p:spPr>
          <p:txBody>
            <a:bodyPr wrap="square" lIns="0" tIns="0" rIns="0" bIns="0" rtlCol="0"/>
            <a:lstStyle/>
            <a:p>
              <a:endParaRPr sz="2400"/>
            </a:p>
          </p:txBody>
        </p:sp>
        <p:sp>
          <p:nvSpPr>
            <p:cNvPr id="7" name="object 7"/>
            <p:cNvSpPr/>
            <p:nvPr/>
          </p:nvSpPr>
          <p:spPr>
            <a:xfrm>
              <a:off x="2945074" y="2519745"/>
              <a:ext cx="246379" cy="1905"/>
            </a:xfrm>
            <a:custGeom>
              <a:avLst/>
              <a:gdLst/>
              <a:ahLst/>
              <a:cxnLst/>
              <a:rect l="l" t="t" r="r" b="b"/>
              <a:pathLst>
                <a:path w="246380" h="1905">
                  <a:moveTo>
                    <a:pt x="0" y="1703"/>
                  </a:moveTo>
                  <a:lnTo>
                    <a:pt x="245851" y="0"/>
                  </a:lnTo>
                </a:path>
              </a:pathLst>
            </a:custGeom>
            <a:ln w="9524">
              <a:solidFill>
                <a:srgbClr val="595959"/>
              </a:solidFill>
            </a:ln>
          </p:spPr>
          <p:txBody>
            <a:bodyPr wrap="square" lIns="0" tIns="0" rIns="0" bIns="0" rtlCol="0"/>
            <a:lstStyle/>
            <a:p>
              <a:endParaRPr sz="2400"/>
            </a:p>
          </p:txBody>
        </p:sp>
        <p:sp>
          <p:nvSpPr>
            <p:cNvPr id="8" name="object 8"/>
            <p:cNvSpPr/>
            <p:nvPr/>
          </p:nvSpPr>
          <p:spPr>
            <a:xfrm>
              <a:off x="3190817" y="2504013"/>
              <a:ext cx="43815" cy="31750"/>
            </a:xfrm>
            <a:custGeom>
              <a:avLst/>
              <a:gdLst/>
              <a:ahLst/>
              <a:cxnLst/>
              <a:rect l="l" t="t" r="r" b="b"/>
              <a:pathLst>
                <a:path w="43814" h="31750">
                  <a:moveTo>
                    <a:pt x="217" y="31464"/>
                  </a:moveTo>
                  <a:lnTo>
                    <a:pt x="0" y="0"/>
                  </a:lnTo>
                  <a:lnTo>
                    <a:pt x="43333" y="15432"/>
                  </a:lnTo>
                  <a:lnTo>
                    <a:pt x="217" y="31464"/>
                  </a:lnTo>
                  <a:close/>
                </a:path>
              </a:pathLst>
            </a:custGeom>
            <a:solidFill>
              <a:srgbClr val="595959"/>
            </a:solidFill>
          </p:spPr>
          <p:txBody>
            <a:bodyPr wrap="square" lIns="0" tIns="0" rIns="0" bIns="0" rtlCol="0"/>
            <a:lstStyle/>
            <a:p>
              <a:endParaRPr sz="2400"/>
            </a:p>
          </p:txBody>
        </p:sp>
        <p:sp>
          <p:nvSpPr>
            <p:cNvPr id="9" name="object 9"/>
            <p:cNvSpPr/>
            <p:nvPr/>
          </p:nvSpPr>
          <p:spPr>
            <a:xfrm>
              <a:off x="3190817" y="2504013"/>
              <a:ext cx="43815" cy="31750"/>
            </a:xfrm>
            <a:custGeom>
              <a:avLst/>
              <a:gdLst/>
              <a:ahLst/>
              <a:cxnLst/>
              <a:rect l="l" t="t" r="r" b="b"/>
              <a:pathLst>
                <a:path w="43814" h="31750">
                  <a:moveTo>
                    <a:pt x="217" y="31464"/>
                  </a:moveTo>
                  <a:lnTo>
                    <a:pt x="43333" y="15432"/>
                  </a:lnTo>
                  <a:lnTo>
                    <a:pt x="0" y="0"/>
                  </a:lnTo>
                  <a:lnTo>
                    <a:pt x="217" y="31464"/>
                  </a:lnTo>
                  <a:close/>
                </a:path>
              </a:pathLst>
            </a:custGeom>
            <a:ln w="9524">
              <a:solidFill>
                <a:srgbClr val="595959"/>
              </a:solidFill>
            </a:ln>
          </p:spPr>
          <p:txBody>
            <a:bodyPr wrap="square" lIns="0" tIns="0" rIns="0" bIns="0" rtlCol="0"/>
            <a:lstStyle/>
            <a:p>
              <a:endParaRPr sz="2400"/>
            </a:p>
          </p:txBody>
        </p:sp>
        <p:sp>
          <p:nvSpPr>
            <p:cNvPr id="10" name="object 10"/>
            <p:cNvSpPr/>
            <p:nvPr/>
          </p:nvSpPr>
          <p:spPr>
            <a:xfrm>
              <a:off x="1273948" y="2411499"/>
              <a:ext cx="532130" cy="220345"/>
            </a:xfrm>
            <a:custGeom>
              <a:avLst/>
              <a:gdLst/>
              <a:ahLst/>
              <a:cxnLst/>
              <a:rect l="l" t="t" r="r" b="b"/>
              <a:pathLst>
                <a:path w="532130" h="220344">
                  <a:moveTo>
                    <a:pt x="4952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close/>
                </a:path>
              </a:pathLst>
            </a:custGeom>
            <a:solidFill>
              <a:srgbClr val="E9F1F4"/>
            </a:solidFill>
          </p:spPr>
          <p:txBody>
            <a:bodyPr wrap="square" lIns="0" tIns="0" rIns="0" bIns="0" rtlCol="0"/>
            <a:lstStyle/>
            <a:p>
              <a:endParaRPr sz="2400"/>
            </a:p>
          </p:txBody>
        </p:sp>
        <p:sp>
          <p:nvSpPr>
            <p:cNvPr id="11" name="object 11"/>
            <p:cNvSpPr/>
            <p:nvPr/>
          </p:nvSpPr>
          <p:spPr>
            <a:xfrm>
              <a:off x="1273948" y="2411499"/>
              <a:ext cx="532130" cy="220345"/>
            </a:xfrm>
            <a:custGeom>
              <a:avLst/>
              <a:gdLst/>
              <a:ahLst/>
              <a:cxnLst/>
              <a:rect l="l" t="t" r="r" b="b"/>
              <a:pathLst>
                <a:path w="532130" h="220344">
                  <a:moveTo>
                    <a:pt x="0" y="36650"/>
                  </a:move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sp>
          <p:nvSpPr>
            <p:cNvPr id="12" name="object 12"/>
            <p:cNvSpPr/>
            <p:nvPr/>
          </p:nvSpPr>
          <p:spPr>
            <a:xfrm>
              <a:off x="1805975" y="2411499"/>
              <a:ext cx="607695" cy="220345"/>
            </a:xfrm>
            <a:custGeom>
              <a:avLst/>
              <a:gdLst/>
              <a:ahLst/>
              <a:cxnLst/>
              <a:rect l="l" t="t" r="r" b="b"/>
              <a:pathLst>
                <a:path w="607694" h="220344">
                  <a:moveTo>
                    <a:pt x="5705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570549" y="0"/>
                  </a:lnTo>
                  <a:lnTo>
                    <a:pt x="604410" y="22625"/>
                  </a:lnTo>
                  <a:lnTo>
                    <a:pt x="607199" y="36650"/>
                  </a:lnTo>
                  <a:lnTo>
                    <a:pt x="607199" y="183249"/>
                  </a:lnTo>
                  <a:lnTo>
                    <a:pt x="604319" y="197515"/>
                  </a:lnTo>
                  <a:lnTo>
                    <a:pt x="596465" y="209165"/>
                  </a:lnTo>
                  <a:lnTo>
                    <a:pt x="584815" y="217019"/>
                  </a:lnTo>
                  <a:lnTo>
                    <a:pt x="570549" y="219899"/>
                  </a:lnTo>
                  <a:close/>
                </a:path>
              </a:pathLst>
            </a:custGeom>
            <a:solidFill>
              <a:srgbClr val="E9F1F4"/>
            </a:solidFill>
          </p:spPr>
          <p:txBody>
            <a:bodyPr wrap="square" lIns="0" tIns="0" rIns="0" bIns="0" rtlCol="0"/>
            <a:lstStyle/>
            <a:p>
              <a:endParaRPr sz="2400"/>
            </a:p>
          </p:txBody>
        </p:sp>
        <p:sp>
          <p:nvSpPr>
            <p:cNvPr id="13" name="object 13"/>
            <p:cNvSpPr/>
            <p:nvPr/>
          </p:nvSpPr>
          <p:spPr>
            <a:xfrm>
              <a:off x="1805975" y="2411499"/>
              <a:ext cx="607695" cy="220345"/>
            </a:xfrm>
            <a:custGeom>
              <a:avLst/>
              <a:gdLst/>
              <a:ahLst/>
              <a:cxnLst/>
              <a:rect l="l" t="t" r="r" b="b"/>
              <a:pathLst>
                <a:path w="607694" h="220344">
                  <a:moveTo>
                    <a:pt x="0" y="36650"/>
                  </a:moveTo>
                  <a:lnTo>
                    <a:pt x="2880" y="22384"/>
                  </a:lnTo>
                  <a:lnTo>
                    <a:pt x="10734" y="10734"/>
                  </a:lnTo>
                  <a:lnTo>
                    <a:pt x="22384" y="2880"/>
                  </a:lnTo>
                  <a:lnTo>
                    <a:pt x="36650" y="0"/>
                  </a:lnTo>
                  <a:lnTo>
                    <a:pt x="570549" y="0"/>
                  </a:lnTo>
                  <a:lnTo>
                    <a:pt x="604410" y="22625"/>
                  </a:lnTo>
                  <a:lnTo>
                    <a:pt x="607199" y="36650"/>
                  </a:lnTo>
                  <a:lnTo>
                    <a:pt x="607199" y="183249"/>
                  </a:lnTo>
                  <a:lnTo>
                    <a:pt x="604319" y="197515"/>
                  </a:lnTo>
                  <a:lnTo>
                    <a:pt x="596465" y="209165"/>
                  </a:lnTo>
                  <a:lnTo>
                    <a:pt x="584815" y="217019"/>
                  </a:lnTo>
                  <a:lnTo>
                    <a:pt x="5705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sp>
          <p:nvSpPr>
            <p:cNvPr id="14" name="object 14"/>
            <p:cNvSpPr/>
            <p:nvPr/>
          </p:nvSpPr>
          <p:spPr>
            <a:xfrm>
              <a:off x="2413175" y="2411499"/>
              <a:ext cx="532130" cy="220345"/>
            </a:xfrm>
            <a:custGeom>
              <a:avLst/>
              <a:gdLst/>
              <a:ahLst/>
              <a:cxnLst/>
              <a:rect l="l" t="t" r="r" b="b"/>
              <a:pathLst>
                <a:path w="532130" h="220344">
                  <a:moveTo>
                    <a:pt x="4952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close/>
                </a:path>
              </a:pathLst>
            </a:custGeom>
            <a:solidFill>
              <a:srgbClr val="E9F1F4"/>
            </a:solidFill>
          </p:spPr>
          <p:txBody>
            <a:bodyPr wrap="square" lIns="0" tIns="0" rIns="0" bIns="0" rtlCol="0"/>
            <a:lstStyle/>
            <a:p>
              <a:endParaRPr sz="2400"/>
            </a:p>
          </p:txBody>
        </p:sp>
        <p:sp>
          <p:nvSpPr>
            <p:cNvPr id="15" name="object 15"/>
            <p:cNvSpPr/>
            <p:nvPr/>
          </p:nvSpPr>
          <p:spPr>
            <a:xfrm>
              <a:off x="2413175" y="2411499"/>
              <a:ext cx="532130" cy="220345"/>
            </a:xfrm>
            <a:custGeom>
              <a:avLst/>
              <a:gdLst/>
              <a:ahLst/>
              <a:cxnLst/>
              <a:rect l="l" t="t" r="r" b="b"/>
              <a:pathLst>
                <a:path w="532130" h="220344">
                  <a:moveTo>
                    <a:pt x="0" y="36650"/>
                  </a:move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sp>
          <p:nvSpPr>
            <p:cNvPr id="16" name="object 16"/>
            <p:cNvSpPr/>
            <p:nvPr/>
          </p:nvSpPr>
          <p:spPr>
            <a:xfrm>
              <a:off x="741925" y="2411499"/>
              <a:ext cx="532130" cy="220345"/>
            </a:xfrm>
            <a:custGeom>
              <a:avLst/>
              <a:gdLst/>
              <a:ahLst/>
              <a:cxnLst/>
              <a:rect l="l" t="t" r="r" b="b"/>
              <a:pathLst>
                <a:path w="532130" h="220344">
                  <a:moveTo>
                    <a:pt x="4952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close/>
                </a:path>
              </a:pathLst>
            </a:custGeom>
            <a:solidFill>
              <a:srgbClr val="E9F1F4"/>
            </a:solidFill>
          </p:spPr>
          <p:txBody>
            <a:bodyPr wrap="square" lIns="0" tIns="0" rIns="0" bIns="0" rtlCol="0"/>
            <a:lstStyle/>
            <a:p>
              <a:endParaRPr sz="2400"/>
            </a:p>
          </p:txBody>
        </p:sp>
        <p:sp>
          <p:nvSpPr>
            <p:cNvPr id="17" name="object 17"/>
            <p:cNvSpPr/>
            <p:nvPr/>
          </p:nvSpPr>
          <p:spPr>
            <a:xfrm>
              <a:off x="741925" y="2411499"/>
              <a:ext cx="532130" cy="220345"/>
            </a:xfrm>
            <a:custGeom>
              <a:avLst/>
              <a:gdLst/>
              <a:ahLst/>
              <a:cxnLst/>
              <a:rect l="l" t="t" r="r" b="b"/>
              <a:pathLst>
                <a:path w="532130" h="220344">
                  <a:moveTo>
                    <a:pt x="0" y="36650"/>
                  </a:move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grpSp>
      <p:sp>
        <p:nvSpPr>
          <p:cNvPr id="18" name="object 18"/>
          <p:cNvSpPr txBox="1"/>
          <p:nvPr/>
        </p:nvSpPr>
        <p:spPr>
          <a:xfrm>
            <a:off x="1832458" y="2821056"/>
            <a:ext cx="1094740" cy="263320"/>
          </a:xfrm>
          <a:prstGeom prst="rect">
            <a:avLst/>
          </a:prstGeom>
        </p:spPr>
        <p:txBody>
          <a:bodyPr vert="horz" wrap="square" lIns="0" tIns="16933" rIns="0" bIns="0" rtlCol="0">
            <a:spAutoFit/>
          </a:bodyPr>
          <a:lstStyle/>
          <a:p>
            <a:pPr marL="16933">
              <a:spcBef>
                <a:spcPts val="133"/>
              </a:spcBef>
            </a:pPr>
            <a:r>
              <a:rPr sz="1600" dirty="0">
                <a:latin typeface="Arial MT"/>
                <a:cs typeface="Arial MT"/>
              </a:rPr>
              <a:t>draft</a:t>
            </a:r>
            <a:r>
              <a:rPr sz="1600" spc="-33" dirty="0">
                <a:latin typeface="Arial MT"/>
                <a:cs typeface="Arial MT"/>
              </a:rPr>
              <a:t> </a:t>
            </a:r>
            <a:r>
              <a:rPr sz="1600" spc="-13" dirty="0">
                <a:latin typeface="Arial MT"/>
                <a:cs typeface="Arial MT"/>
              </a:rPr>
              <a:t>tokens</a:t>
            </a:r>
            <a:endParaRPr sz="1600">
              <a:latin typeface="Arial MT"/>
              <a:cs typeface="Arial MT"/>
            </a:endParaRPr>
          </a:p>
        </p:txBody>
      </p:sp>
      <p:sp>
        <p:nvSpPr>
          <p:cNvPr id="19" name="object 19"/>
          <p:cNvSpPr txBox="1"/>
          <p:nvPr/>
        </p:nvSpPr>
        <p:spPr>
          <a:xfrm>
            <a:off x="257352" y="2711071"/>
            <a:ext cx="3423073" cy="790024"/>
          </a:xfrm>
          <a:prstGeom prst="rect">
            <a:avLst/>
          </a:prstGeom>
        </p:spPr>
        <p:txBody>
          <a:bodyPr vert="horz" wrap="square" lIns="0" tIns="127000" rIns="0" bIns="0" rtlCol="0">
            <a:spAutoFit/>
          </a:bodyPr>
          <a:lstStyle/>
          <a:p>
            <a:pPr marL="16933">
              <a:spcBef>
                <a:spcPts val="1000"/>
              </a:spcBef>
            </a:pPr>
            <a:r>
              <a:rPr sz="1600" spc="-13" dirty="0">
                <a:latin typeface="Arial MT"/>
                <a:cs typeface="Arial MT"/>
              </a:rPr>
              <a:t>prompt</a:t>
            </a:r>
            <a:endParaRPr sz="1600">
              <a:latin typeface="Arial MT"/>
              <a:cs typeface="Arial MT"/>
            </a:endParaRPr>
          </a:p>
          <a:p>
            <a:pPr marL="298019">
              <a:spcBef>
                <a:spcPts val="1007"/>
              </a:spcBef>
              <a:tabLst>
                <a:tab pos="801773" algn="l"/>
                <a:tab pos="1770336" algn="l"/>
                <a:tab pos="2186885" algn="l"/>
                <a:tab pos="3223179" algn="l"/>
              </a:tabLst>
            </a:pPr>
            <a:r>
              <a:rPr sz="2400" spc="-1109" baseline="2314" dirty="0">
                <a:latin typeface="Lucida Sans Unicode"/>
                <a:cs typeface="Lucida Sans Unicode"/>
              </a:rPr>
              <a:t>…</a:t>
            </a:r>
            <a:r>
              <a:rPr sz="2400" baseline="2314" dirty="0">
                <a:latin typeface="Lucida Sans Unicode"/>
                <a:cs typeface="Lucida Sans Unicode"/>
              </a:rPr>
              <a:t>	</a:t>
            </a:r>
            <a:r>
              <a:rPr sz="1867" spc="-13" dirty="0">
                <a:latin typeface="Lucida Sans Unicode"/>
                <a:cs typeface="Lucida Sans Unicode"/>
              </a:rPr>
              <a:t>Paris</a:t>
            </a:r>
            <a:r>
              <a:rPr sz="1867" dirty="0">
                <a:latin typeface="Lucida Sans Unicode"/>
                <a:cs typeface="Lucida Sans Unicode"/>
              </a:rPr>
              <a:t>	</a:t>
            </a:r>
            <a:r>
              <a:rPr sz="1867" spc="-67" dirty="0">
                <a:latin typeface="Lucida Sans Unicode"/>
                <a:cs typeface="Lucida Sans Unicode"/>
              </a:rPr>
              <a:t>.</a:t>
            </a:r>
            <a:r>
              <a:rPr sz="1867" dirty="0">
                <a:latin typeface="Lucida Sans Unicode"/>
                <a:cs typeface="Lucida Sans Unicode"/>
              </a:rPr>
              <a:t>	</a:t>
            </a:r>
            <a:r>
              <a:rPr sz="1867" spc="60" dirty="0">
                <a:latin typeface="Lucida Sans Unicode"/>
                <a:cs typeface="Lucida Sans Unicode"/>
              </a:rPr>
              <a:t>Which</a:t>
            </a:r>
            <a:r>
              <a:rPr sz="1867" dirty="0">
                <a:latin typeface="Lucida Sans Unicode"/>
                <a:cs typeface="Lucida Sans Unicode"/>
              </a:rPr>
              <a:t>	</a:t>
            </a:r>
            <a:r>
              <a:rPr sz="1867" spc="-33" dirty="0">
                <a:latin typeface="Lucida Sans Unicode"/>
                <a:cs typeface="Lucida Sans Unicode"/>
              </a:rPr>
              <a:t>is</a:t>
            </a:r>
            <a:endParaRPr sz="1867">
              <a:latin typeface="Lucida Sans Unicode"/>
              <a:cs typeface="Lucida Sans Unicode"/>
            </a:endParaRPr>
          </a:p>
        </p:txBody>
      </p:sp>
      <p:grpSp>
        <p:nvGrpSpPr>
          <p:cNvPr id="20" name="object 20"/>
          <p:cNvGrpSpPr/>
          <p:nvPr/>
        </p:nvGrpSpPr>
        <p:grpSpPr>
          <a:xfrm>
            <a:off x="6353524" y="2718799"/>
            <a:ext cx="1129453" cy="306493"/>
            <a:chOff x="4765143" y="2039099"/>
            <a:chExt cx="847090" cy="229870"/>
          </a:xfrm>
        </p:grpSpPr>
        <p:sp>
          <p:nvSpPr>
            <p:cNvPr id="21" name="object 21"/>
            <p:cNvSpPr/>
            <p:nvPr/>
          </p:nvSpPr>
          <p:spPr>
            <a:xfrm>
              <a:off x="4767880" y="2048167"/>
              <a:ext cx="302895" cy="203835"/>
            </a:xfrm>
            <a:custGeom>
              <a:avLst/>
              <a:gdLst/>
              <a:ahLst/>
              <a:cxnLst/>
              <a:rect l="l" t="t" r="r" b="b"/>
              <a:pathLst>
                <a:path w="302895" h="203835">
                  <a:moveTo>
                    <a:pt x="268799" y="203399"/>
                  </a:moveTo>
                  <a:lnTo>
                    <a:pt x="33900" y="203399"/>
                  </a:lnTo>
                  <a:lnTo>
                    <a:pt x="20705" y="200735"/>
                  </a:lnTo>
                  <a:lnTo>
                    <a:pt x="9929" y="193470"/>
                  </a:lnTo>
                  <a:lnTo>
                    <a:pt x="2664" y="182695"/>
                  </a:lnTo>
                  <a:lnTo>
                    <a:pt x="0" y="169499"/>
                  </a:lnTo>
                  <a:lnTo>
                    <a:pt x="0" y="33900"/>
                  </a:lnTo>
                  <a:lnTo>
                    <a:pt x="2664" y="20705"/>
                  </a:lnTo>
                  <a:lnTo>
                    <a:pt x="9929" y="9929"/>
                  </a:lnTo>
                  <a:lnTo>
                    <a:pt x="20705" y="2664"/>
                  </a:lnTo>
                  <a:lnTo>
                    <a:pt x="33900" y="0"/>
                  </a:lnTo>
                  <a:lnTo>
                    <a:pt x="268799" y="0"/>
                  </a:lnTo>
                  <a:lnTo>
                    <a:pt x="302042" y="27256"/>
                  </a:lnTo>
                  <a:lnTo>
                    <a:pt x="302699" y="33900"/>
                  </a:lnTo>
                  <a:lnTo>
                    <a:pt x="302699" y="169499"/>
                  </a:lnTo>
                  <a:lnTo>
                    <a:pt x="300035" y="182695"/>
                  </a:lnTo>
                  <a:lnTo>
                    <a:pt x="292770" y="193470"/>
                  </a:lnTo>
                  <a:lnTo>
                    <a:pt x="281995" y="200735"/>
                  </a:lnTo>
                  <a:lnTo>
                    <a:pt x="268799" y="203399"/>
                  </a:lnTo>
                  <a:close/>
                </a:path>
              </a:pathLst>
            </a:custGeom>
            <a:solidFill>
              <a:srgbClr val="FAADB3"/>
            </a:solidFill>
          </p:spPr>
          <p:txBody>
            <a:bodyPr wrap="square" lIns="0" tIns="0" rIns="0" bIns="0" rtlCol="0"/>
            <a:lstStyle/>
            <a:p>
              <a:endParaRPr sz="2400"/>
            </a:p>
          </p:txBody>
        </p:sp>
        <p:sp>
          <p:nvSpPr>
            <p:cNvPr id="22" name="object 22"/>
            <p:cNvSpPr/>
            <p:nvPr/>
          </p:nvSpPr>
          <p:spPr>
            <a:xfrm>
              <a:off x="4767880" y="2048167"/>
              <a:ext cx="302895" cy="203835"/>
            </a:xfrm>
            <a:custGeom>
              <a:avLst/>
              <a:gdLst/>
              <a:ahLst/>
              <a:cxnLst/>
              <a:rect l="l" t="t" r="r" b="b"/>
              <a:pathLst>
                <a:path w="302895" h="203835">
                  <a:moveTo>
                    <a:pt x="0" y="33900"/>
                  </a:moveTo>
                  <a:lnTo>
                    <a:pt x="2664" y="20705"/>
                  </a:lnTo>
                  <a:lnTo>
                    <a:pt x="9929" y="9929"/>
                  </a:lnTo>
                  <a:lnTo>
                    <a:pt x="20705" y="2664"/>
                  </a:lnTo>
                  <a:lnTo>
                    <a:pt x="33900" y="0"/>
                  </a:lnTo>
                  <a:lnTo>
                    <a:pt x="268799" y="0"/>
                  </a:lnTo>
                  <a:lnTo>
                    <a:pt x="302042" y="27256"/>
                  </a:lnTo>
                  <a:lnTo>
                    <a:pt x="302699" y="33900"/>
                  </a:lnTo>
                  <a:lnTo>
                    <a:pt x="302699" y="169499"/>
                  </a:lnTo>
                  <a:lnTo>
                    <a:pt x="300035" y="182695"/>
                  </a:lnTo>
                  <a:lnTo>
                    <a:pt x="292770" y="193470"/>
                  </a:lnTo>
                  <a:lnTo>
                    <a:pt x="281995" y="200735"/>
                  </a:lnTo>
                  <a:lnTo>
                    <a:pt x="268799" y="203399"/>
                  </a:lnTo>
                  <a:lnTo>
                    <a:pt x="33900" y="203399"/>
                  </a:lnTo>
                  <a:lnTo>
                    <a:pt x="20705" y="200735"/>
                  </a:lnTo>
                  <a:lnTo>
                    <a:pt x="9929" y="193470"/>
                  </a:lnTo>
                  <a:lnTo>
                    <a:pt x="2664" y="182695"/>
                  </a:lnTo>
                  <a:lnTo>
                    <a:pt x="0" y="169499"/>
                  </a:lnTo>
                  <a:lnTo>
                    <a:pt x="0" y="33900"/>
                  </a:lnTo>
                  <a:close/>
                </a:path>
              </a:pathLst>
            </a:custGeom>
            <a:ln w="5474">
              <a:solidFill>
                <a:srgbClr val="595959"/>
              </a:solidFill>
            </a:ln>
          </p:spPr>
          <p:txBody>
            <a:bodyPr wrap="square" lIns="0" tIns="0" rIns="0" bIns="0" rtlCol="0"/>
            <a:lstStyle/>
            <a:p>
              <a:endParaRPr sz="2400"/>
            </a:p>
          </p:txBody>
        </p:sp>
        <p:sp>
          <p:nvSpPr>
            <p:cNvPr id="23" name="object 23"/>
            <p:cNvSpPr/>
            <p:nvPr/>
          </p:nvSpPr>
          <p:spPr>
            <a:xfrm>
              <a:off x="5075299" y="2043862"/>
              <a:ext cx="532130" cy="220345"/>
            </a:xfrm>
            <a:custGeom>
              <a:avLst/>
              <a:gdLst/>
              <a:ahLst/>
              <a:cxnLst/>
              <a:rect l="l" t="t" r="r" b="b"/>
              <a:pathLst>
                <a:path w="532129" h="220344">
                  <a:moveTo>
                    <a:pt x="4952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495249" y="0"/>
                  </a:lnTo>
                  <a:lnTo>
                    <a:pt x="529110" y="22624"/>
                  </a:lnTo>
                  <a:lnTo>
                    <a:pt x="531899" y="36650"/>
                  </a:lnTo>
                  <a:lnTo>
                    <a:pt x="531899" y="183249"/>
                  </a:lnTo>
                  <a:lnTo>
                    <a:pt x="529019" y="197515"/>
                  </a:lnTo>
                  <a:lnTo>
                    <a:pt x="521165" y="209165"/>
                  </a:lnTo>
                  <a:lnTo>
                    <a:pt x="509515" y="217019"/>
                  </a:lnTo>
                  <a:lnTo>
                    <a:pt x="495249" y="219899"/>
                  </a:lnTo>
                  <a:close/>
                </a:path>
              </a:pathLst>
            </a:custGeom>
            <a:solidFill>
              <a:srgbClr val="E9F1F4"/>
            </a:solidFill>
          </p:spPr>
          <p:txBody>
            <a:bodyPr wrap="square" lIns="0" tIns="0" rIns="0" bIns="0" rtlCol="0"/>
            <a:lstStyle/>
            <a:p>
              <a:endParaRPr sz="2400"/>
            </a:p>
          </p:txBody>
        </p:sp>
        <p:sp>
          <p:nvSpPr>
            <p:cNvPr id="24" name="object 24"/>
            <p:cNvSpPr/>
            <p:nvPr/>
          </p:nvSpPr>
          <p:spPr>
            <a:xfrm>
              <a:off x="5075299" y="2043862"/>
              <a:ext cx="532130" cy="220345"/>
            </a:xfrm>
            <a:custGeom>
              <a:avLst/>
              <a:gdLst/>
              <a:ahLst/>
              <a:cxnLst/>
              <a:rect l="l" t="t" r="r" b="b"/>
              <a:pathLst>
                <a:path w="532129" h="220344">
                  <a:moveTo>
                    <a:pt x="0" y="36650"/>
                  </a:moveTo>
                  <a:lnTo>
                    <a:pt x="2880" y="22384"/>
                  </a:lnTo>
                  <a:lnTo>
                    <a:pt x="10734" y="10734"/>
                  </a:lnTo>
                  <a:lnTo>
                    <a:pt x="22384" y="2880"/>
                  </a:lnTo>
                  <a:lnTo>
                    <a:pt x="36650" y="0"/>
                  </a:lnTo>
                  <a:lnTo>
                    <a:pt x="495249" y="0"/>
                  </a:lnTo>
                  <a:lnTo>
                    <a:pt x="529110" y="22624"/>
                  </a:lnTo>
                  <a:lnTo>
                    <a:pt x="531899" y="36650"/>
                  </a:lnTo>
                  <a:lnTo>
                    <a:pt x="531899" y="183249"/>
                  </a:lnTo>
                  <a:lnTo>
                    <a:pt x="529019" y="197515"/>
                  </a:lnTo>
                  <a:lnTo>
                    <a:pt x="521165" y="209165"/>
                  </a:lnTo>
                  <a:lnTo>
                    <a:pt x="509515" y="217019"/>
                  </a:lnTo>
                  <a:lnTo>
                    <a:pt x="4952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grpSp>
      <p:grpSp>
        <p:nvGrpSpPr>
          <p:cNvPr id="25" name="object 25"/>
          <p:cNvGrpSpPr/>
          <p:nvPr/>
        </p:nvGrpSpPr>
        <p:grpSpPr>
          <a:xfrm>
            <a:off x="5880441" y="3206216"/>
            <a:ext cx="2312247" cy="306493"/>
            <a:chOff x="4410330" y="2404662"/>
            <a:chExt cx="1734185" cy="229870"/>
          </a:xfrm>
        </p:grpSpPr>
        <p:sp>
          <p:nvSpPr>
            <p:cNvPr id="26" name="object 26"/>
            <p:cNvSpPr/>
            <p:nvPr/>
          </p:nvSpPr>
          <p:spPr>
            <a:xfrm>
              <a:off x="4415092" y="2519375"/>
              <a:ext cx="295910" cy="2540"/>
            </a:xfrm>
            <a:custGeom>
              <a:avLst/>
              <a:gdLst/>
              <a:ahLst/>
              <a:cxnLst/>
              <a:rect l="l" t="t" r="r" b="b"/>
              <a:pathLst>
                <a:path w="295910" h="2539">
                  <a:moveTo>
                    <a:pt x="0" y="0"/>
                  </a:moveTo>
                  <a:lnTo>
                    <a:pt x="295651" y="2513"/>
                  </a:lnTo>
                </a:path>
              </a:pathLst>
            </a:custGeom>
            <a:ln w="9524">
              <a:solidFill>
                <a:srgbClr val="595959"/>
              </a:solidFill>
            </a:ln>
          </p:spPr>
          <p:txBody>
            <a:bodyPr wrap="square" lIns="0" tIns="0" rIns="0" bIns="0" rtlCol="0"/>
            <a:lstStyle/>
            <a:p>
              <a:endParaRPr sz="2400"/>
            </a:p>
          </p:txBody>
        </p:sp>
        <p:sp>
          <p:nvSpPr>
            <p:cNvPr id="27" name="object 27"/>
            <p:cNvSpPr/>
            <p:nvPr/>
          </p:nvSpPr>
          <p:spPr>
            <a:xfrm>
              <a:off x="4710611" y="2506156"/>
              <a:ext cx="43815" cy="31750"/>
            </a:xfrm>
            <a:custGeom>
              <a:avLst/>
              <a:gdLst/>
              <a:ahLst/>
              <a:cxnLst/>
              <a:rect l="l" t="t" r="r" b="b"/>
              <a:pathLst>
                <a:path w="43814" h="31750">
                  <a:moveTo>
                    <a:pt x="0" y="31464"/>
                  </a:moveTo>
                  <a:lnTo>
                    <a:pt x="267" y="0"/>
                  </a:lnTo>
                  <a:lnTo>
                    <a:pt x="43357" y="16099"/>
                  </a:lnTo>
                  <a:lnTo>
                    <a:pt x="0" y="31464"/>
                  </a:lnTo>
                  <a:close/>
                </a:path>
              </a:pathLst>
            </a:custGeom>
            <a:solidFill>
              <a:srgbClr val="595959"/>
            </a:solidFill>
          </p:spPr>
          <p:txBody>
            <a:bodyPr wrap="square" lIns="0" tIns="0" rIns="0" bIns="0" rtlCol="0"/>
            <a:lstStyle/>
            <a:p>
              <a:endParaRPr sz="2400"/>
            </a:p>
          </p:txBody>
        </p:sp>
        <p:sp>
          <p:nvSpPr>
            <p:cNvPr id="28" name="object 28"/>
            <p:cNvSpPr/>
            <p:nvPr/>
          </p:nvSpPr>
          <p:spPr>
            <a:xfrm>
              <a:off x="4710611" y="2506156"/>
              <a:ext cx="43815" cy="31750"/>
            </a:xfrm>
            <a:custGeom>
              <a:avLst/>
              <a:gdLst/>
              <a:ahLst/>
              <a:cxnLst/>
              <a:rect l="l" t="t" r="r" b="b"/>
              <a:pathLst>
                <a:path w="43814" h="31750">
                  <a:moveTo>
                    <a:pt x="0" y="31464"/>
                  </a:moveTo>
                  <a:lnTo>
                    <a:pt x="43357" y="16099"/>
                  </a:lnTo>
                  <a:lnTo>
                    <a:pt x="267" y="0"/>
                  </a:lnTo>
                  <a:lnTo>
                    <a:pt x="0" y="31464"/>
                  </a:lnTo>
                  <a:close/>
                </a:path>
              </a:pathLst>
            </a:custGeom>
            <a:ln w="9524">
              <a:solidFill>
                <a:srgbClr val="595959"/>
              </a:solidFill>
            </a:ln>
          </p:spPr>
          <p:txBody>
            <a:bodyPr wrap="square" lIns="0" tIns="0" rIns="0" bIns="0" rtlCol="0"/>
            <a:lstStyle/>
            <a:p>
              <a:endParaRPr sz="2400"/>
            </a:p>
          </p:txBody>
        </p:sp>
        <p:sp>
          <p:nvSpPr>
            <p:cNvPr id="29" name="object 29"/>
            <p:cNvSpPr/>
            <p:nvPr/>
          </p:nvSpPr>
          <p:spPr>
            <a:xfrm>
              <a:off x="4767880" y="2420817"/>
              <a:ext cx="302895" cy="203835"/>
            </a:xfrm>
            <a:custGeom>
              <a:avLst/>
              <a:gdLst/>
              <a:ahLst/>
              <a:cxnLst/>
              <a:rect l="l" t="t" r="r" b="b"/>
              <a:pathLst>
                <a:path w="302895" h="203835">
                  <a:moveTo>
                    <a:pt x="268799" y="203399"/>
                  </a:moveTo>
                  <a:lnTo>
                    <a:pt x="33900" y="203399"/>
                  </a:lnTo>
                  <a:lnTo>
                    <a:pt x="20705" y="200735"/>
                  </a:lnTo>
                  <a:lnTo>
                    <a:pt x="9929" y="193470"/>
                  </a:lnTo>
                  <a:lnTo>
                    <a:pt x="2664" y="182695"/>
                  </a:lnTo>
                  <a:lnTo>
                    <a:pt x="0" y="169499"/>
                  </a:lnTo>
                  <a:lnTo>
                    <a:pt x="0" y="33900"/>
                  </a:lnTo>
                  <a:lnTo>
                    <a:pt x="2664" y="20705"/>
                  </a:lnTo>
                  <a:lnTo>
                    <a:pt x="9929" y="9929"/>
                  </a:lnTo>
                  <a:lnTo>
                    <a:pt x="20705" y="2664"/>
                  </a:lnTo>
                  <a:lnTo>
                    <a:pt x="33900" y="0"/>
                  </a:lnTo>
                  <a:lnTo>
                    <a:pt x="268799" y="0"/>
                  </a:lnTo>
                  <a:lnTo>
                    <a:pt x="302042" y="27256"/>
                  </a:lnTo>
                  <a:lnTo>
                    <a:pt x="302699" y="33900"/>
                  </a:lnTo>
                  <a:lnTo>
                    <a:pt x="302699" y="169499"/>
                  </a:lnTo>
                  <a:lnTo>
                    <a:pt x="300035" y="182695"/>
                  </a:lnTo>
                  <a:lnTo>
                    <a:pt x="292770" y="193470"/>
                  </a:lnTo>
                  <a:lnTo>
                    <a:pt x="281995" y="200735"/>
                  </a:lnTo>
                  <a:lnTo>
                    <a:pt x="268799" y="203399"/>
                  </a:lnTo>
                  <a:close/>
                </a:path>
              </a:pathLst>
            </a:custGeom>
            <a:solidFill>
              <a:srgbClr val="FAADB3"/>
            </a:solidFill>
          </p:spPr>
          <p:txBody>
            <a:bodyPr wrap="square" lIns="0" tIns="0" rIns="0" bIns="0" rtlCol="0"/>
            <a:lstStyle/>
            <a:p>
              <a:endParaRPr sz="2400"/>
            </a:p>
          </p:txBody>
        </p:sp>
        <p:sp>
          <p:nvSpPr>
            <p:cNvPr id="30" name="object 30"/>
            <p:cNvSpPr/>
            <p:nvPr/>
          </p:nvSpPr>
          <p:spPr>
            <a:xfrm>
              <a:off x="4767880" y="2420817"/>
              <a:ext cx="302895" cy="203835"/>
            </a:xfrm>
            <a:custGeom>
              <a:avLst/>
              <a:gdLst/>
              <a:ahLst/>
              <a:cxnLst/>
              <a:rect l="l" t="t" r="r" b="b"/>
              <a:pathLst>
                <a:path w="302895" h="203835">
                  <a:moveTo>
                    <a:pt x="0" y="33900"/>
                  </a:moveTo>
                  <a:lnTo>
                    <a:pt x="2664" y="20705"/>
                  </a:lnTo>
                  <a:lnTo>
                    <a:pt x="9929" y="9929"/>
                  </a:lnTo>
                  <a:lnTo>
                    <a:pt x="20705" y="2664"/>
                  </a:lnTo>
                  <a:lnTo>
                    <a:pt x="33900" y="0"/>
                  </a:lnTo>
                  <a:lnTo>
                    <a:pt x="268799" y="0"/>
                  </a:lnTo>
                  <a:lnTo>
                    <a:pt x="302042" y="27256"/>
                  </a:lnTo>
                  <a:lnTo>
                    <a:pt x="302699" y="33900"/>
                  </a:lnTo>
                  <a:lnTo>
                    <a:pt x="302699" y="169499"/>
                  </a:lnTo>
                  <a:lnTo>
                    <a:pt x="300035" y="182695"/>
                  </a:lnTo>
                  <a:lnTo>
                    <a:pt x="292770" y="193470"/>
                  </a:lnTo>
                  <a:lnTo>
                    <a:pt x="281995" y="200735"/>
                  </a:lnTo>
                  <a:lnTo>
                    <a:pt x="268799" y="203399"/>
                  </a:lnTo>
                  <a:lnTo>
                    <a:pt x="33900" y="203399"/>
                  </a:lnTo>
                  <a:lnTo>
                    <a:pt x="20705" y="200735"/>
                  </a:lnTo>
                  <a:lnTo>
                    <a:pt x="9929" y="193470"/>
                  </a:lnTo>
                  <a:lnTo>
                    <a:pt x="2664" y="182695"/>
                  </a:lnTo>
                  <a:lnTo>
                    <a:pt x="0" y="169499"/>
                  </a:lnTo>
                  <a:lnTo>
                    <a:pt x="0" y="33900"/>
                  </a:lnTo>
                  <a:close/>
                </a:path>
              </a:pathLst>
            </a:custGeom>
            <a:ln w="5474">
              <a:solidFill>
                <a:srgbClr val="595959"/>
              </a:solidFill>
            </a:ln>
          </p:spPr>
          <p:txBody>
            <a:bodyPr wrap="square" lIns="0" tIns="0" rIns="0" bIns="0" rtlCol="0"/>
            <a:lstStyle/>
            <a:p>
              <a:endParaRPr sz="2400"/>
            </a:p>
          </p:txBody>
        </p:sp>
        <p:sp>
          <p:nvSpPr>
            <p:cNvPr id="31" name="object 31"/>
            <p:cNvSpPr/>
            <p:nvPr/>
          </p:nvSpPr>
          <p:spPr>
            <a:xfrm>
              <a:off x="5607322" y="2409425"/>
              <a:ext cx="532130" cy="220345"/>
            </a:xfrm>
            <a:custGeom>
              <a:avLst/>
              <a:gdLst/>
              <a:ahLst/>
              <a:cxnLst/>
              <a:rect l="l" t="t" r="r" b="b"/>
              <a:pathLst>
                <a:path w="532129" h="220344">
                  <a:moveTo>
                    <a:pt x="4952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close/>
                </a:path>
              </a:pathLst>
            </a:custGeom>
            <a:solidFill>
              <a:srgbClr val="E9F1F4"/>
            </a:solidFill>
          </p:spPr>
          <p:txBody>
            <a:bodyPr wrap="square" lIns="0" tIns="0" rIns="0" bIns="0" rtlCol="0"/>
            <a:lstStyle/>
            <a:p>
              <a:endParaRPr sz="2400"/>
            </a:p>
          </p:txBody>
        </p:sp>
        <p:sp>
          <p:nvSpPr>
            <p:cNvPr id="32" name="object 32"/>
            <p:cNvSpPr/>
            <p:nvPr/>
          </p:nvSpPr>
          <p:spPr>
            <a:xfrm>
              <a:off x="5607322" y="2409425"/>
              <a:ext cx="532130" cy="220345"/>
            </a:xfrm>
            <a:custGeom>
              <a:avLst/>
              <a:gdLst/>
              <a:ahLst/>
              <a:cxnLst/>
              <a:rect l="l" t="t" r="r" b="b"/>
              <a:pathLst>
                <a:path w="532129" h="220344">
                  <a:moveTo>
                    <a:pt x="0" y="36650"/>
                  </a:move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sp>
          <p:nvSpPr>
            <p:cNvPr id="33" name="object 33"/>
            <p:cNvSpPr/>
            <p:nvPr/>
          </p:nvSpPr>
          <p:spPr>
            <a:xfrm>
              <a:off x="5075299" y="2409425"/>
              <a:ext cx="532130" cy="220345"/>
            </a:xfrm>
            <a:custGeom>
              <a:avLst/>
              <a:gdLst/>
              <a:ahLst/>
              <a:cxnLst/>
              <a:rect l="l" t="t" r="r" b="b"/>
              <a:pathLst>
                <a:path w="532129" h="220344">
                  <a:moveTo>
                    <a:pt x="4952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close/>
                </a:path>
              </a:pathLst>
            </a:custGeom>
            <a:solidFill>
              <a:srgbClr val="E9F1F4"/>
            </a:solidFill>
          </p:spPr>
          <p:txBody>
            <a:bodyPr wrap="square" lIns="0" tIns="0" rIns="0" bIns="0" rtlCol="0"/>
            <a:lstStyle/>
            <a:p>
              <a:endParaRPr sz="2400"/>
            </a:p>
          </p:txBody>
        </p:sp>
        <p:sp>
          <p:nvSpPr>
            <p:cNvPr id="34" name="object 34"/>
            <p:cNvSpPr/>
            <p:nvPr/>
          </p:nvSpPr>
          <p:spPr>
            <a:xfrm>
              <a:off x="5075299" y="2409425"/>
              <a:ext cx="532130" cy="220345"/>
            </a:xfrm>
            <a:custGeom>
              <a:avLst/>
              <a:gdLst/>
              <a:ahLst/>
              <a:cxnLst/>
              <a:rect l="l" t="t" r="r" b="b"/>
              <a:pathLst>
                <a:path w="532129" h="220344">
                  <a:moveTo>
                    <a:pt x="0" y="36650"/>
                  </a:move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grpSp>
      <p:grpSp>
        <p:nvGrpSpPr>
          <p:cNvPr id="35" name="object 35"/>
          <p:cNvGrpSpPr/>
          <p:nvPr/>
        </p:nvGrpSpPr>
        <p:grpSpPr>
          <a:xfrm>
            <a:off x="6353365" y="3710683"/>
            <a:ext cx="2642447" cy="306493"/>
            <a:chOff x="4765023" y="2783012"/>
            <a:chExt cx="1981835" cy="229870"/>
          </a:xfrm>
        </p:grpSpPr>
        <p:sp>
          <p:nvSpPr>
            <p:cNvPr id="36" name="object 36"/>
            <p:cNvSpPr/>
            <p:nvPr/>
          </p:nvSpPr>
          <p:spPr>
            <a:xfrm>
              <a:off x="4767880" y="2793467"/>
              <a:ext cx="302895" cy="203835"/>
            </a:xfrm>
            <a:custGeom>
              <a:avLst/>
              <a:gdLst/>
              <a:ahLst/>
              <a:cxnLst/>
              <a:rect l="l" t="t" r="r" b="b"/>
              <a:pathLst>
                <a:path w="302895" h="203835">
                  <a:moveTo>
                    <a:pt x="268799" y="203399"/>
                  </a:moveTo>
                  <a:lnTo>
                    <a:pt x="33900" y="203399"/>
                  </a:lnTo>
                  <a:lnTo>
                    <a:pt x="20705" y="200735"/>
                  </a:lnTo>
                  <a:lnTo>
                    <a:pt x="9929" y="193470"/>
                  </a:lnTo>
                  <a:lnTo>
                    <a:pt x="2664" y="182695"/>
                  </a:lnTo>
                  <a:lnTo>
                    <a:pt x="0" y="169499"/>
                  </a:lnTo>
                  <a:lnTo>
                    <a:pt x="0" y="33900"/>
                  </a:lnTo>
                  <a:lnTo>
                    <a:pt x="2664" y="20705"/>
                  </a:lnTo>
                  <a:lnTo>
                    <a:pt x="9929" y="9929"/>
                  </a:lnTo>
                  <a:lnTo>
                    <a:pt x="20705" y="2664"/>
                  </a:lnTo>
                  <a:lnTo>
                    <a:pt x="33900" y="0"/>
                  </a:lnTo>
                  <a:lnTo>
                    <a:pt x="268799" y="0"/>
                  </a:lnTo>
                  <a:lnTo>
                    <a:pt x="302042" y="27256"/>
                  </a:lnTo>
                  <a:lnTo>
                    <a:pt x="302699" y="33900"/>
                  </a:lnTo>
                  <a:lnTo>
                    <a:pt x="302699" y="169499"/>
                  </a:lnTo>
                  <a:lnTo>
                    <a:pt x="300035" y="182695"/>
                  </a:lnTo>
                  <a:lnTo>
                    <a:pt x="292770" y="193470"/>
                  </a:lnTo>
                  <a:lnTo>
                    <a:pt x="281995" y="200735"/>
                  </a:lnTo>
                  <a:lnTo>
                    <a:pt x="268799" y="203399"/>
                  </a:lnTo>
                  <a:close/>
                </a:path>
              </a:pathLst>
            </a:custGeom>
            <a:solidFill>
              <a:srgbClr val="FAADB3"/>
            </a:solidFill>
          </p:spPr>
          <p:txBody>
            <a:bodyPr wrap="square" lIns="0" tIns="0" rIns="0" bIns="0" rtlCol="0"/>
            <a:lstStyle/>
            <a:p>
              <a:endParaRPr sz="2400"/>
            </a:p>
          </p:txBody>
        </p:sp>
        <p:sp>
          <p:nvSpPr>
            <p:cNvPr id="37" name="object 37"/>
            <p:cNvSpPr/>
            <p:nvPr/>
          </p:nvSpPr>
          <p:spPr>
            <a:xfrm>
              <a:off x="4767880" y="2793467"/>
              <a:ext cx="302895" cy="203835"/>
            </a:xfrm>
            <a:custGeom>
              <a:avLst/>
              <a:gdLst/>
              <a:ahLst/>
              <a:cxnLst/>
              <a:rect l="l" t="t" r="r" b="b"/>
              <a:pathLst>
                <a:path w="302895" h="203835">
                  <a:moveTo>
                    <a:pt x="0" y="33900"/>
                  </a:moveTo>
                  <a:lnTo>
                    <a:pt x="2664" y="20705"/>
                  </a:lnTo>
                  <a:lnTo>
                    <a:pt x="9929" y="9929"/>
                  </a:lnTo>
                  <a:lnTo>
                    <a:pt x="20705" y="2664"/>
                  </a:lnTo>
                  <a:lnTo>
                    <a:pt x="33900" y="0"/>
                  </a:lnTo>
                  <a:lnTo>
                    <a:pt x="268799" y="0"/>
                  </a:lnTo>
                  <a:lnTo>
                    <a:pt x="302042" y="27256"/>
                  </a:lnTo>
                  <a:lnTo>
                    <a:pt x="302699" y="33900"/>
                  </a:lnTo>
                  <a:lnTo>
                    <a:pt x="302699" y="169499"/>
                  </a:lnTo>
                  <a:lnTo>
                    <a:pt x="300035" y="182695"/>
                  </a:lnTo>
                  <a:lnTo>
                    <a:pt x="292770" y="193470"/>
                  </a:lnTo>
                  <a:lnTo>
                    <a:pt x="281995" y="200735"/>
                  </a:lnTo>
                  <a:lnTo>
                    <a:pt x="268799" y="203399"/>
                  </a:lnTo>
                  <a:lnTo>
                    <a:pt x="33900" y="203399"/>
                  </a:lnTo>
                  <a:lnTo>
                    <a:pt x="20705" y="200735"/>
                  </a:lnTo>
                  <a:lnTo>
                    <a:pt x="9929" y="193470"/>
                  </a:lnTo>
                  <a:lnTo>
                    <a:pt x="2664" y="182695"/>
                  </a:lnTo>
                  <a:lnTo>
                    <a:pt x="0" y="169499"/>
                  </a:lnTo>
                  <a:lnTo>
                    <a:pt x="0" y="33900"/>
                  </a:lnTo>
                  <a:close/>
                </a:path>
              </a:pathLst>
            </a:custGeom>
            <a:ln w="5474">
              <a:solidFill>
                <a:srgbClr val="595959"/>
              </a:solidFill>
            </a:ln>
          </p:spPr>
          <p:txBody>
            <a:bodyPr wrap="square" lIns="0" tIns="0" rIns="0" bIns="0" rtlCol="0"/>
            <a:lstStyle/>
            <a:p>
              <a:endParaRPr sz="2400"/>
            </a:p>
          </p:txBody>
        </p:sp>
        <p:sp>
          <p:nvSpPr>
            <p:cNvPr id="38" name="object 38"/>
            <p:cNvSpPr/>
            <p:nvPr/>
          </p:nvSpPr>
          <p:spPr>
            <a:xfrm>
              <a:off x="5602597" y="2787774"/>
              <a:ext cx="532130" cy="220345"/>
            </a:xfrm>
            <a:custGeom>
              <a:avLst/>
              <a:gdLst/>
              <a:ahLst/>
              <a:cxnLst/>
              <a:rect l="l" t="t" r="r" b="b"/>
              <a:pathLst>
                <a:path w="532129" h="220344">
                  <a:moveTo>
                    <a:pt x="4952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close/>
                </a:path>
              </a:pathLst>
            </a:custGeom>
            <a:solidFill>
              <a:srgbClr val="E9F1F4"/>
            </a:solidFill>
          </p:spPr>
          <p:txBody>
            <a:bodyPr wrap="square" lIns="0" tIns="0" rIns="0" bIns="0" rtlCol="0"/>
            <a:lstStyle/>
            <a:p>
              <a:endParaRPr sz="2400"/>
            </a:p>
          </p:txBody>
        </p:sp>
        <p:sp>
          <p:nvSpPr>
            <p:cNvPr id="39" name="object 39"/>
            <p:cNvSpPr/>
            <p:nvPr/>
          </p:nvSpPr>
          <p:spPr>
            <a:xfrm>
              <a:off x="5602597" y="2787774"/>
              <a:ext cx="532130" cy="220345"/>
            </a:xfrm>
            <a:custGeom>
              <a:avLst/>
              <a:gdLst/>
              <a:ahLst/>
              <a:cxnLst/>
              <a:rect l="l" t="t" r="r" b="b"/>
              <a:pathLst>
                <a:path w="532129" h="220344">
                  <a:moveTo>
                    <a:pt x="0" y="36650"/>
                  </a:move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sp>
          <p:nvSpPr>
            <p:cNvPr id="40" name="object 40"/>
            <p:cNvSpPr/>
            <p:nvPr/>
          </p:nvSpPr>
          <p:spPr>
            <a:xfrm>
              <a:off x="6134624" y="2787774"/>
              <a:ext cx="607695" cy="220345"/>
            </a:xfrm>
            <a:custGeom>
              <a:avLst/>
              <a:gdLst/>
              <a:ahLst/>
              <a:cxnLst/>
              <a:rect l="l" t="t" r="r" b="b"/>
              <a:pathLst>
                <a:path w="607695" h="220344">
                  <a:moveTo>
                    <a:pt x="5705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570549" y="0"/>
                  </a:lnTo>
                  <a:lnTo>
                    <a:pt x="604410" y="22625"/>
                  </a:lnTo>
                  <a:lnTo>
                    <a:pt x="607199" y="36650"/>
                  </a:lnTo>
                  <a:lnTo>
                    <a:pt x="607199" y="183249"/>
                  </a:lnTo>
                  <a:lnTo>
                    <a:pt x="604319" y="197515"/>
                  </a:lnTo>
                  <a:lnTo>
                    <a:pt x="596465" y="209165"/>
                  </a:lnTo>
                  <a:lnTo>
                    <a:pt x="584815" y="217019"/>
                  </a:lnTo>
                  <a:lnTo>
                    <a:pt x="570549" y="219899"/>
                  </a:lnTo>
                  <a:close/>
                </a:path>
              </a:pathLst>
            </a:custGeom>
            <a:solidFill>
              <a:srgbClr val="E9F1F4"/>
            </a:solidFill>
          </p:spPr>
          <p:txBody>
            <a:bodyPr wrap="square" lIns="0" tIns="0" rIns="0" bIns="0" rtlCol="0"/>
            <a:lstStyle/>
            <a:p>
              <a:endParaRPr sz="2400"/>
            </a:p>
          </p:txBody>
        </p:sp>
        <p:sp>
          <p:nvSpPr>
            <p:cNvPr id="41" name="object 41"/>
            <p:cNvSpPr/>
            <p:nvPr/>
          </p:nvSpPr>
          <p:spPr>
            <a:xfrm>
              <a:off x="6134624" y="2787774"/>
              <a:ext cx="607695" cy="220345"/>
            </a:xfrm>
            <a:custGeom>
              <a:avLst/>
              <a:gdLst/>
              <a:ahLst/>
              <a:cxnLst/>
              <a:rect l="l" t="t" r="r" b="b"/>
              <a:pathLst>
                <a:path w="607695" h="220344">
                  <a:moveTo>
                    <a:pt x="0" y="36650"/>
                  </a:moveTo>
                  <a:lnTo>
                    <a:pt x="2880" y="22384"/>
                  </a:lnTo>
                  <a:lnTo>
                    <a:pt x="10734" y="10734"/>
                  </a:lnTo>
                  <a:lnTo>
                    <a:pt x="22384" y="2880"/>
                  </a:lnTo>
                  <a:lnTo>
                    <a:pt x="36650" y="0"/>
                  </a:lnTo>
                  <a:lnTo>
                    <a:pt x="570549" y="0"/>
                  </a:lnTo>
                  <a:lnTo>
                    <a:pt x="604410" y="22625"/>
                  </a:lnTo>
                  <a:lnTo>
                    <a:pt x="607199" y="36650"/>
                  </a:lnTo>
                  <a:lnTo>
                    <a:pt x="607199" y="183249"/>
                  </a:lnTo>
                  <a:lnTo>
                    <a:pt x="604319" y="197515"/>
                  </a:lnTo>
                  <a:lnTo>
                    <a:pt x="596465" y="209165"/>
                  </a:lnTo>
                  <a:lnTo>
                    <a:pt x="584815" y="217019"/>
                  </a:lnTo>
                  <a:lnTo>
                    <a:pt x="5705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sp>
          <p:nvSpPr>
            <p:cNvPr id="42" name="object 42"/>
            <p:cNvSpPr/>
            <p:nvPr/>
          </p:nvSpPr>
          <p:spPr>
            <a:xfrm>
              <a:off x="5070574" y="2787774"/>
              <a:ext cx="532130" cy="220345"/>
            </a:xfrm>
            <a:custGeom>
              <a:avLst/>
              <a:gdLst/>
              <a:ahLst/>
              <a:cxnLst/>
              <a:rect l="l" t="t" r="r" b="b"/>
              <a:pathLst>
                <a:path w="532129" h="220344">
                  <a:moveTo>
                    <a:pt x="4952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close/>
                </a:path>
              </a:pathLst>
            </a:custGeom>
            <a:solidFill>
              <a:srgbClr val="E9F1F4"/>
            </a:solidFill>
          </p:spPr>
          <p:txBody>
            <a:bodyPr wrap="square" lIns="0" tIns="0" rIns="0" bIns="0" rtlCol="0"/>
            <a:lstStyle/>
            <a:p>
              <a:endParaRPr sz="2400"/>
            </a:p>
          </p:txBody>
        </p:sp>
        <p:sp>
          <p:nvSpPr>
            <p:cNvPr id="43" name="object 43"/>
            <p:cNvSpPr/>
            <p:nvPr/>
          </p:nvSpPr>
          <p:spPr>
            <a:xfrm>
              <a:off x="5070574" y="2787774"/>
              <a:ext cx="532130" cy="220345"/>
            </a:xfrm>
            <a:custGeom>
              <a:avLst/>
              <a:gdLst/>
              <a:ahLst/>
              <a:cxnLst/>
              <a:rect l="l" t="t" r="r" b="b"/>
              <a:pathLst>
                <a:path w="532129" h="220344">
                  <a:moveTo>
                    <a:pt x="0" y="36650"/>
                  </a:move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grpSp>
      <p:grpSp>
        <p:nvGrpSpPr>
          <p:cNvPr id="44" name="object 44"/>
          <p:cNvGrpSpPr/>
          <p:nvPr/>
        </p:nvGrpSpPr>
        <p:grpSpPr>
          <a:xfrm>
            <a:off x="6353364" y="4193150"/>
            <a:ext cx="3357880" cy="306493"/>
            <a:chOff x="4765023" y="3144862"/>
            <a:chExt cx="2518410" cy="229870"/>
          </a:xfrm>
        </p:grpSpPr>
        <p:sp>
          <p:nvSpPr>
            <p:cNvPr id="45" name="object 45"/>
            <p:cNvSpPr/>
            <p:nvPr/>
          </p:nvSpPr>
          <p:spPr>
            <a:xfrm>
              <a:off x="4767880" y="3166117"/>
              <a:ext cx="302895" cy="203835"/>
            </a:xfrm>
            <a:custGeom>
              <a:avLst/>
              <a:gdLst/>
              <a:ahLst/>
              <a:cxnLst/>
              <a:rect l="l" t="t" r="r" b="b"/>
              <a:pathLst>
                <a:path w="302895" h="203835">
                  <a:moveTo>
                    <a:pt x="268799" y="203399"/>
                  </a:moveTo>
                  <a:lnTo>
                    <a:pt x="33900" y="203399"/>
                  </a:lnTo>
                  <a:lnTo>
                    <a:pt x="20705" y="200735"/>
                  </a:lnTo>
                  <a:lnTo>
                    <a:pt x="9929" y="193470"/>
                  </a:lnTo>
                  <a:lnTo>
                    <a:pt x="2664" y="182695"/>
                  </a:lnTo>
                  <a:lnTo>
                    <a:pt x="0" y="169499"/>
                  </a:lnTo>
                  <a:lnTo>
                    <a:pt x="0" y="33900"/>
                  </a:lnTo>
                  <a:lnTo>
                    <a:pt x="2664" y="20705"/>
                  </a:lnTo>
                  <a:lnTo>
                    <a:pt x="9929" y="9929"/>
                  </a:lnTo>
                  <a:lnTo>
                    <a:pt x="20705" y="2664"/>
                  </a:lnTo>
                  <a:lnTo>
                    <a:pt x="33900" y="0"/>
                  </a:lnTo>
                  <a:lnTo>
                    <a:pt x="268799" y="0"/>
                  </a:lnTo>
                  <a:lnTo>
                    <a:pt x="302042" y="27256"/>
                  </a:lnTo>
                  <a:lnTo>
                    <a:pt x="302699" y="33900"/>
                  </a:lnTo>
                  <a:lnTo>
                    <a:pt x="302699" y="169499"/>
                  </a:lnTo>
                  <a:lnTo>
                    <a:pt x="300035" y="182695"/>
                  </a:lnTo>
                  <a:lnTo>
                    <a:pt x="292770" y="193470"/>
                  </a:lnTo>
                  <a:lnTo>
                    <a:pt x="281995" y="200735"/>
                  </a:lnTo>
                  <a:lnTo>
                    <a:pt x="268799" y="203399"/>
                  </a:lnTo>
                  <a:close/>
                </a:path>
              </a:pathLst>
            </a:custGeom>
            <a:solidFill>
              <a:srgbClr val="FAADB3"/>
            </a:solidFill>
          </p:spPr>
          <p:txBody>
            <a:bodyPr wrap="square" lIns="0" tIns="0" rIns="0" bIns="0" rtlCol="0"/>
            <a:lstStyle/>
            <a:p>
              <a:endParaRPr sz="2400"/>
            </a:p>
          </p:txBody>
        </p:sp>
        <p:sp>
          <p:nvSpPr>
            <p:cNvPr id="46" name="object 46"/>
            <p:cNvSpPr/>
            <p:nvPr/>
          </p:nvSpPr>
          <p:spPr>
            <a:xfrm>
              <a:off x="4767880" y="3166117"/>
              <a:ext cx="302895" cy="203835"/>
            </a:xfrm>
            <a:custGeom>
              <a:avLst/>
              <a:gdLst/>
              <a:ahLst/>
              <a:cxnLst/>
              <a:rect l="l" t="t" r="r" b="b"/>
              <a:pathLst>
                <a:path w="302895" h="203835">
                  <a:moveTo>
                    <a:pt x="0" y="33900"/>
                  </a:moveTo>
                  <a:lnTo>
                    <a:pt x="2664" y="20705"/>
                  </a:lnTo>
                  <a:lnTo>
                    <a:pt x="9929" y="9929"/>
                  </a:lnTo>
                  <a:lnTo>
                    <a:pt x="20705" y="2664"/>
                  </a:lnTo>
                  <a:lnTo>
                    <a:pt x="33900" y="0"/>
                  </a:lnTo>
                  <a:lnTo>
                    <a:pt x="268799" y="0"/>
                  </a:lnTo>
                  <a:lnTo>
                    <a:pt x="302042" y="27256"/>
                  </a:lnTo>
                  <a:lnTo>
                    <a:pt x="302699" y="33900"/>
                  </a:lnTo>
                  <a:lnTo>
                    <a:pt x="302699" y="169499"/>
                  </a:lnTo>
                  <a:lnTo>
                    <a:pt x="300035" y="182695"/>
                  </a:lnTo>
                  <a:lnTo>
                    <a:pt x="292770" y="193470"/>
                  </a:lnTo>
                  <a:lnTo>
                    <a:pt x="281995" y="200735"/>
                  </a:lnTo>
                  <a:lnTo>
                    <a:pt x="268799" y="203399"/>
                  </a:lnTo>
                  <a:lnTo>
                    <a:pt x="33900" y="203399"/>
                  </a:lnTo>
                  <a:lnTo>
                    <a:pt x="20705" y="200735"/>
                  </a:lnTo>
                  <a:lnTo>
                    <a:pt x="9929" y="193470"/>
                  </a:lnTo>
                  <a:lnTo>
                    <a:pt x="2664" y="182695"/>
                  </a:lnTo>
                  <a:lnTo>
                    <a:pt x="0" y="169499"/>
                  </a:lnTo>
                  <a:lnTo>
                    <a:pt x="0" y="33900"/>
                  </a:lnTo>
                  <a:close/>
                </a:path>
              </a:pathLst>
            </a:custGeom>
            <a:ln w="5474">
              <a:solidFill>
                <a:srgbClr val="595959"/>
              </a:solidFill>
            </a:ln>
          </p:spPr>
          <p:txBody>
            <a:bodyPr wrap="square" lIns="0" tIns="0" rIns="0" bIns="0" rtlCol="0"/>
            <a:lstStyle/>
            <a:p>
              <a:endParaRPr sz="2400"/>
            </a:p>
          </p:txBody>
        </p:sp>
        <p:sp>
          <p:nvSpPr>
            <p:cNvPr id="47" name="object 47"/>
            <p:cNvSpPr/>
            <p:nvPr/>
          </p:nvSpPr>
          <p:spPr>
            <a:xfrm>
              <a:off x="5607322" y="3149624"/>
              <a:ext cx="532130" cy="220345"/>
            </a:xfrm>
            <a:custGeom>
              <a:avLst/>
              <a:gdLst/>
              <a:ahLst/>
              <a:cxnLst/>
              <a:rect l="l" t="t" r="r" b="b"/>
              <a:pathLst>
                <a:path w="532129" h="220345">
                  <a:moveTo>
                    <a:pt x="4952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close/>
                </a:path>
              </a:pathLst>
            </a:custGeom>
            <a:solidFill>
              <a:srgbClr val="E9F1F4"/>
            </a:solidFill>
          </p:spPr>
          <p:txBody>
            <a:bodyPr wrap="square" lIns="0" tIns="0" rIns="0" bIns="0" rtlCol="0"/>
            <a:lstStyle/>
            <a:p>
              <a:endParaRPr sz="2400"/>
            </a:p>
          </p:txBody>
        </p:sp>
        <p:sp>
          <p:nvSpPr>
            <p:cNvPr id="48" name="object 48"/>
            <p:cNvSpPr/>
            <p:nvPr/>
          </p:nvSpPr>
          <p:spPr>
            <a:xfrm>
              <a:off x="5607322" y="3149624"/>
              <a:ext cx="532130" cy="220345"/>
            </a:xfrm>
            <a:custGeom>
              <a:avLst/>
              <a:gdLst/>
              <a:ahLst/>
              <a:cxnLst/>
              <a:rect l="l" t="t" r="r" b="b"/>
              <a:pathLst>
                <a:path w="532129" h="220345">
                  <a:moveTo>
                    <a:pt x="0" y="36650"/>
                  </a:move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sp>
          <p:nvSpPr>
            <p:cNvPr id="49" name="object 49"/>
            <p:cNvSpPr/>
            <p:nvPr/>
          </p:nvSpPr>
          <p:spPr>
            <a:xfrm>
              <a:off x="6139349" y="3149624"/>
              <a:ext cx="607695" cy="220345"/>
            </a:xfrm>
            <a:custGeom>
              <a:avLst/>
              <a:gdLst/>
              <a:ahLst/>
              <a:cxnLst/>
              <a:rect l="l" t="t" r="r" b="b"/>
              <a:pathLst>
                <a:path w="607695" h="220345">
                  <a:moveTo>
                    <a:pt x="5705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570549" y="0"/>
                  </a:lnTo>
                  <a:lnTo>
                    <a:pt x="604410" y="22625"/>
                  </a:lnTo>
                  <a:lnTo>
                    <a:pt x="607199" y="36650"/>
                  </a:lnTo>
                  <a:lnTo>
                    <a:pt x="607199" y="183249"/>
                  </a:lnTo>
                  <a:lnTo>
                    <a:pt x="604319" y="197515"/>
                  </a:lnTo>
                  <a:lnTo>
                    <a:pt x="596465" y="209165"/>
                  </a:lnTo>
                  <a:lnTo>
                    <a:pt x="584815" y="217019"/>
                  </a:lnTo>
                  <a:lnTo>
                    <a:pt x="570549" y="219899"/>
                  </a:lnTo>
                  <a:close/>
                </a:path>
              </a:pathLst>
            </a:custGeom>
            <a:solidFill>
              <a:srgbClr val="E9F1F4"/>
            </a:solidFill>
          </p:spPr>
          <p:txBody>
            <a:bodyPr wrap="square" lIns="0" tIns="0" rIns="0" bIns="0" rtlCol="0"/>
            <a:lstStyle/>
            <a:p>
              <a:endParaRPr sz="2400"/>
            </a:p>
          </p:txBody>
        </p:sp>
        <p:sp>
          <p:nvSpPr>
            <p:cNvPr id="50" name="object 50"/>
            <p:cNvSpPr/>
            <p:nvPr/>
          </p:nvSpPr>
          <p:spPr>
            <a:xfrm>
              <a:off x="6139349" y="3149624"/>
              <a:ext cx="607695" cy="220345"/>
            </a:xfrm>
            <a:custGeom>
              <a:avLst/>
              <a:gdLst/>
              <a:ahLst/>
              <a:cxnLst/>
              <a:rect l="l" t="t" r="r" b="b"/>
              <a:pathLst>
                <a:path w="607695" h="220345">
                  <a:moveTo>
                    <a:pt x="0" y="36650"/>
                  </a:moveTo>
                  <a:lnTo>
                    <a:pt x="2880" y="22384"/>
                  </a:lnTo>
                  <a:lnTo>
                    <a:pt x="10734" y="10734"/>
                  </a:lnTo>
                  <a:lnTo>
                    <a:pt x="22384" y="2880"/>
                  </a:lnTo>
                  <a:lnTo>
                    <a:pt x="36650" y="0"/>
                  </a:lnTo>
                  <a:lnTo>
                    <a:pt x="570549" y="0"/>
                  </a:lnTo>
                  <a:lnTo>
                    <a:pt x="604410" y="22625"/>
                  </a:lnTo>
                  <a:lnTo>
                    <a:pt x="607199" y="36650"/>
                  </a:lnTo>
                  <a:lnTo>
                    <a:pt x="607199" y="183249"/>
                  </a:lnTo>
                  <a:lnTo>
                    <a:pt x="604319" y="197515"/>
                  </a:lnTo>
                  <a:lnTo>
                    <a:pt x="596465" y="209165"/>
                  </a:lnTo>
                  <a:lnTo>
                    <a:pt x="584815" y="217019"/>
                  </a:lnTo>
                  <a:lnTo>
                    <a:pt x="5705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sp>
          <p:nvSpPr>
            <p:cNvPr id="51" name="object 51"/>
            <p:cNvSpPr/>
            <p:nvPr/>
          </p:nvSpPr>
          <p:spPr>
            <a:xfrm>
              <a:off x="6746549" y="3149624"/>
              <a:ext cx="532130" cy="220345"/>
            </a:xfrm>
            <a:custGeom>
              <a:avLst/>
              <a:gdLst/>
              <a:ahLst/>
              <a:cxnLst/>
              <a:rect l="l" t="t" r="r" b="b"/>
              <a:pathLst>
                <a:path w="532129" h="220345">
                  <a:moveTo>
                    <a:pt x="4952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close/>
                </a:path>
              </a:pathLst>
            </a:custGeom>
            <a:solidFill>
              <a:srgbClr val="E9F1F4"/>
            </a:solidFill>
          </p:spPr>
          <p:txBody>
            <a:bodyPr wrap="square" lIns="0" tIns="0" rIns="0" bIns="0" rtlCol="0"/>
            <a:lstStyle/>
            <a:p>
              <a:endParaRPr sz="2400"/>
            </a:p>
          </p:txBody>
        </p:sp>
        <p:sp>
          <p:nvSpPr>
            <p:cNvPr id="52" name="object 52"/>
            <p:cNvSpPr/>
            <p:nvPr/>
          </p:nvSpPr>
          <p:spPr>
            <a:xfrm>
              <a:off x="6746549" y="3149624"/>
              <a:ext cx="532130" cy="220345"/>
            </a:xfrm>
            <a:custGeom>
              <a:avLst/>
              <a:gdLst/>
              <a:ahLst/>
              <a:cxnLst/>
              <a:rect l="l" t="t" r="r" b="b"/>
              <a:pathLst>
                <a:path w="532129" h="220345">
                  <a:moveTo>
                    <a:pt x="0" y="36650"/>
                  </a:move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grpSp>
      <p:grpSp>
        <p:nvGrpSpPr>
          <p:cNvPr id="53" name="object 53"/>
          <p:cNvGrpSpPr/>
          <p:nvPr/>
        </p:nvGrpSpPr>
        <p:grpSpPr>
          <a:xfrm>
            <a:off x="6353524" y="2276806"/>
            <a:ext cx="411480" cy="278553"/>
            <a:chOff x="4765143" y="1707604"/>
            <a:chExt cx="308610" cy="208915"/>
          </a:xfrm>
        </p:grpSpPr>
        <p:sp>
          <p:nvSpPr>
            <p:cNvPr id="54" name="object 54"/>
            <p:cNvSpPr/>
            <p:nvPr/>
          </p:nvSpPr>
          <p:spPr>
            <a:xfrm>
              <a:off x="4767880" y="1710342"/>
              <a:ext cx="302895" cy="203835"/>
            </a:xfrm>
            <a:custGeom>
              <a:avLst/>
              <a:gdLst/>
              <a:ahLst/>
              <a:cxnLst/>
              <a:rect l="l" t="t" r="r" b="b"/>
              <a:pathLst>
                <a:path w="302895" h="203835">
                  <a:moveTo>
                    <a:pt x="268799" y="203399"/>
                  </a:moveTo>
                  <a:lnTo>
                    <a:pt x="33900" y="203399"/>
                  </a:lnTo>
                  <a:lnTo>
                    <a:pt x="20705" y="200735"/>
                  </a:lnTo>
                  <a:lnTo>
                    <a:pt x="9929" y="193470"/>
                  </a:lnTo>
                  <a:lnTo>
                    <a:pt x="2664" y="182695"/>
                  </a:lnTo>
                  <a:lnTo>
                    <a:pt x="0" y="169499"/>
                  </a:lnTo>
                  <a:lnTo>
                    <a:pt x="0" y="33900"/>
                  </a:lnTo>
                  <a:lnTo>
                    <a:pt x="2664" y="20705"/>
                  </a:lnTo>
                  <a:lnTo>
                    <a:pt x="9929" y="9929"/>
                  </a:lnTo>
                  <a:lnTo>
                    <a:pt x="20705" y="2664"/>
                  </a:lnTo>
                  <a:lnTo>
                    <a:pt x="33900" y="0"/>
                  </a:lnTo>
                  <a:lnTo>
                    <a:pt x="268799" y="0"/>
                  </a:lnTo>
                  <a:lnTo>
                    <a:pt x="302042" y="27256"/>
                  </a:lnTo>
                  <a:lnTo>
                    <a:pt x="302699" y="33900"/>
                  </a:lnTo>
                  <a:lnTo>
                    <a:pt x="302699" y="169499"/>
                  </a:lnTo>
                  <a:lnTo>
                    <a:pt x="300035" y="182695"/>
                  </a:lnTo>
                  <a:lnTo>
                    <a:pt x="292770" y="193470"/>
                  </a:lnTo>
                  <a:lnTo>
                    <a:pt x="281995" y="200735"/>
                  </a:lnTo>
                  <a:lnTo>
                    <a:pt x="268799" y="203399"/>
                  </a:lnTo>
                  <a:close/>
                </a:path>
              </a:pathLst>
            </a:custGeom>
            <a:solidFill>
              <a:srgbClr val="FAADB3"/>
            </a:solidFill>
          </p:spPr>
          <p:txBody>
            <a:bodyPr wrap="square" lIns="0" tIns="0" rIns="0" bIns="0" rtlCol="0"/>
            <a:lstStyle/>
            <a:p>
              <a:endParaRPr sz="2400"/>
            </a:p>
          </p:txBody>
        </p:sp>
        <p:sp>
          <p:nvSpPr>
            <p:cNvPr id="55" name="object 55"/>
            <p:cNvSpPr/>
            <p:nvPr/>
          </p:nvSpPr>
          <p:spPr>
            <a:xfrm>
              <a:off x="4767880" y="1710342"/>
              <a:ext cx="302895" cy="203835"/>
            </a:xfrm>
            <a:custGeom>
              <a:avLst/>
              <a:gdLst/>
              <a:ahLst/>
              <a:cxnLst/>
              <a:rect l="l" t="t" r="r" b="b"/>
              <a:pathLst>
                <a:path w="302895" h="203835">
                  <a:moveTo>
                    <a:pt x="0" y="33900"/>
                  </a:moveTo>
                  <a:lnTo>
                    <a:pt x="2664" y="20705"/>
                  </a:lnTo>
                  <a:lnTo>
                    <a:pt x="9929" y="9929"/>
                  </a:lnTo>
                  <a:lnTo>
                    <a:pt x="20705" y="2664"/>
                  </a:lnTo>
                  <a:lnTo>
                    <a:pt x="33900" y="0"/>
                  </a:lnTo>
                  <a:lnTo>
                    <a:pt x="268799" y="0"/>
                  </a:lnTo>
                  <a:lnTo>
                    <a:pt x="302042" y="27256"/>
                  </a:lnTo>
                  <a:lnTo>
                    <a:pt x="302699" y="33900"/>
                  </a:lnTo>
                  <a:lnTo>
                    <a:pt x="302699" y="169499"/>
                  </a:lnTo>
                  <a:lnTo>
                    <a:pt x="300035" y="182695"/>
                  </a:lnTo>
                  <a:lnTo>
                    <a:pt x="292770" y="193470"/>
                  </a:lnTo>
                  <a:lnTo>
                    <a:pt x="281995" y="200735"/>
                  </a:lnTo>
                  <a:lnTo>
                    <a:pt x="268799" y="203399"/>
                  </a:lnTo>
                  <a:lnTo>
                    <a:pt x="33900" y="203399"/>
                  </a:lnTo>
                  <a:lnTo>
                    <a:pt x="20705" y="200735"/>
                  </a:lnTo>
                  <a:lnTo>
                    <a:pt x="9929" y="193470"/>
                  </a:lnTo>
                  <a:lnTo>
                    <a:pt x="2664" y="182695"/>
                  </a:lnTo>
                  <a:lnTo>
                    <a:pt x="0" y="169499"/>
                  </a:lnTo>
                  <a:lnTo>
                    <a:pt x="0" y="33900"/>
                  </a:lnTo>
                  <a:close/>
                </a:path>
              </a:pathLst>
            </a:custGeom>
            <a:ln w="5474">
              <a:solidFill>
                <a:srgbClr val="595959"/>
              </a:solidFill>
            </a:ln>
          </p:spPr>
          <p:txBody>
            <a:bodyPr wrap="square" lIns="0" tIns="0" rIns="0" bIns="0" rtlCol="0"/>
            <a:lstStyle/>
            <a:p>
              <a:endParaRPr sz="2400"/>
            </a:p>
          </p:txBody>
        </p:sp>
      </p:grpSp>
      <p:sp>
        <p:nvSpPr>
          <p:cNvPr id="56" name="object 56"/>
          <p:cNvSpPr txBox="1"/>
          <p:nvPr/>
        </p:nvSpPr>
        <p:spPr>
          <a:xfrm>
            <a:off x="6482782" y="2268515"/>
            <a:ext cx="153247" cy="264175"/>
          </a:xfrm>
          <a:prstGeom prst="rect">
            <a:avLst/>
          </a:prstGeom>
        </p:spPr>
        <p:txBody>
          <a:bodyPr vert="horz" wrap="square" lIns="0" tIns="17780" rIns="0" bIns="0" rtlCol="0">
            <a:spAutoFit/>
          </a:bodyPr>
          <a:lstStyle/>
          <a:p>
            <a:pPr marL="16933">
              <a:spcBef>
                <a:spcPts val="140"/>
              </a:spcBef>
            </a:pPr>
            <a:r>
              <a:rPr sz="1600" spc="-740" dirty="0">
                <a:latin typeface="Lucida Sans Unicode"/>
                <a:cs typeface="Lucida Sans Unicode"/>
              </a:rPr>
              <a:t>…</a:t>
            </a:r>
            <a:endParaRPr sz="1600">
              <a:latin typeface="Lucida Sans Unicode"/>
              <a:cs typeface="Lucida Sans Unicode"/>
            </a:endParaRPr>
          </a:p>
        </p:txBody>
      </p:sp>
      <p:sp>
        <p:nvSpPr>
          <p:cNvPr id="57" name="object 57"/>
          <p:cNvSpPr txBox="1"/>
          <p:nvPr/>
        </p:nvSpPr>
        <p:spPr>
          <a:xfrm>
            <a:off x="8199051" y="3694978"/>
            <a:ext cx="1258992" cy="796927"/>
          </a:xfrm>
          <a:prstGeom prst="rect">
            <a:avLst/>
          </a:prstGeom>
        </p:spPr>
        <p:txBody>
          <a:bodyPr vert="horz" wrap="square" lIns="0" tIns="16933" rIns="0" bIns="0" rtlCol="0">
            <a:spAutoFit/>
          </a:bodyPr>
          <a:lstStyle/>
          <a:p>
            <a:pPr marL="16933">
              <a:spcBef>
                <a:spcPts val="133"/>
              </a:spcBef>
            </a:pPr>
            <a:r>
              <a:rPr sz="1867" spc="60" dirty="0">
                <a:latin typeface="Lucida Sans Unicode"/>
                <a:cs typeface="Lucida Sans Unicode"/>
              </a:rPr>
              <a:t>Which</a:t>
            </a:r>
            <a:endParaRPr sz="1867">
              <a:latin typeface="Lucida Sans Unicode"/>
              <a:cs typeface="Lucida Sans Unicode"/>
            </a:endParaRPr>
          </a:p>
          <a:p>
            <a:pPr marL="22859">
              <a:spcBef>
                <a:spcPts val="1560"/>
              </a:spcBef>
              <a:tabLst>
                <a:tab pos="1059154" algn="l"/>
              </a:tabLst>
            </a:pPr>
            <a:r>
              <a:rPr sz="1867" spc="60" dirty="0">
                <a:latin typeface="Lucida Sans Unicode"/>
                <a:cs typeface="Lucida Sans Unicode"/>
              </a:rPr>
              <a:t>Which</a:t>
            </a:r>
            <a:r>
              <a:rPr sz="1867" dirty="0">
                <a:latin typeface="Lucida Sans Unicode"/>
                <a:cs typeface="Lucida Sans Unicode"/>
              </a:rPr>
              <a:t>	</a:t>
            </a:r>
            <a:r>
              <a:rPr sz="1867" spc="-33" dirty="0">
                <a:latin typeface="Lucida Sans Unicode"/>
                <a:cs typeface="Lucida Sans Unicode"/>
              </a:rPr>
              <a:t>is</a:t>
            </a:r>
            <a:endParaRPr sz="1867">
              <a:latin typeface="Lucida Sans Unicode"/>
              <a:cs typeface="Lucida Sans Unicode"/>
            </a:endParaRPr>
          </a:p>
        </p:txBody>
      </p:sp>
      <p:grpSp>
        <p:nvGrpSpPr>
          <p:cNvPr id="58" name="object 58"/>
          <p:cNvGrpSpPr/>
          <p:nvPr/>
        </p:nvGrpSpPr>
        <p:grpSpPr>
          <a:xfrm>
            <a:off x="6760717" y="4193150"/>
            <a:ext cx="722207" cy="306493"/>
            <a:chOff x="5070537" y="3144862"/>
            <a:chExt cx="541655" cy="229870"/>
          </a:xfrm>
        </p:grpSpPr>
        <p:sp>
          <p:nvSpPr>
            <p:cNvPr id="59" name="object 59"/>
            <p:cNvSpPr/>
            <p:nvPr/>
          </p:nvSpPr>
          <p:spPr>
            <a:xfrm>
              <a:off x="5075299" y="3149624"/>
              <a:ext cx="532130" cy="220345"/>
            </a:xfrm>
            <a:custGeom>
              <a:avLst/>
              <a:gdLst/>
              <a:ahLst/>
              <a:cxnLst/>
              <a:rect l="l" t="t" r="r" b="b"/>
              <a:pathLst>
                <a:path w="532129" h="220345">
                  <a:moveTo>
                    <a:pt x="4952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close/>
                </a:path>
              </a:pathLst>
            </a:custGeom>
            <a:solidFill>
              <a:srgbClr val="E9F1F4"/>
            </a:solidFill>
          </p:spPr>
          <p:txBody>
            <a:bodyPr wrap="square" lIns="0" tIns="0" rIns="0" bIns="0" rtlCol="0"/>
            <a:lstStyle/>
            <a:p>
              <a:endParaRPr sz="2400"/>
            </a:p>
          </p:txBody>
        </p:sp>
        <p:sp>
          <p:nvSpPr>
            <p:cNvPr id="60" name="object 60"/>
            <p:cNvSpPr/>
            <p:nvPr/>
          </p:nvSpPr>
          <p:spPr>
            <a:xfrm>
              <a:off x="5075299" y="3149624"/>
              <a:ext cx="532130" cy="220345"/>
            </a:xfrm>
            <a:custGeom>
              <a:avLst/>
              <a:gdLst/>
              <a:ahLst/>
              <a:cxnLst/>
              <a:rect l="l" t="t" r="r" b="b"/>
              <a:pathLst>
                <a:path w="532129" h="220345">
                  <a:moveTo>
                    <a:pt x="0" y="36650"/>
                  </a:move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grpSp>
      <p:sp>
        <p:nvSpPr>
          <p:cNvPr id="61" name="object 61"/>
          <p:cNvSpPr txBox="1"/>
          <p:nvPr/>
        </p:nvSpPr>
        <p:spPr>
          <a:xfrm>
            <a:off x="6482782" y="2703093"/>
            <a:ext cx="1390225" cy="1794764"/>
          </a:xfrm>
          <a:prstGeom prst="rect">
            <a:avLst/>
          </a:prstGeom>
        </p:spPr>
        <p:txBody>
          <a:bodyPr vert="horz" wrap="square" lIns="0" tIns="16933" rIns="0" bIns="0" rtlCol="0">
            <a:spAutoFit/>
          </a:bodyPr>
          <a:lstStyle/>
          <a:p>
            <a:pPr marL="16933">
              <a:spcBef>
                <a:spcPts val="133"/>
              </a:spcBef>
              <a:tabLst>
                <a:tab pos="354744" algn="l"/>
              </a:tabLst>
            </a:pPr>
            <a:r>
              <a:rPr sz="2400" spc="-1109" baseline="4629" dirty="0">
                <a:latin typeface="Lucida Sans Unicode"/>
                <a:cs typeface="Lucida Sans Unicode"/>
              </a:rPr>
              <a:t>…</a:t>
            </a:r>
            <a:r>
              <a:rPr sz="2400" baseline="4629" dirty="0">
                <a:latin typeface="Lucida Sans Unicode"/>
                <a:cs typeface="Lucida Sans Unicode"/>
              </a:rPr>
              <a:t>	</a:t>
            </a:r>
            <a:r>
              <a:rPr sz="1867" spc="-13" dirty="0">
                <a:latin typeface="Lucida Sans Unicode"/>
                <a:cs typeface="Lucida Sans Unicode"/>
              </a:rPr>
              <a:t>Paris</a:t>
            </a:r>
            <a:endParaRPr sz="1867">
              <a:latin typeface="Lucida Sans Unicode"/>
              <a:cs typeface="Lucida Sans Unicode"/>
            </a:endParaRPr>
          </a:p>
          <a:p>
            <a:pPr marL="16933">
              <a:spcBef>
                <a:spcPts val="1593"/>
              </a:spcBef>
              <a:tabLst>
                <a:tab pos="354744" algn="l"/>
                <a:tab pos="1322459" algn="l"/>
              </a:tabLst>
            </a:pPr>
            <a:r>
              <a:rPr sz="2400" spc="-1109" baseline="2314" dirty="0">
                <a:latin typeface="Lucida Sans Unicode"/>
                <a:cs typeface="Lucida Sans Unicode"/>
              </a:rPr>
              <a:t>…</a:t>
            </a:r>
            <a:r>
              <a:rPr sz="2400" baseline="2314" dirty="0">
                <a:latin typeface="Lucida Sans Unicode"/>
                <a:cs typeface="Lucida Sans Unicode"/>
              </a:rPr>
              <a:t>	</a:t>
            </a:r>
            <a:r>
              <a:rPr sz="1867" spc="-13" dirty="0">
                <a:latin typeface="Lucida Sans Unicode"/>
                <a:cs typeface="Lucida Sans Unicode"/>
              </a:rPr>
              <a:t>Paris</a:t>
            </a:r>
            <a:r>
              <a:rPr sz="1867" dirty="0">
                <a:latin typeface="Lucida Sans Unicode"/>
                <a:cs typeface="Lucida Sans Unicode"/>
              </a:rPr>
              <a:t>	</a:t>
            </a:r>
            <a:r>
              <a:rPr sz="1867" spc="-127" dirty="0">
                <a:latin typeface="Lucida Sans Unicode"/>
                <a:cs typeface="Lucida Sans Unicode"/>
              </a:rPr>
              <a:t>.</a:t>
            </a:r>
            <a:endParaRPr sz="1867">
              <a:latin typeface="Lucida Sans Unicode"/>
              <a:cs typeface="Lucida Sans Unicode"/>
            </a:endParaRPr>
          </a:p>
          <a:p>
            <a:pPr marL="16933">
              <a:spcBef>
                <a:spcPts val="1733"/>
              </a:spcBef>
              <a:tabLst>
                <a:tab pos="347971" algn="l"/>
                <a:tab pos="1316534" algn="l"/>
              </a:tabLst>
            </a:pPr>
            <a:r>
              <a:rPr sz="2400" spc="-1109" baseline="4629" dirty="0">
                <a:latin typeface="Lucida Sans Unicode"/>
                <a:cs typeface="Lucida Sans Unicode"/>
              </a:rPr>
              <a:t>…</a:t>
            </a:r>
            <a:r>
              <a:rPr sz="2400" baseline="4629" dirty="0">
                <a:latin typeface="Lucida Sans Unicode"/>
                <a:cs typeface="Lucida Sans Unicode"/>
              </a:rPr>
              <a:t>	</a:t>
            </a:r>
            <a:r>
              <a:rPr sz="1867" spc="-13" dirty="0">
                <a:latin typeface="Lucida Sans Unicode"/>
                <a:cs typeface="Lucida Sans Unicode"/>
              </a:rPr>
              <a:t>Paris</a:t>
            </a:r>
            <a:r>
              <a:rPr sz="1867" dirty="0">
                <a:latin typeface="Lucida Sans Unicode"/>
                <a:cs typeface="Lucida Sans Unicode"/>
              </a:rPr>
              <a:t>	</a:t>
            </a:r>
            <a:r>
              <a:rPr sz="1867" spc="-80" dirty="0">
                <a:latin typeface="Lucida Sans Unicode"/>
                <a:cs typeface="Lucida Sans Unicode"/>
              </a:rPr>
              <a:t>.</a:t>
            </a:r>
            <a:endParaRPr sz="1867">
              <a:latin typeface="Lucida Sans Unicode"/>
              <a:cs typeface="Lucida Sans Unicode"/>
            </a:endParaRPr>
          </a:p>
          <a:p>
            <a:pPr marL="16933">
              <a:spcBef>
                <a:spcPts val="1560"/>
              </a:spcBef>
              <a:tabLst>
                <a:tab pos="354744" algn="l"/>
                <a:tab pos="1322459" algn="l"/>
              </a:tabLst>
            </a:pPr>
            <a:r>
              <a:rPr sz="1600" spc="-740" dirty="0">
                <a:latin typeface="Lucida Sans Unicode"/>
                <a:cs typeface="Lucida Sans Unicode"/>
              </a:rPr>
              <a:t>…</a:t>
            </a:r>
            <a:r>
              <a:rPr sz="1600" dirty="0">
                <a:latin typeface="Lucida Sans Unicode"/>
                <a:cs typeface="Lucida Sans Unicode"/>
              </a:rPr>
              <a:t>	</a:t>
            </a:r>
            <a:r>
              <a:rPr sz="1867" spc="-13" dirty="0">
                <a:latin typeface="Lucida Sans Unicode"/>
                <a:cs typeface="Lucida Sans Unicode"/>
              </a:rPr>
              <a:t>Paris</a:t>
            </a:r>
            <a:r>
              <a:rPr sz="1867" dirty="0">
                <a:latin typeface="Lucida Sans Unicode"/>
                <a:cs typeface="Lucida Sans Unicode"/>
              </a:rPr>
              <a:t>	</a:t>
            </a:r>
            <a:r>
              <a:rPr sz="1867" spc="-127" dirty="0">
                <a:latin typeface="Lucida Sans Unicode"/>
                <a:cs typeface="Lucida Sans Unicode"/>
              </a:rPr>
              <a:t>.</a:t>
            </a:r>
            <a:endParaRPr sz="1867">
              <a:latin typeface="Lucida Sans Unicode"/>
              <a:cs typeface="Lucida Sans Unicode"/>
            </a:endParaRPr>
          </a:p>
        </p:txBody>
      </p:sp>
      <p:sp>
        <p:nvSpPr>
          <p:cNvPr id="62" name="object 62" descr="$PPTXTitle"/>
          <p:cNvSpPr txBox="1">
            <a:spLocks noGrp="1"/>
          </p:cNvSpPr>
          <p:nvPr>
            <p:ph type="title"/>
          </p:nvPr>
        </p:nvSpPr>
        <p:spPr>
          <a:xfrm>
            <a:off x="309316" y="671823"/>
            <a:ext cx="14020800" cy="509541"/>
          </a:xfrm>
          <a:prstGeom prst="rect">
            <a:avLst/>
          </a:prstGeom>
        </p:spPr>
        <p:txBody>
          <a:bodyPr vert="horz" wrap="square" lIns="0" tIns="16933" rIns="0" bIns="0" rtlCol="0" anchor="ctr">
            <a:spAutoFit/>
          </a:bodyPr>
          <a:lstStyle/>
          <a:p>
            <a:pPr marL="279393">
              <a:spcBef>
                <a:spcPts val="133"/>
              </a:spcBef>
            </a:pPr>
            <a:r>
              <a:rPr dirty="0"/>
              <a:t>How</a:t>
            </a:r>
            <a:r>
              <a:rPr spc="-140" dirty="0"/>
              <a:t> </a:t>
            </a:r>
            <a:r>
              <a:rPr spc="93" dirty="0"/>
              <a:t>do</a:t>
            </a:r>
            <a:r>
              <a:rPr spc="-140" dirty="0"/>
              <a:t> </a:t>
            </a:r>
            <a:r>
              <a:rPr spc="93" dirty="0"/>
              <a:t>you</a:t>
            </a:r>
            <a:r>
              <a:rPr spc="-140" dirty="0"/>
              <a:t> </a:t>
            </a:r>
            <a:r>
              <a:rPr dirty="0"/>
              <a:t>verify</a:t>
            </a:r>
            <a:r>
              <a:rPr spc="-140" dirty="0"/>
              <a:t> </a:t>
            </a:r>
            <a:r>
              <a:rPr spc="-13" dirty="0"/>
              <a:t>tokens?</a:t>
            </a:r>
          </a:p>
        </p:txBody>
      </p:sp>
      <p:grpSp>
        <p:nvGrpSpPr>
          <p:cNvPr id="63" name="object 63"/>
          <p:cNvGrpSpPr/>
          <p:nvPr/>
        </p:nvGrpSpPr>
        <p:grpSpPr>
          <a:xfrm>
            <a:off x="6840334" y="2278450"/>
            <a:ext cx="1431713" cy="296333"/>
            <a:chOff x="5130250" y="1708837"/>
            <a:chExt cx="1073785" cy="222250"/>
          </a:xfrm>
        </p:grpSpPr>
        <p:sp>
          <p:nvSpPr>
            <p:cNvPr id="64" name="object 64"/>
            <p:cNvSpPr/>
            <p:nvPr/>
          </p:nvSpPr>
          <p:spPr>
            <a:xfrm>
              <a:off x="5520637" y="1900308"/>
              <a:ext cx="91440" cy="27940"/>
            </a:xfrm>
            <a:custGeom>
              <a:avLst/>
              <a:gdLst/>
              <a:ahLst/>
              <a:cxnLst/>
              <a:rect l="l" t="t" r="r" b="b"/>
              <a:pathLst>
                <a:path w="91439" h="27939">
                  <a:moveTo>
                    <a:pt x="90899" y="27599"/>
                  </a:moveTo>
                  <a:lnTo>
                    <a:pt x="0" y="27599"/>
                  </a:lnTo>
                  <a:lnTo>
                    <a:pt x="0" y="0"/>
                  </a:lnTo>
                  <a:lnTo>
                    <a:pt x="90899" y="0"/>
                  </a:lnTo>
                  <a:lnTo>
                    <a:pt x="90899" y="27599"/>
                  </a:lnTo>
                  <a:close/>
                </a:path>
              </a:pathLst>
            </a:custGeom>
            <a:solidFill>
              <a:srgbClr val="DAF7FF"/>
            </a:solidFill>
          </p:spPr>
          <p:txBody>
            <a:bodyPr wrap="square" lIns="0" tIns="0" rIns="0" bIns="0" rtlCol="0"/>
            <a:lstStyle/>
            <a:p>
              <a:endParaRPr sz="2400"/>
            </a:p>
          </p:txBody>
        </p:sp>
        <p:sp>
          <p:nvSpPr>
            <p:cNvPr id="65" name="object 65"/>
            <p:cNvSpPr/>
            <p:nvPr/>
          </p:nvSpPr>
          <p:spPr>
            <a:xfrm>
              <a:off x="5520637" y="1900308"/>
              <a:ext cx="91440" cy="27940"/>
            </a:xfrm>
            <a:custGeom>
              <a:avLst/>
              <a:gdLst/>
              <a:ahLst/>
              <a:cxnLst/>
              <a:rect l="l" t="t" r="r" b="b"/>
              <a:pathLst>
                <a:path w="91439" h="27939">
                  <a:moveTo>
                    <a:pt x="0" y="0"/>
                  </a:moveTo>
                  <a:lnTo>
                    <a:pt x="90899" y="0"/>
                  </a:lnTo>
                  <a:lnTo>
                    <a:pt x="90899" y="27599"/>
                  </a:lnTo>
                  <a:lnTo>
                    <a:pt x="0" y="27599"/>
                  </a:lnTo>
                  <a:lnTo>
                    <a:pt x="0" y="0"/>
                  </a:lnTo>
                  <a:close/>
                </a:path>
              </a:pathLst>
            </a:custGeom>
            <a:ln w="3175">
              <a:solidFill>
                <a:srgbClr val="237A94"/>
              </a:solidFill>
            </a:ln>
          </p:spPr>
          <p:txBody>
            <a:bodyPr wrap="square" lIns="0" tIns="0" rIns="0" bIns="0" rtlCol="0"/>
            <a:lstStyle/>
            <a:p>
              <a:endParaRPr sz="2400"/>
            </a:p>
          </p:txBody>
        </p:sp>
        <p:sp>
          <p:nvSpPr>
            <p:cNvPr id="66" name="object 66"/>
            <p:cNvSpPr/>
            <p:nvPr/>
          </p:nvSpPr>
          <p:spPr>
            <a:xfrm>
              <a:off x="5293198" y="1771065"/>
              <a:ext cx="91440" cy="156210"/>
            </a:xfrm>
            <a:custGeom>
              <a:avLst/>
              <a:gdLst/>
              <a:ahLst/>
              <a:cxnLst/>
              <a:rect l="l" t="t" r="r" b="b"/>
              <a:pathLst>
                <a:path w="91439" h="156210">
                  <a:moveTo>
                    <a:pt x="90899" y="155999"/>
                  </a:moveTo>
                  <a:lnTo>
                    <a:pt x="0" y="155999"/>
                  </a:lnTo>
                  <a:lnTo>
                    <a:pt x="0" y="0"/>
                  </a:lnTo>
                  <a:lnTo>
                    <a:pt x="90899" y="0"/>
                  </a:lnTo>
                  <a:lnTo>
                    <a:pt x="90899" y="155999"/>
                  </a:lnTo>
                  <a:close/>
                </a:path>
              </a:pathLst>
            </a:custGeom>
            <a:solidFill>
              <a:srgbClr val="DAF7FF"/>
            </a:solidFill>
          </p:spPr>
          <p:txBody>
            <a:bodyPr wrap="square" lIns="0" tIns="0" rIns="0" bIns="0" rtlCol="0"/>
            <a:lstStyle/>
            <a:p>
              <a:endParaRPr sz="2400"/>
            </a:p>
          </p:txBody>
        </p:sp>
        <p:sp>
          <p:nvSpPr>
            <p:cNvPr id="67" name="object 67"/>
            <p:cNvSpPr/>
            <p:nvPr/>
          </p:nvSpPr>
          <p:spPr>
            <a:xfrm>
              <a:off x="5293198" y="1771065"/>
              <a:ext cx="91440" cy="156210"/>
            </a:xfrm>
            <a:custGeom>
              <a:avLst/>
              <a:gdLst/>
              <a:ahLst/>
              <a:cxnLst/>
              <a:rect l="l" t="t" r="r" b="b"/>
              <a:pathLst>
                <a:path w="91439" h="156210">
                  <a:moveTo>
                    <a:pt x="0" y="0"/>
                  </a:moveTo>
                  <a:lnTo>
                    <a:pt x="90899" y="0"/>
                  </a:lnTo>
                  <a:lnTo>
                    <a:pt x="90899" y="155999"/>
                  </a:lnTo>
                  <a:lnTo>
                    <a:pt x="0" y="155999"/>
                  </a:lnTo>
                  <a:lnTo>
                    <a:pt x="0" y="0"/>
                  </a:lnTo>
                  <a:close/>
                </a:path>
              </a:pathLst>
            </a:custGeom>
            <a:ln w="3175">
              <a:solidFill>
                <a:srgbClr val="237A94"/>
              </a:solidFill>
            </a:ln>
          </p:spPr>
          <p:txBody>
            <a:bodyPr wrap="square" lIns="0" tIns="0" rIns="0" bIns="0" rtlCol="0"/>
            <a:lstStyle/>
            <a:p>
              <a:endParaRPr sz="2400"/>
            </a:p>
          </p:txBody>
        </p:sp>
        <p:sp>
          <p:nvSpPr>
            <p:cNvPr id="68" name="object 68"/>
            <p:cNvSpPr/>
            <p:nvPr/>
          </p:nvSpPr>
          <p:spPr>
            <a:xfrm>
              <a:off x="5406915" y="1859256"/>
              <a:ext cx="91440" cy="67945"/>
            </a:xfrm>
            <a:custGeom>
              <a:avLst/>
              <a:gdLst/>
              <a:ahLst/>
              <a:cxnLst/>
              <a:rect l="l" t="t" r="r" b="b"/>
              <a:pathLst>
                <a:path w="91439" h="67944">
                  <a:moveTo>
                    <a:pt x="90899" y="67799"/>
                  </a:moveTo>
                  <a:lnTo>
                    <a:pt x="0" y="67799"/>
                  </a:lnTo>
                  <a:lnTo>
                    <a:pt x="0" y="0"/>
                  </a:lnTo>
                  <a:lnTo>
                    <a:pt x="90899" y="0"/>
                  </a:lnTo>
                  <a:lnTo>
                    <a:pt x="90899" y="67799"/>
                  </a:lnTo>
                  <a:close/>
                </a:path>
              </a:pathLst>
            </a:custGeom>
            <a:solidFill>
              <a:srgbClr val="DAF7FF"/>
            </a:solidFill>
          </p:spPr>
          <p:txBody>
            <a:bodyPr wrap="square" lIns="0" tIns="0" rIns="0" bIns="0" rtlCol="0"/>
            <a:lstStyle/>
            <a:p>
              <a:endParaRPr sz="2400"/>
            </a:p>
          </p:txBody>
        </p:sp>
        <p:sp>
          <p:nvSpPr>
            <p:cNvPr id="69" name="object 69"/>
            <p:cNvSpPr/>
            <p:nvPr/>
          </p:nvSpPr>
          <p:spPr>
            <a:xfrm>
              <a:off x="5406915" y="1859256"/>
              <a:ext cx="91440" cy="67945"/>
            </a:xfrm>
            <a:custGeom>
              <a:avLst/>
              <a:gdLst/>
              <a:ahLst/>
              <a:cxnLst/>
              <a:rect l="l" t="t" r="r" b="b"/>
              <a:pathLst>
                <a:path w="91439" h="67944">
                  <a:moveTo>
                    <a:pt x="0" y="0"/>
                  </a:moveTo>
                  <a:lnTo>
                    <a:pt x="90899" y="0"/>
                  </a:lnTo>
                  <a:lnTo>
                    <a:pt x="90899" y="67799"/>
                  </a:lnTo>
                  <a:lnTo>
                    <a:pt x="0" y="67799"/>
                  </a:lnTo>
                  <a:lnTo>
                    <a:pt x="0" y="0"/>
                  </a:lnTo>
                  <a:close/>
                </a:path>
              </a:pathLst>
            </a:custGeom>
            <a:ln w="3175">
              <a:solidFill>
                <a:srgbClr val="237A94"/>
              </a:solidFill>
            </a:ln>
          </p:spPr>
          <p:txBody>
            <a:bodyPr wrap="square" lIns="0" tIns="0" rIns="0" bIns="0" rtlCol="0"/>
            <a:lstStyle/>
            <a:p>
              <a:endParaRPr sz="2400"/>
            </a:p>
          </p:txBody>
        </p:sp>
        <p:sp>
          <p:nvSpPr>
            <p:cNvPr id="70" name="object 70"/>
            <p:cNvSpPr/>
            <p:nvPr/>
          </p:nvSpPr>
          <p:spPr>
            <a:xfrm>
              <a:off x="5179479" y="1710350"/>
              <a:ext cx="91440" cy="217804"/>
            </a:xfrm>
            <a:custGeom>
              <a:avLst/>
              <a:gdLst/>
              <a:ahLst/>
              <a:cxnLst/>
              <a:rect l="l" t="t" r="r" b="b"/>
              <a:pathLst>
                <a:path w="91439" h="217805">
                  <a:moveTo>
                    <a:pt x="90899" y="217799"/>
                  </a:moveTo>
                  <a:lnTo>
                    <a:pt x="0" y="217799"/>
                  </a:lnTo>
                  <a:lnTo>
                    <a:pt x="0" y="0"/>
                  </a:lnTo>
                  <a:lnTo>
                    <a:pt x="90899" y="0"/>
                  </a:lnTo>
                  <a:lnTo>
                    <a:pt x="90899" y="217799"/>
                  </a:lnTo>
                  <a:close/>
                </a:path>
              </a:pathLst>
            </a:custGeom>
            <a:solidFill>
              <a:srgbClr val="DAF7FF"/>
            </a:solidFill>
          </p:spPr>
          <p:txBody>
            <a:bodyPr wrap="square" lIns="0" tIns="0" rIns="0" bIns="0" rtlCol="0"/>
            <a:lstStyle/>
            <a:p>
              <a:endParaRPr sz="2400"/>
            </a:p>
          </p:txBody>
        </p:sp>
        <p:sp>
          <p:nvSpPr>
            <p:cNvPr id="71" name="object 71"/>
            <p:cNvSpPr/>
            <p:nvPr/>
          </p:nvSpPr>
          <p:spPr>
            <a:xfrm>
              <a:off x="5179479" y="1710350"/>
              <a:ext cx="91440" cy="217804"/>
            </a:xfrm>
            <a:custGeom>
              <a:avLst/>
              <a:gdLst/>
              <a:ahLst/>
              <a:cxnLst/>
              <a:rect l="l" t="t" r="r" b="b"/>
              <a:pathLst>
                <a:path w="91439" h="217805">
                  <a:moveTo>
                    <a:pt x="0" y="0"/>
                  </a:moveTo>
                  <a:lnTo>
                    <a:pt x="90899" y="0"/>
                  </a:lnTo>
                  <a:lnTo>
                    <a:pt x="90899" y="217799"/>
                  </a:lnTo>
                  <a:lnTo>
                    <a:pt x="0" y="217799"/>
                  </a:lnTo>
                  <a:lnTo>
                    <a:pt x="0" y="0"/>
                  </a:lnTo>
                  <a:close/>
                </a:path>
              </a:pathLst>
            </a:custGeom>
            <a:ln w="3175">
              <a:solidFill>
                <a:srgbClr val="237A94"/>
              </a:solidFill>
            </a:ln>
          </p:spPr>
          <p:txBody>
            <a:bodyPr wrap="square" lIns="0" tIns="0" rIns="0" bIns="0" rtlCol="0"/>
            <a:lstStyle/>
            <a:p>
              <a:endParaRPr sz="2400"/>
            </a:p>
          </p:txBody>
        </p:sp>
        <p:sp>
          <p:nvSpPr>
            <p:cNvPr id="72" name="object 72"/>
            <p:cNvSpPr/>
            <p:nvPr/>
          </p:nvSpPr>
          <p:spPr>
            <a:xfrm>
              <a:off x="5131000" y="1929350"/>
              <a:ext cx="514984" cy="1270"/>
            </a:xfrm>
            <a:custGeom>
              <a:avLst/>
              <a:gdLst/>
              <a:ahLst/>
              <a:cxnLst/>
              <a:rect l="l" t="t" r="r" b="b"/>
              <a:pathLst>
                <a:path w="514985" h="1269">
                  <a:moveTo>
                    <a:pt x="0" y="899"/>
                  </a:moveTo>
                  <a:lnTo>
                    <a:pt x="514499" y="0"/>
                  </a:lnTo>
                </a:path>
              </a:pathLst>
            </a:custGeom>
            <a:ln w="3175">
              <a:solidFill>
                <a:srgbClr val="4285F4"/>
              </a:solidFill>
            </a:ln>
          </p:spPr>
          <p:txBody>
            <a:bodyPr wrap="square" lIns="0" tIns="0" rIns="0" bIns="0" rtlCol="0"/>
            <a:lstStyle/>
            <a:p>
              <a:endParaRPr sz="2400"/>
            </a:p>
          </p:txBody>
        </p:sp>
        <p:sp>
          <p:nvSpPr>
            <p:cNvPr id="73" name="object 73"/>
            <p:cNvSpPr/>
            <p:nvPr/>
          </p:nvSpPr>
          <p:spPr>
            <a:xfrm>
              <a:off x="6078412" y="1900308"/>
              <a:ext cx="91440" cy="27940"/>
            </a:xfrm>
            <a:custGeom>
              <a:avLst/>
              <a:gdLst/>
              <a:ahLst/>
              <a:cxnLst/>
              <a:rect l="l" t="t" r="r" b="b"/>
              <a:pathLst>
                <a:path w="91439" h="27939">
                  <a:moveTo>
                    <a:pt x="90899" y="27599"/>
                  </a:moveTo>
                  <a:lnTo>
                    <a:pt x="0" y="27599"/>
                  </a:lnTo>
                  <a:lnTo>
                    <a:pt x="0" y="0"/>
                  </a:lnTo>
                  <a:lnTo>
                    <a:pt x="90899" y="0"/>
                  </a:lnTo>
                  <a:lnTo>
                    <a:pt x="90899" y="27599"/>
                  </a:lnTo>
                  <a:close/>
                </a:path>
              </a:pathLst>
            </a:custGeom>
            <a:solidFill>
              <a:srgbClr val="E3C1E1"/>
            </a:solidFill>
          </p:spPr>
          <p:txBody>
            <a:bodyPr wrap="square" lIns="0" tIns="0" rIns="0" bIns="0" rtlCol="0"/>
            <a:lstStyle/>
            <a:p>
              <a:endParaRPr sz="2400"/>
            </a:p>
          </p:txBody>
        </p:sp>
        <p:sp>
          <p:nvSpPr>
            <p:cNvPr id="74" name="object 74"/>
            <p:cNvSpPr/>
            <p:nvPr/>
          </p:nvSpPr>
          <p:spPr>
            <a:xfrm>
              <a:off x="6078412" y="1900308"/>
              <a:ext cx="91440" cy="27940"/>
            </a:xfrm>
            <a:custGeom>
              <a:avLst/>
              <a:gdLst/>
              <a:ahLst/>
              <a:cxnLst/>
              <a:rect l="l" t="t" r="r" b="b"/>
              <a:pathLst>
                <a:path w="91439" h="27939">
                  <a:moveTo>
                    <a:pt x="0" y="0"/>
                  </a:moveTo>
                  <a:lnTo>
                    <a:pt x="90899" y="0"/>
                  </a:lnTo>
                  <a:lnTo>
                    <a:pt x="90899" y="27599"/>
                  </a:lnTo>
                  <a:lnTo>
                    <a:pt x="0" y="27599"/>
                  </a:lnTo>
                  <a:lnTo>
                    <a:pt x="0" y="0"/>
                  </a:lnTo>
                  <a:close/>
                </a:path>
              </a:pathLst>
            </a:custGeom>
            <a:ln w="3175">
              <a:solidFill>
                <a:srgbClr val="965AC8"/>
              </a:solidFill>
            </a:ln>
          </p:spPr>
          <p:txBody>
            <a:bodyPr wrap="square" lIns="0" tIns="0" rIns="0" bIns="0" rtlCol="0"/>
            <a:lstStyle/>
            <a:p>
              <a:endParaRPr sz="2400"/>
            </a:p>
          </p:txBody>
        </p:sp>
        <p:sp>
          <p:nvSpPr>
            <p:cNvPr id="75" name="object 75"/>
            <p:cNvSpPr/>
            <p:nvPr/>
          </p:nvSpPr>
          <p:spPr>
            <a:xfrm>
              <a:off x="5850975" y="1806474"/>
              <a:ext cx="91440" cy="120650"/>
            </a:xfrm>
            <a:custGeom>
              <a:avLst/>
              <a:gdLst/>
              <a:ahLst/>
              <a:cxnLst/>
              <a:rect l="l" t="t" r="r" b="b"/>
              <a:pathLst>
                <a:path w="91439" h="120650">
                  <a:moveTo>
                    <a:pt x="90899" y="120599"/>
                  </a:moveTo>
                  <a:lnTo>
                    <a:pt x="0" y="120599"/>
                  </a:lnTo>
                  <a:lnTo>
                    <a:pt x="0" y="0"/>
                  </a:lnTo>
                  <a:lnTo>
                    <a:pt x="90899" y="0"/>
                  </a:lnTo>
                  <a:lnTo>
                    <a:pt x="90899" y="120599"/>
                  </a:lnTo>
                  <a:close/>
                </a:path>
              </a:pathLst>
            </a:custGeom>
            <a:solidFill>
              <a:srgbClr val="E3C1E1"/>
            </a:solidFill>
          </p:spPr>
          <p:txBody>
            <a:bodyPr wrap="square" lIns="0" tIns="0" rIns="0" bIns="0" rtlCol="0"/>
            <a:lstStyle/>
            <a:p>
              <a:endParaRPr sz="2400"/>
            </a:p>
          </p:txBody>
        </p:sp>
        <p:sp>
          <p:nvSpPr>
            <p:cNvPr id="76" name="object 76"/>
            <p:cNvSpPr/>
            <p:nvPr/>
          </p:nvSpPr>
          <p:spPr>
            <a:xfrm>
              <a:off x="5850975" y="1806474"/>
              <a:ext cx="91440" cy="120650"/>
            </a:xfrm>
            <a:custGeom>
              <a:avLst/>
              <a:gdLst/>
              <a:ahLst/>
              <a:cxnLst/>
              <a:rect l="l" t="t" r="r" b="b"/>
              <a:pathLst>
                <a:path w="91439" h="120650">
                  <a:moveTo>
                    <a:pt x="0" y="0"/>
                  </a:moveTo>
                  <a:lnTo>
                    <a:pt x="90899" y="0"/>
                  </a:lnTo>
                  <a:lnTo>
                    <a:pt x="90899" y="120599"/>
                  </a:lnTo>
                  <a:lnTo>
                    <a:pt x="0" y="120599"/>
                  </a:lnTo>
                  <a:lnTo>
                    <a:pt x="0" y="0"/>
                  </a:lnTo>
                  <a:close/>
                </a:path>
              </a:pathLst>
            </a:custGeom>
            <a:ln w="3175">
              <a:solidFill>
                <a:srgbClr val="965AC8"/>
              </a:solidFill>
            </a:ln>
          </p:spPr>
          <p:txBody>
            <a:bodyPr wrap="square" lIns="0" tIns="0" rIns="0" bIns="0" rtlCol="0"/>
            <a:lstStyle/>
            <a:p>
              <a:endParaRPr sz="2400"/>
            </a:p>
          </p:txBody>
        </p:sp>
        <p:sp>
          <p:nvSpPr>
            <p:cNvPr id="77" name="object 77"/>
            <p:cNvSpPr/>
            <p:nvPr/>
          </p:nvSpPr>
          <p:spPr>
            <a:xfrm>
              <a:off x="5964700" y="1877351"/>
              <a:ext cx="91440" cy="50165"/>
            </a:xfrm>
            <a:custGeom>
              <a:avLst/>
              <a:gdLst/>
              <a:ahLst/>
              <a:cxnLst/>
              <a:rect l="l" t="t" r="r" b="b"/>
              <a:pathLst>
                <a:path w="91439" h="50164">
                  <a:moveTo>
                    <a:pt x="90899" y="49799"/>
                  </a:moveTo>
                  <a:lnTo>
                    <a:pt x="0" y="49799"/>
                  </a:lnTo>
                  <a:lnTo>
                    <a:pt x="0" y="0"/>
                  </a:lnTo>
                  <a:lnTo>
                    <a:pt x="90899" y="0"/>
                  </a:lnTo>
                  <a:lnTo>
                    <a:pt x="90899" y="49799"/>
                  </a:lnTo>
                  <a:close/>
                </a:path>
              </a:pathLst>
            </a:custGeom>
            <a:solidFill>
              <a:srgbClr val="E3C1E1"/>
            </a:solidFill>
          </p:spPr>
          <p:txBody>
            <a:bodyPr wrap="square" lIns="0" tIns="0" rIns="0" bIns="0" rtlCol="0"/>
            <a:lstStyle/>
            <a:p>
              <a:endParaRPr sz="2400"/>
            </a:p>
          </p:txBody>
        </p:sp>
        <p:sp>
          <p:nvSpPr>
            <p:cNvPr id="78" name="object 78"/>
            <p:cNvSpPr/>
            <p:nvPr/>
          </p:nvSpPr>
          <p:spPr>
            <a:xfrm>
              <a:off x="5964700" y="1877351"/>
              <a:ext cx="91440" cy="50165"/>
            </a:xfrm>
            <a:custGeom>
              <a:avLst/>
              <a:gdLst/>
              <a:ahLst/>
              <a:cxnLst/>
              <a:rect l="l" t="t" r="r" b="b"/>
              <a:pathLst>
                <a:path w="91439" h="50164">
                  <a:moveTo>
                    <a:pt x="0" y="0"/>
                  </a:moveTo>
                  <a:lnTo>
                    <a:pt x="90899" y="0"/>
                  </a:lnTo>
                  <a:lnTo>
                    <a:pt x="90899" y="49799"/>
                  </a:lnTo>
                  <a:lnTo>
                    <a:pt x="0" y="49799"/>
                  </a:lnTo>
                  <a:lnTo>
                    <a:pt x="0" y="0"/>
                  </a:lnTo>
                  <a:close/>
                </a:path>
              </a:pathLst>
            </a:custGeom>
            <a:ln w="3175">
              <a:solidFill>
                <a:srgbClr val="965AC8"/>
              </a:solidFill>
            </a:ln>
          </p:spPr>
          <p:txBody>
            <a:bodyPr wrap="square" lIns="0" tIns="0" rIns="0" bIns="0" rtlCol="0"/>
            <a:lstStyle/>
            <a:p>
              <a:endParaRPr sz="2400"/>
            </a:p>
          </p:txBody>
        </p:sp>
        <p:sp>
          <p:nvSpPr>
            <p:cNvPr id="79" name="object 79"/>
            <p:cNvSpPr/>
            <p:nvPr/>
          </p:nvSpPr>
          <p:spPr>
            <a:xfrm>
              <a:off x="5737250" y="1722325"/>
              <a:ext cx="91440" cy="206375"/>
            </a:xfrm>
            <a:custGeom>
              <a:avLst/>
              <a:gdLst/>
              <a:ahLst/>
              <a:cxnLst/>
              <a:rect l="l" t="t" r="r" b="b"/>
              <a:pathLst>
                <a:path w="91439" h="206375">
                  <a:moveTo>
                    <a:pt x="90899" y="205799"/>
                  </a:moveTo>
                  <a:lnTo>
                    <a:pt x="0" y="205799"/>
                  </a:lnTo>
                  <a:lnTo>
                    <a:pt x="0" y="0"/>
                  </a:lnTo>
                  <a:lnTo>
                    <a:pt x="90899" y="0"/>
                  </a:lnTo>
                  <a:lnTo>
                    <a:pt x="90899" y="205799"/>
                  </a:lnTo>
                  <a:close/>
                </a:path>
              </a:pathLst>
            </a:custGeom>
            <a:solidFill>
              <a:srgbClr val="E3C1E1"/>
            </a:solidFill>
          </p:spPr>
          <p:txBody>
            <a:bodyPr wrap="square" lIns="0" tIns="0" rIns="0" bIns="0" rtlCol="0"/>
            <a:lstStyle/>
            <a:p>
              <a:endParaRPr sz="2400"/>
            </a:p>
          </p:txBody>
        </p:sp>
        <p:sp>
          <p:nvSpPr>
            <p:cNvPr id="80" name="object 80"/>
            <p:cNvSpPr/>
            <p:nvPr/>
          </p:nvSpPr>
          <p:spPr>
            <a:xfrm>
              <a:off x="5737250" y="1722325"/>
              <a:ext cx="91440" cy="206375"/>
            </a:xfrm>
            <a:custGeom>
              <a:avLst/>
              <a:gdLst/>
              <a:ahLst/>
              <a:cxnLst/>
              <a:rect l="l" t="t" r="r" b="b"/>
              <a:pathLst>
                <a:path w="91439" h="206375">
                  <a:moveTo>
                    <a:pt x="0" y="0"/>
                  </a:moveTo>
                  <a:lnTo>
                    <a:pt x="90899" y="0"/>
                  </a:lnTo>
                  <a:lnTo>
                    <a:pt x="90899" y="205799"/>
                  </a:lnTo>
                  <a:lnTo>
                    <a:pt x="0" y="205799"/>
                  </a:lnTo>
                  <a:lnTo>
                    <a:pt x="0" y="0"/>
                  </a:lnTo>
                  <a:close/>
                </a:path>
              </a:pathLst>
            </a:custGeom>
            <a:ln w="3175">
              <a:solidFill>
                <a:srgbClr val="965AC8"/>
              </a:solidFill>
            </a:ln>
          </p:spPr>
          <p:txBody>
            <a:bodyPr wrap="square" lIns="0" tIns="0" rIns="0" bIns="0" rtlCol="0"/>
            <a:lstStyle/>
            <a:p>
              <a:endParaRPr sz="2400"/>
            </a:p>
          </p:txBody>
        </p:sp>
        <p:sp>
          <p:nvSpPr>
            <p:cNvPr id="81" name="object 81"/>
            <p:cNvSpPr/>
            <p:nvPr/>
          </p:nvSpPr>
          <p:spPr>
            <a:xfrm>
              <a:off x="5688775" y="1929350"/>
              <a:ext cx="514984" cy="1270"/>
            </a:xfrm>
            <a:custGeom>
              <a:avLst/>
              <a:gdLst/>
              <a:ahLst/>
              <a:cxnLst/>
              <a:rect l="l" t="t" r="r" b="b"/>
              <a:pathLst>
                <a:path w="514985" h="1269">
                  <a:moveTo>
                    <a:pt x="0" y="899"/>
                  </a:moveTo>
                  <a:lnTo>
                    <a:pt x="514499" y="0"/>
                  </a:lnTo>
                </a:path>
              </a:pathLst>
            </a:custGeom>
            <a:ln w="3175">
              <a:solidFill>
                <a:srgbClr val="4285F4"/>
              </a:solidFill>
            </a:ln>
          </p:spPr>
          <p:txBody>
            <a:bodyPr wrap="square" lIns="0" tIns="0" rIns="0" bIns="0" rtlCol="0"/>
            <a:lstStyle/>
            <a:p>
              <a:endParaRPr sz="2400"/>
            </a:p>
          </p:txBody>
        </p:sp>
      </p:grpSp>
      <p:grpSp>
        <p:nvGrpSpPr>
          <p:cNvPr id="82" name="object 82"/>
          <p:cNvGrpSpPr/>
          <p:nvPr/>
        </p:nvGrpSpPr>
        <p:grpSpPr>
          <a:xfrm>
            <a:off x="9752166" y="4197483"/>
            <a:ext cx="688340" cy="296333"/>
            <a:chOff x="7314124" y="3148112"/>
            <a:chExt cx="516255" cy="222250"/>
          </a:xfrm>
        </p:grpSpPr>
        <p:sp>
          <p:nvSpPr>
            <p:cNvPr id="83" name="object 83"/>
            <p:cNvSpPr/>
            <p:nvPr/>
          </p:nvSpPr>
          <p:spPr>
            <a:xfrm>
              <a:off x="7704512" y="3339583"/>
              <a:ext cx="91440" cy="27940"/>
            </a:xfrm>
            <a:custGeom>
              <a:avLst/>
              <a:gdLst/>
              <a:ahLst/>
              <a:cxnLst/>
              <a:rect l="l" t="t" r="r" b="b"/>
              <a:pathLst>
                <a:path w="91440" h="27939">
                  <a:moveTo>
                    <a:pt x="90899" y="27599"/>
                  </a:moveTo>
                  <a:lnTo>
                    <a:pt x="0" y="27599"/>
                  </a:lnTo>
                  <a:lnTo>
                    <a:pt x="0" y="0"/>
                  </a:lnTo>
                  <a:lnTo>
                    <a:pt x="90899" y="0"/>
                  </a:lnTo>
                  <a:lnTo>
                    <a:pt x="90899" y="27599"/>
                  </a:lnTo>
                  <a:close/>
                </a:path>
              </a:pathLst>
            </a:custGeom>
            <a:solidFill>
              <a:srgbClr val="DAF7FF"/>
            </a:solidFill>
          </p:spPr>
          <p:txBody>
            <a:bodyPr wrap="square" lIns="0" tIns="0" rIns="0" bIns="0" rtlCol="0"/>
            <a:lstStyle/>
            <a:p>
              <a:endParaRPr sz="2400"/>
            </a:p>
          </p:txBody>
        </p:sp>
        <p:sp>
          <p:nvSpPr>
            <p:cNvPr id="84" name="object 84"/>
            <p:cNvSpPr/>
            <p:nvPr/>
          </p:nvSpPr>
          <p:spPr>
            <a:xfrm>
              <a:off x="7704512" y="3339583"/>
              <a:ext cx="91440" cy="27940"/>
            </a:xfrm>
            <a:custGeom>
              <a:avLst/>
              <a:gdLst/>
              <a:ahLst/>
              <a:cxnLst/>
              <a:rect l="l" t="t" r="r" b="b"/>
              <a:pathLst>
                <a:path w="91440" h="27939">
                  <a:moveTo>
                    <a:pt x="0" y="0"/>
                  </a:moveTo>
                  <a:lnTo>
                    <a:pt x="90899" y="0"/>
                  </a:lnTo>
                  <a:lnTo>
                    <a:pt x="90899" y="27599"/>
                  </a:lnTo>
                  <a:lnTo>
                    <a:pt x="0" y="27599"/>
                  </a:lnTo>
                  <a:lnTo>
                    <a:pt x="0" y="0"/>
                  </a:lnTo>
                  <a:close/>
                </a:path>
              </a:pathLst>
            </a:custGeom>
            <a:ln w="3175">
              <a:solidFill>
                <a:srgbClr val="237A94"/>
              </a:solidFill>
            </a:ln>
          </p:spPr>
          <p:txBody>
            <a:bodyPr wrap="square" lIns="0" tIns="0" rIns="0" bIns="0" rtlCol="0"/>
            <a:lstStyle/>
            <a:p>
              <a:endParaRPr sz="2400"/>
            </a:p>
          </p:txBody>
        </p:sp>
        <p:sp>
          <p:nvSpPr>
            <p:cNvPr id="85" name="object 85"/>
            <p:cNvSpPr/>
            <p:nvPr/>
          </p:nvSpPr>
          <p:spPr>
            <a:xfrm>
              <a:off x="7477074" y="3187551"/>
              <a:ext cx="91440" cy="179070"/>
            </a:xfrm>
            <a:custGeom>
              <a:avLst/>
              <a:gdLst/>
              <a:ahLst/>
              <a:cxnLst/>
              <a:rect l="l" t="t" r="r" b="b"/>
              <a:pathLst>
                <a:path w="91440" h="179070">
                  <a:moveTo>
                    <a:pt x="90899" y="178799"/>
                  </a:moveTo>
                  <a:lnTo>
                    <a:pt x="0" y="178799"/>
                  </a:lnTo>
                  <a:lnTo>
                    <a:pt x="0" y="0"/>
                  </a:lnTo>
                  <a:lnTo>
                    <a:pt x="90899" y="0"/>
                  </a:lnTo>
                  <a:lnTo>
                    <a:pt x="90899" y="178799"/>
                  </a:lnTo>
                  <a:close/>
                </a:path>
              </a:pathLst>
            </a:custGeom>
            <a:solidFill>
              <a:srgbClr val="DAF7FF"/>
            </a:solidFill>
          </p:spPr>
          <p:txBody>
            <a:bodyPr wrap="square" lIns="0" tIns="0" rIns="0" bIns="0" rtlCol="0"/>
            <a:lstStyle/>
            <a:p>
              <a:endParaRPr sz="2400"/>
            </a:p>
          </p:txBody>
        </p:sp>
        <p:sp>
          <p:nvSpPr>
            <p:cNvPr id="86" name="object 86"/>
            <p:cNvSpPr/>
            <p:nvPr/>
          </p:nvSpPr>
          <p:spPr>
            <a:xfrm>
              <a:off x="7477074" y="3187551"/>
              <a:ext cx="91440" cy="179070"/>
            </a:xfrm>
            <a:custGeom>
              <a:avLst/>
              <a:gdLst/>
              <a:ahLst/>
              <a:cxnLst/>
              <a:rect l="l" t="t" r="r" b="b"/>
              <a:pathLst>
                <a:path w="91440" h="179070">
                  <a:moveTo>
                    <a:pt x="0" y="0"/>
                  </a:moveTo>
                  <a:lnTo>
                    <a:pt x="90899" y="0"/>
                  </a:lnTo>
                  <a:lnTo>
                    <a:pt x="90899" y="178799"/>
                  </a:lnTo>
                  <a:lnTo>
                    <a:pt x="0" y="178799"/>
                  </a:lnTo>
                  <a:lnTo>
                    <a:pt x="0" y="0"/>
                  </a:lnTo>
                  <a:close/>
                </a:path>
              </a:pathLst>
            </a:custGeom>
            <a:ln w="3175">
              <a:solidFill>
                <a:srgbClr val="237A94"/>
              </a:solidFill>
            </a:ln>
          </p:spPr>
          <p:txBody>
            <a:bodyPr wrap="square" lIns="0" tIns="0" rIns="0" bIns="0" rtlCol="0"/>
            <a:lstStyle/>
            <a:p>
              <a:endParaRPr sz="2400"/>
            </a:p>
          </p:txBody>
        </p:sp>
        <p:sp>
          <p:nvSpPr>
            <p:cNvPr id="87" name="object 87"/>
            <p:cNvSpPr/>
            <p:nvPr/>
          </p:nvSpPr>
          <p:spPr>
            <a:xfrm>
              <a:off x="7590799" y="3338728"/>
              <a:ext cx="91440" cy="27940"/>
            </a:xfrm>
            <a:custGeom>
              <a:avLst/>
              <a:gdLst/>
              <a:ahLst/>
              <a:cxnLst/>
              <a:rect l="l" t="t" r="r" b="b"/>
              <a:pathLst>
                <a:path w="91440" h="27939">
                  <a:moveTo>
                    <a:pt x="90899" y="27599"/>
                  </a:moveTo>
                  <a:lnTo>
                    <a:pt x="0" y="27599"/>
                  </a:lnTo>
                  <a:lnTo>
                    <a:pt x="0" y="0"/>
                  </a:lnTo>
                  <a:lnTo>
                    <a:pt x="90899" y="0"/>
                  </a:lnTo>
                  <a:lnTo>
                    <a:pt x="90899" y="27599"/>
                  </a:lnTo>
                  <a:close/>
                </a:path>
              </a:pathLst>
            </a:custGeom>
            <a:solidFill>
              <a:srgbClr val="DAF7FF"/>
            </a:solidFill>
          </p:spPr>
          <p:txBody>
            <a:bodyPr wrap="square" lIns="0" tIns="0" rIns="0" bIns="0" rtlCol="0"/>
            <a:lstStyle/>
            <a:p>
              <a:endParaRPr sz="2400"/>
            </a:p>
          </p:txBody>
        </p:sp>
        <p:sp>
          <p:nvSpPr>
            <p:cNvPr id="88" name="object 88"/>
            <p:cNvSpPr/>
            <p:nvPr/>
          </p:nvSpPr>
          <p:spPr>
            <a:xfrm>
              <a:off x="7590799" y="3338728"/>
              <a:ext cx="91440" cy="27940"/>
            </a:xfrm>
            <a:custGeom>
              <a:avLst/>
              <a:gdLst/>
              <a:ahLst/>
              <a:cxnLst/>
              <a:rect l="l" t="t" r="r" b="b"/>
              <a:pathLst>
                <a:path w="91440" h="27939">
                  <a:moveTo>
                    <a:pt x="0" y="0"/>
                  </a:moveTo>
                  <a:lnTo>
                    <a:pt x="90899" y="0"/>
                  </a:lnTo>
                  <a:lnTo>
                    <a:pt x="90899" y="27599"/>
                  </a:lnTo>
                  <a:lnTo>
                    <a:pt x="0" y="27599"/>
                  </a:lnTo>
                  <a:lnTo>
                    <a:pt x="0" y="0"/>
                  </a:lnTo>
                  <a:close/>
                </a:path>
              </a:pathLst>
            </a:custGeom>
            <a:ln w="3175">
              <a:solidFill>
                <a:srgbClr val="237A94"/>
              </a:solidFill>
            </a:ln>
          </p:spPr>
          <p:txBody>
            <a:bodyPr wrap="square" lIns="0" tIns="0" rIns="0" bIns="0" rtlCol="0"/>
            <a:lstStyle/>
            <a:p>
              <a:endParaRPr sz="2400"/>
            </a:p>
          </p:txBody>
        </p:sp>
        <p:sp>
          <p:nvSpPr>
            <p:cNvPr id="89" name="object 89"/>
            <p:cNvSpPr/>
            <p:nvPr/>
          </p:nvSpPr>
          <p:spPr>
            <a:xfrm>
              <a:off x="7363353" y="3149624"/>
              <a:ext cx="91440" cy="217804"/>
            </a:xfrm>
            <a:custGeom>
              <a:avLst/>
              <a:gdLst/>
              <a:ahLst/>
              <a:cxnLst/>
              <a:rect l="l" t="t" r="r" b="b"/>
              <a:pathLst>
                <a:path w="91440" h="217804">
                  <a:moveTo>
                    <a:pt x="90899" y="217799"/>
                  </a:moveTo>
                  <a:lnTo>
                    <a:pt x="0" y="217799"/>
                  </a:lnTo>
                  <a:lnTo>
                    <a:pt x="0" y="0"/>
                  </a:lnTo>
                  <a:lnTo>
                    <a:pt x="90899" y="0"/>
                  </a:lnTo>
                  <a:lnTo>
                    <a:pt x="90899" y="217799"/>
                  </a:lnTo>
                  <a:close/>
                </a:path>
              </a:pathLst>
            </a:custGeom>
            <a:solidFill>
              <a:srgbClr val="DAF7FF"/>
            </a:solidFill>
          </p:spPr>
          <p:txBody>
            <a:bodyPr wrap="square" lIns="0" tIns="0" rIns="0" bIns="0" rtlCol="0"/>
            <a:lstStyle/>
            <a:p>
              <a:endParaRPr sz="2400"/>
            </a:p>
          </p:txBody>
        </p:sp>
        <p:sp>
          <p:nvSpPr>
            <p:cNvPr id="90" name="object 90"/>
            <p:cNvSpPr/>
            <p:nvPr/>
          </p:nvSpPr>
          <p:spPr>
            <a:xfrm>
              <a:off x="7363353" y="3149624"/>
              <a:ext cx="91440" cy="217804"/>
            </a:xfrm>
            <a:custGeom>
              <a:avLst/>
              <a:gdLst/>
              <a:ahLst/>
              <a:cxnLst/>
              <a:rect l="l" t="t" r="r" b="b"/>
              <a:pathLst>
                <a:path w="91440" h="217804">
                  <a:moveTo>
                    <a:pt x="0" y="0"/>
                  </a:moveTo>
                  <a:lnTo>
                    <a:pt x="90899" y="0"/>
                  </a:lnTo>
                  <a:lnTo>
                    <a:pt x="90899" y="217799"/>
                  </a:lnTo>
                  <a:lnTo>
                    <a:pt x="0" y="217799"/>
                  </a:lnTo>
                  <a:lnTo>
                    <a:pt x="0" y="0"/>
                  </a:lnTo>
                  <a:close/>
                </a:path>
              </a:pathLst>
            </a:custGeom>
            <a:ln w="3175">
              <a:solidFill>
                <a:srgbClr val="237A94"/>
              </a:solidFill>
            </a:ln>
          </p:spPr>
          <p:txBody>
            <a:bodyPr wrap="square" lIns="0" tIns="0" rIns="0" bIns="0" rtlCol="0"/>
            <a:lstStyle/>
            <a:p>
              <a:endParaRPr sz="2400"/>
            </a:p>
          </p:txBody>
        </p:sp>
        <p:sp>
          <p:nvSpPr>
            <p:cNvPr id="91" name="object 91"/>
            <p:cNvSpPr/>
            <p:nvPr/>
          </p:nvSpPr>
          <p:spPr>
            <a:xfrm>
              <a:off x="7314874" y="3368625"/>
              <a:ext cx="514984" cy="1270"/>
            </a:xfrm>
            <a:custGeom>
              <a:avLst/>
              <a:gdLst/>
              <a:ahLst/>
              <a:cxnLst/>
              <a:rect l="l" t="t" r="r" b="b"/>
              <a:pathLst>
                <a:path w="514984" h="1270">
                  <a:moveTo>
                    <a:pt x="0" y="899"/>
                  </a:moveTo>
                  <a:lnTo>
                    <a:pt x="514499" y="0"/>
                  </a:lnTo>
                </a:path>
              </a:pathLst>
            </a:custGeom>
            <a:ln w="3175">
              <a:solidFill>
                <a:srgbClr val="4285F4"/>
              </a:solidFill>
            </a:ln>
          </p:spPr>
          <p:txBody>
            <a:bodyPr wrap="square" lIns="0" tIns="0" rIns="0" bIns="0" rtlCol="0"/>
            <a:lstStyle/>
            <a:p>
              <a:endParaRPr sz="2400"/>
            </a:p>
          </p:txBody>
        </p:sp>
      </p:grpSp>
      <p:grpSp>
        <p:nvGrpSpPr>
          <p:cNvPr id="92" name="object 92"/>
          <p:cNvGrpSpPr/>
          <p:nvPr/>
        </p:nvGrpSpPr>
        <p:grpSpPr>
          <a:xfrm>
            <a:off x="7543734" y="2705517"/>
            <a:ext cx="1414780" cy="322580"/>
            <a:chOff x="5657800" y="2029137"/>
            <a:chExt cx="1061085" cy="241935"/>
          </a:xfrm>
        </p:grpSpPr>
        <p:sp>
          <p:nvSpPr>
            <p:cNvPr id="93" name="object 93"/>
            <p:cNvSpPr/>
            <p:nvPr/>
          </p:nvSpPr>
          <p:spPr>
            <a:xfrm>
              <a:off x="6048175" y="2249628"/>
              <a:ext cx="91440" cy="17145"/>
            </a:xfrm>
            <a:custGeom>
              <a:avLst/>
              <a:gdLst/>
              <a:ahLst/>
              <a:cxnLst/>
              <a:rect l="l" t="t" r="r" b="b"/>
              <a:pathLst>
                <a:path w="91439" h="17144">
                  <a:moveTo>
                    <a:pt x="90899" y="16799"/>
                  </a:moveTo>
                  <a:lnTo>
                    <a:pt x="0" y="16799"/>
                  </a:lnTo>
                  <a:lnTo>
                    <a:pt x="0" y="0"/>
                  </a:lnTo>
                  <a:lnTo>
                    <a:pt x="90899" y="0"/>
                  </a:lnTo>
                  <a:lnTo>
                    <a:pt x="90899" y="16799"/>
                  </a:lnTo>
                  <a:close/>
                </a:path>
              </a:pathLst>
            </a:custGeom>
            <a:solidFill>
              <a:srgbClr val="DAF7FF"/>
            </a:solidFill>
          </p:spPr>
          <p:txBody>
            <a:bodyPr wrap="square" lIns="0" tIns="0" rIns="0" bIns="0" rtlCol="0"/>
            <a:lstStyle/>
            <a:p>
              <a:endParaRPr sz="2400"/>
            </a:p>
          </p:txBody>
        </p:sp>
        <p:sp>
          <p:nvSpPr>
            <p:cNvPr id="94" name="object 94"/>
            <p:cNvSpPr/>
            <p:nvPr/>
          </p:nvSpPr>
          <p:spPr>
            <a:xfrm>
              <a:off x="6048175" y="2249628"/>
              <a:ext cx="91440" cy="17145"/>
            </a:xfrm>
            <a:custGeom>
              <a:avLst/>
              <a:gdLst/>
              <a:ahLst/>
              <a:cxnLst/>
              <a:rect l="l" t="t" r="r" b="b"/>
              <a:pathLst>
                <a:path w="91439" h="17144">
                  <a:moveTo>
                    <a:pt x="0" y="0"/>
                  </a:moveTo>
                  <a:lnTo>
                    <a:pt x="90899" y="0"/>
                  </a:lnTo>
                  <a:lnTo>
                    <a:pt x="90899" y="16799"/>
                  </a:lnTo>
                  <a:lnTo>
                    <a:pt x="0" y="16799"/>
                  </a:lnTo>
                  <a:lnTo>
                    <a:pt x="0" y="0"/>
                  </a:lnTo>
                  <a:close/>
                </a:path>
              </a:pathLst>
            </a:custGeom>
            <a:ln w="3175">
              <a:solidFill>
                <a:srgbClr val="237A94"/>
              </a:solidFill>
            </a:ln>
          </p:spPr>
          <p:txBody>
            <a:bodyPr wrap="square" lIns="0" tIns="0" rIns="0" bIns="0" rtlCol="0"/>
            <a:lstStyle/>
            <a:p>
              <a:endParaRPr sz="2400"/>
            </a:p>
          </p:txBody>
        </p:sp>
        <p:sp>
          <p:nvSpPr>
            <p:cNvPr id="95" name="object 95"/>
            <p:cNvSpPr/>
            <p:nvPr/>
          </p:nvSpPr>
          <p:spPr>
            <a:xfrm>
              <a:off x="5820750" y="2223299"/>
              <a:ext cx="91440" cy="42545"/>
            </a:xfrm>
            <a:custGeom>
              <a:avLst/>
              <a:gdLst/>
              <a:ahLst/>
              <a:cxnLst/>
              <a:rect l="l" t="t" r="r" b="b"/>
              <a:pathLst>
                <a:path w="91439" h="42544">
                  <a:moveTo>
                    <a:pt x="90899" y="42299"/>
                  </a:moveTo>
                  <a:lnTo>
                    <a:pt x="0" y="42299"/>
                  </a:lnTo>
                  <a:lnTo>
                    <a:pt x="0" y="0"/>
                  </a:lnTo>
                  <a:lnTo>
                    <a:pt x="90899" y="0"/>
                  </a:lnTo>
                  <a:lnTo>
                    <a:pt x="90899" y="42299"/>
                  </a:lnTo>
                  <a:close/>
                </a:path>
              </a:pathLst>
            </a:custGeom>
            <a:solidFill>
              <a:srgbClr val="DAF7FF"/>
            </a:solidFill>
          </p:spPr>
          <p:txBody>
            <a:bodyPr wrap="square" lIns="0" tIns="0" rIns="0" bIns="0" rtlCol="0"/>
            <a:lstStyle/>
            <a:p>
              <a:endParaRPr sz="2400"/>
            </a:p>
          </p:txBody>
        </p:sp>
        <p:sp>
          <p:nvSpPr>
            <p:cNvPr id="96" name="object 96"/>
            <p:cNvSpPr/>
            <p:nvPr/>
          </p:nvSpPr>
          <p:spPr>
            <a:xfrm>
              <a:off x="5820750" y="2223299"/>
              <a:ext cx="91440" cy="42545"/>
            </a:xfrm>
            <a:custGeom>
              <a:avLst/>
              <a:gdLst/>
              <a:ahLst/>
              <a:cxnLst/>
              <a:rect l="l" t="t" r="r" b="b"/>
              <a:pathLst>
                <a:path w="91439" h="42544">
                  <a:moveTo>
                    <a:pt x="0" y="0"/>
                  </a:moveTo>
                  <a:lnTo>
                    <a:pt x="90899" y="0"/>
                  </a:lnTo>
                  <a:lnTo>
                    <a:pt x="90899" y="42299"/>
                  </a:lnTo>
                  <a:lnTo>
                    <a:pt x="0" y="42299"/>
                  </a:lnTo>
                  <a:lnTo>
                    <a:pt x="0" y="0"/>
                  </a:lnTo>
                  <a:close/>
                </a:path>
              </a:pathLst>
            </a:custGeom>
            <a:ln w="3175">
              <a:solidFill>
                <a:srgbClr val="237A94"/>
              </a:solidFill>
            </a:ln>
          </p:spPr>
          <p:txBody>
            <a:bodyPr wrap="square" lIns="0" tIns="0" rIns="0" bIns="0" rtlCol="0"/>
            <a:lstStyle/>
            <a:p>
              <a:endParaRPr sz="2400"/>
            </a:p>
          </p:txBody>
        </p:sp>
        <p:sp>
          <p:nvSpPr>
            <p:cNvPr id="97" name="object 97"/>
            <p:cNvSpPr/>
            <p:nvPr/>
          </p:nvSpPr>
          <p:spPr>
            <a:xfrm>
              <a:off x="5934474" y="2237974"/>
              <a:ext cx="91440" cy="27940"/>
            </a:xfrm>
            <a:custGeom>
              <a:avLst/>
              <a:gdLst/>
              <a:ahLst/>
              <a:cxnLst/>
              <a:rect l="l" t="t" r="r" b="b"/>
              <a:pathLst>
                <a:path w="91439" h="27939">
                  <a:moveTo>
                    <a:pt x="90899" y="27599"/>
                  </a:moveTo>
                  <a:lnTo>
                    <a:pt x="0" y="27599"/>
                  </a:lnTo>
                  <a:lnTo>
                    <a:pt x="0" y="0"/>
                  </a:lnTo>
                  <a:lnTo>
                    <a:pt x="90899" y="0"/>
                  </a:lnTo>
                  <a:lnTo>
                    <a:pt x="90899" y="27599"/>
                  </a:lnTo>
                  <a:close/>
                </a:path>
              </a:pathLst>
            </a:custGeom>
            <a:solidFill>
              <a:srgbClr val="DAF7FF"/>
            </a:solidFill>
          </p:spPr>
          <p:txBody>
            <a:bodyPr wrap="square" lIns="0" tIns="0" rIns="0" bIns="0" rtlCol="0"/>
            <a:lstStyle/>
            <a:p>
              <a:endParaRPr sz="2400"/>
            </a:p>
          </p:txBody>
        </p:sp>
        <p:sp>
          <p:nvSpPr>
            <p:cNvPr id="98" name="object 98"/>
            <p:cNvSpPr/>
            <p:nvPr/>
          </p:nvSpPr>
          <p:spPr>
            <a:xfrm>
              <a:off x="5934474" y="2237974"/>
              <a:ext cx="91440" cy="27940"/>
            </a:xfrm>
            <a:custGeom>
              <a:avLst/>
              <a:gdLst/>
              <a:ahLst/>
              <a:cxnLst/>
              <a:rect l="l" t="t" r="r" b="b"/>
              <a:pathLst>
                <a:path w="91439" h="27939">
                  <a:moveTo>
                    <a:pt x="0" y="0"/>
                  </a:moveTo>
                  <a:lnTo>
                    <a:pt x="90899" y="0"/>
                  </a:lnTo>
                  <a:lnTo>
                    <a:pt x="90899" y="27599"/>
                  </a:lnTo>
                  <a:lnTo>
                    <a:pt x="0" y="27599"/>
                  </a:lnTo>
                  <a:lnTo>
                    <a:pt x="0" y="0"/>
                  </a:lnTo>
                  <a:close/>
                </a:path>
              </a:pathLst>
            </a:custGeom>
            <a:ln w="3175">
              <a:solidFill>
                <a:srgbClr val="237A94"/>
              </a:solidFill>
            </a:ln>
          </p:spPr>
          <p:txBody>
            <a:bodyPr wrap="square" lIns="0" tIns="0" rIns="0" bIns="0" rtlCol="0"/>
            <a:lstStyle/>
            <a:p>
              <a:endParaRPr sz="2400"/>
            </a:p>
          </p:txBody>
        </p:sp>
        <p:sp>
          <p:nvSpPr>
            <p:cNvPr id="99" name="object 99"/>
            <p:cNvSpPr/>
            <p:nvPr/>
          </p:nvSpPr>
          <p:spPr>
            <a:xfrm>
              <a:off x="5707025" y="2062950"/>
              <a:ext cx="91440" cy="203835"/>
            </a:xfrm>
            <a:custGeom>
              <a:avLst/>
              <a:gdLst/>
              <a:ahLst/>
              <a:cxnLst/>
              <a:rect l="l" t="t" r="r" b="b"/>
              <a:pathLst>
                <a:path w="91439" h="203835">
                  <a:moveTo>
                    <a:pt x="90899" y="203699"/>
                  </a:moveTo>
                  <a:lnTo>
                    <a:pt x="0" y="203699"/>
                  </a:lnTo>
                  <a:lnTo>
                    <a:pt x="0" y="0"/>
                  </a:lnTo>
                  <a:lnTo>
                    <a:pt x="90899" y="0"/>
                  </a:lnTo>
                  <a:lnTo>
                    <a:pt x="90899" y="203699"/>
                  </a:lnTo>
                  <a:close/>
                </a:path>
              </a:pathLst>
            </a:custGeom>
            <a:solidFill>
              <a:srgbClr val="DAF7FF"/>
            </a:solidFill>
          </p:spPr>
          <p:txBody>
            <a:bodyPr wrap="square" lIns="0" tIns="0" rIns="0" bIns="0" rtlCol="0"/>
            <a:lstStyle/>
            <a:p>
              <a:endParaRPr sz="2400"/>
            </a:p>
          </p:txBody>
        </p:sp>
        <p:sp>
          <p:nvSpPr>
            <p:cNvPr id="100" name="object 100"/>
            <p:cNvSpPr/>
            <p:nvPr/>
          </p:nvSpPr>
          <p:spPr>
            <a:xfrm>
              <a:off x="5707025" y="2062950"/>
              <a:ext cx="91440" cy="203835"/>
            </a:xfrm>
            <a:custGeom>
              <a:avLst/>
              <a:gdLst/>
              <a:ahLst/>
              <a:cxnLst/>
              <a:rect l="l" t="t" r="r" b="b"/>
              <a:pathLst>
                <a:path w="91439" h="203835">
                  <a:moveTo>
                    <a:pt x="0" y="0"/>
                  </a:moveTo>
                  <a:lnTo>
                    <a:pt x="90899" y="0"/>
                  </a:lnTo>
                  <a:lnTo>
                    <a:pt x="90899" y="203699"/>
                  </a:lnTo>
                  <a:lnTo>
                    <a:pt x="0" y="203699"/>
                  </a:lnTo>
                  <a:lnTo>
                    <a:pt x="0" y="0"/>
                  </a:lnTo>
                  <a:close/>
                </a:path>
              </a:pathLst>
            </a:custGeom>
            <a:ln w="3175">
              <a:solidFill>
                <a:srgbClr val="237A94"/>
              </a:solidFill>
            </a:ln>
          </p:spPr>
          <p:txBody>
            <a:bodyPr wrap="square" lIns="0" tIns="0" rIns="0" bIns="0" rtlCol="0"/>
            <a:lstStyle/>
            <a:p>
              <a:endParaRPr sz="2400"/>
            </a:p>
          </p:txBody>
        </p:sp>
        <p:sp>
          <p:nvSpPr>
            <p:cNvPr id="101" name="object 101"/>
            <p:cNvSpPr/>
            <p:nvPr/>
          </p:nvSpPr>
          <p:spPr>
            <a:xfrm>
              <a:off x="5658550" y="2267875"/>
              <a:ext cx="514984" cy="1270"/>
            </a:xfrm>
            <a:custGeom>
              <a:avLst/>
              <a:gdLst/>
              <a:ahLst/>
              <a:cxnLst/>
              <a:rect l="l" t="t" r="r" b="b"/>
              <a:pathLst>
                <a:path w="514985" h="1269">
                  <a:moveTo>
                    <a:pt x="0" y="899"/>
                  </a:moveTo>
                  <a:lnTo>
                    <a:pt x="514499" y="0"/>
                  </a:lnTo>
                </a:path>
              </a:pathLst>
            </a:custGeom>
            <a:ln w="3175">
              <a:solidFill>
                <a:srgbClr val="4285F4"/>
              </a:solidFill>
            </a:ln>
          </p:spPr>
          <p:txBody>
            <a:bodyPr wrap="square" lIns="0" tIns="0" rIns="0" bIns="0" rtlCol="0"/>
            <a:lstStyle/>
            <a:p>
              <a:endParaRPr sz="2400"/>
            </a:p>
          </p:txBody>
        </p:sp>
        <p:sp>
          <p:nvSpPr>
            <p:cNvPr id="102" name="object 102"/>
            <p:cNvSpPr/>
            <p:nvPr/>
          </p:nvSpPr>
          <p:spPr>
            <a:xfrm>
              <a:off x="6592912" y="2239883"/>
              <a:ext cx="91440" cy="27940"/>
            </a:xfrm>
            <a:custGeom>
              <a:avLst/>
              <a:gdLst/>
              <a:ahLst/>
              <a:cxnLst/>
              <a:rect l="l" t="t" r="r" b="b"/>
              <a:pathLst>
                <a:path w="91440" h="27939">
                  <a:moveTo>
                    <a:pt x="90899" y="27599"/>
                  </a:moveTo>
                  <a:lnTo>
                    <a:pt x="0" y="27599"/>
                  </a:lnTo>
                  <a:lnTo>
                    <a:pt x="0" y="0"/>
                  </a:lnTo>
                  <a:lnTo>
                    <a:pt x="90899" y="0"/>
                  </a:lnTo>
                  <a:lnTo>
                    <a:pt x="90899" y="27599"/>
                  </a:lnTo>
                  <a:close/>
                </a:path>
              </a:pathLst>
            </a:custGeom>
            <a:solidFill>
              <a:srgbClr val="E3C1E1"/>
            </a:solidFill>
          </p:spPr>
          <p:txBody>
            <a:bodyPr wrap="square" lIns="0" tIns="0" rIns="0" bIns="0" rtlCol="0"/>
            <a:lstStyle/>
            <a:p>
              <a:endParaRPr sz="2400"/>
            </a:p>
          </p:txBody>
        </p:sp>
        <p:sp>
          <p:nvSpPr>
            <p:cNvPr id="103" name="object 103"/>
            <p:cNvSpPr/>
            <p:nvPr/>
          </p:nvSpPr>
          <p:spPr>
            <a:xfrm>
              <a:off x="6592912" y="2239883"/>
              <a:ext cx="91440" cy="27940"/>
            </a:xfrm>
            <a:custGeom>
              <a:avLst/>
              <a:gdLst/>
              <a:ahLst/>
              <a:cxnLst/>
              <a:rect l="l" t="t" r="r" b="b"/>
              <a:pathLst>
                <a:path w="91440" h="27939">
                  <a:moveTo>
                    <a:pt x="0" y="0"/>
                  </a:moveTo>
                  <a:lnTo>
                    <a:pt x="90899" y="0"/>
                  </a:lnTo>
                  <a:lnTo>
                    <a:pt x="90899" y="27599"/>
                  </a:lnTo>
                  <a:lnTo>
                    <a:pt x="0" y="27599"/>
                  </a:lnTo>
                  <a:lnTo>
                    <a:pt x="0" y="0"/>
                  </a:lnTo>
                  <a:close/>
                </a:path>
              </a:pathLst>
            </a:custGeom>
            <a:ln w="3175">
              <a:solidFill>
                <a:srgbClr val="965AC8"/>
              </a:solidFill>
            </a:ln>
          </p:spPr>
          <p:txBody>
            <a:bodyPr wrap="square" lIns="0" tIns="0" rIns="0" bIns="0" rtlCol="0"/>
            <a:lstStyle/>
            <a:p>
              <a:endParaRPr sz="2400"/>
            </a:p>
          </p:txBody>
        </p:sp>
        <p:sp>
          <p:nvSpPr>
            <p:cNvPr id="104" name="object 104"/>
            <p:cNvSpPr/>
            <p:nvPr/>
          </p:nvSpPr>
          <p:spPr>
            <a:xfrm>
              <a:off x="6365475" y="2146049"/>
              <a:ext cx="91440" cy="120650"/>
            </a:xfrm>
            <a:custGeom>
              <a:avLst/>
              <a:gdLst/>
              <a:ahLst/>
              <a:cxnLst/>
              <a:rect l="l" t="t" r="r" b="b"/>
              <a:pathLst>
                <a:path w="91439" h="120650">
                  <a:moveTo>
                    <a:pt x="90899" y="120599"/>
                  </a:moveTo>
                  <a:lnTo>
                    <a:pt x="0" y="120599"/>
                  </a:lnTo>
                  <a:lnTo>
                    <a:pt x="0" y="0"/>
                  </a:lnTo>
                  <a:lnTo>
                    <a:pt x="90899" y="0"/>
                  </a:lnTo>
                  <a:lnTo>
                    <a:pt x="90899" y="120599"/>
                  </a:lnTo>
                  <a:close/>
                </a:path>
              </a:pathLst>
            </a:custGeom>
            <a:solidFill>
              <a:srgbClr val="E3C1E1"/>
            </a:solidFill>
          </p:spPr>
          <p:txBody>
            <a:bodyPr wrap="square" lIns="0" tIns="0" rIns="0" bIns="0" rtlCol="0"/>
            <a:lstStyle/>
            <a:p>
              <a:endParaRPr sz="2400"/>
            </a:p>
          </p:txBody>
        </p:sp>
        <p:sp>
          <p:nvSpPr>
            <p:cNvPr id="105" name="object 105"/>
            <p:cNvSpPr/>
            <p:nvPr/>
          </p:nvSpPr>
          <p:spPr>
            <a:xfrm>
              <a:off x="6365475" y="2146049"/>
              <a:ext cx="91440" cy="120650"/>
            </a:xfrm>
            <a:custGeom>
              <a:avLst/>
              <a:gdLst/>
              <a:ahLst/>
              <a:cxnLst/>
              <a:rect l="l" t="t" r="r" b="b"/>
              <a:pathLst>
                <a:path w="91439" h="120650">
                  <a:moveTo>
                    <a:pt x="0" y="0"/>
                  </a:moveTo>
                  <a:lnTo>
                    <a:pt x="90899" y="0"/>
                  </a:lnTo>
                  <a:lnTo>
                    <a:pt x="90899" y="120599"/>
                  </a:lnTo>
                  <a:lnTo>
                    <a:pt x="0" y="120599"/>
                  </a:lnTo>
                  <a:lnTo>
                    <a:pt x="0" y="0"/>
                  </a:lnTo>
                  <a:close/>
                </a:path>
              </a:pathLst>
            </a:custGeom>
            <a:ln w="3175">
              <a:solidFill>
                <a:srgbClr val="965AC8"/>
              </a:solidFill>
            </a:ln>
          </p:spPr>
          <p:txBody>
            <a:bodyPr wrap="square" lIns="0" tIns="0" rIns="0" bIns="0" rtlCol="0"/>
            <a:lstStyle/>
            <a:p>
              <a:endParaRPr sz="2400"/>
            </a:p>
          </p:txBody>
        </p:sp>
        <p:sp>
          <p:nvSpPr>
            <p:cNvPr id="106" name="object 106"/>
            <p:cNvSpPr/>
            <p:nvPr/>
          </p:nvSpPr>
          <p:spPr>
            <a:xfrm>
              <a:off x="6479199" y="2216926"/>
              <a:ext cx="91440" cy="50165"/>
            </a:xfrm>
            <a:custGeom>
              <a:avLst/>
              <a:gdLst/>
              <a:ahLst/>
              <a:cxnLst/>
              <a:rect l="l" t="t" r="r" b="b"/>
              <a:pathLst>
                <a:path w="91440" h="50164">
                  <a:moveTo>
                    <a:pt x="90899" y="49799"/>
                  </a:moveTo>
                  <a:lnTo>
                    <a:pt x="0" y="49799"/>
                  </a:lnTo>
                  <a:lnTo>
                    <a:pt x="0" y="0"/>
                  </a:lnTo>
                  <a:lnTo>
                    <a:pt x="90899" y="0"/>
                  </a:lnTo>
                  <a:lnTo>
                    <a:pt x="90899" y="49799"/>
                  </a:lnTo>
                  <a:close/>
                </a:path>
              </a:pathLst>
            </a:custGeom>
            <a:solidFill>
              <a:srgbClr val="E3C1E1"/>
            </a:solidFill>
          </p:spPr>
          <p:txBody>
            <a:bodyPr wrap="square" lIns="0" tIns="0" rIns="0" bIns="0" rtlCol="0"/>
            <a:lstStyle/>
            <a:p>
              <a:endParaRPr sz="2400"/>
            </a:p>
          </p:txBody>
        </p:sp>
        <p:sp>
          <p:nvSpPr>
            <p:cNvPr id="107" name="object 107"/>
            <p:cNvSpPr/>
            <p:nvPr/>
          </p:nvSpPr>
          <p:spPr>
            <a:xfrm>
              <a:off x="6479199" y="2216926"/>
              <a:ext cx="91440" cy="50165"/>
            </a:xfrm>
            <a:custGeom>
              <a:avLst/>
              <a:gdLst/>
              <a:ahLst/>
              <a:cxnLst/>
              <a:rect l="l" t="t" r="r" b="b"/>
              <a:pathLst>
                <a:path w="91440" h="50164">
                  <a:moveTo>
                    <a:pt x="0" y="0"/>
                  </a:moveTo>
                  <a:lnTo>
                    <a:pt x="90899" y="0"/>
                  </a:lnTo>
                  <a:lnTo>
                    <a:pt x="90899" y="49799"/>
                  </a:lnTo>
                  <a:lnTo>
                    <a:pt x="0" y="49799"/>
                  </a:lnTo>
                  <a:lnTo>
                    <a:pt x="0" y="0"/>
                  </a:lnTo>
                  <a:close/>
                </a:path>
              </a:pathLst>
            </a:custGeom>
            <a:ln w="3175">
              <a:solidFill>
                <a:srgbClr val="965AC8"/>
              </a:solidFill>
            </a:ln>
          </p:spPr>
          <p:txBody>
            <a:bodyPr wrap="square" lIns="0" tIns="0" rIns="0" bIns="0" rtlCol="0"/>
            <a:lstStyle/>
            <a:p>
              <a:endParaRPr sz="2400"/>
            </a:p>
          </p:txBody>
        </p:sp>
        <p:sp>
          <p:nvSpPr>
            <p:cNvPr id="108" name="object 108"/>
            <p:cNvSpPr/>
            <p:nvPr/>
          </p:nvSpPr>
          <p:spPr>
            <a:xfrm>
              <a:off x="6251749" y="2030650"/>
              <a:ext cx="91440" cy="237490"/>
            </a:xfrm>
            <a:custGeom>
              <a:avLst/>
              <a:gdLst/>
              <a:ahLst/>
              <a:cxnLst/>
              <a:rect l="l" t="t" r="r" b="b"/>
              <a:pathLst>
                <a:path w="91439" h="237489">
                  <a:moveTo>
                    <a:pt x="90899" y="236999"/>
                  </a:moveTo>
                  <a:lnTo>
                    <a:pt x="0" y="236999"/>
                  </a:lnTo>
                  <a:lnTo>
                    <a:pt x="0" y="0"/>
                  </a:lnTo>
                  <a:lnTo>
                    <a:pt x="90899" y="0"/>
                  </a:lnTo>
                  <a:lnTo>
                    <a:pt x="90899" y="236999"/>
                  </a:lnTo>
                  <a:close/>
                </a:path>
              </a:pathLst>
            </a:custGeom>
            <a:solidFill>
              <a:srgbClr val="E3C1E1"/>
            </a:solidFill>
          </p:spPr>
          <p:txBody>
            <a:bodyPr wrap="square" lIns="0" tIns="0" rIns="0" bIns="0" rtlCol="0"/>
            <a:lstStyle/>
            <a:p>
              <a:endParaRPr sz="2400"/>
            </a:p>
          </p:txBody>
        </p:sp>
        <p:sp>
          <p:nvSpPr>
            <p:cNvPr id="109" name="object 109"/>
            <p:cNvSpPr/>
            <p:nvPr/>
          </p:nvSpPr>
          <p:spPr>
            <a:xfrm>
              <a:off x="6251749" y="2030650"/>
              <a:ext cx="91440" cy="237490"/>
            </a:xfrm>
            <a:custGeom>
              <a:avLst/>
              <a:gdLst/>
              <a:ahLst/>
              <a:cxnLst/>
              <a:rect l="l" t="t" r="r" b="b"/>
              <a:pathLst>
                <a:path w="91439" h="237489">
                  <a:moveTo>
                    <a:pt x="0" y="0"/>
                  </a:moveTo>
                  <a:lnTo>
                    <a:pt x="90899" y="0"/>
                  </a:lnTo>
                  <a:lnTo>
                    <a:pt x="90899" y="236999"/>
                  </a:lnTo>
                  <a:lnTo>
                    <a:pt x="0" y="236999"/>
                  </a:lnTo>
                  <a:lnTo>
                    <a:pt x="0" y="0"/>
                  </a:lnTo>
                  <a:close/>
                </a:path>
              </a:pathLst>
            </a:custGeom>
            <a:ln w="3175">
              <a:solidFill>
                <a:srgbClr val="965AC8"/>
              </a:solidFill>
            </a:ln>
          </p:spPr>
          <p:txBody>
            <a:bodyPr wrap="square" lIns="0" tIns="0" rIns="0" bIns="0" rtlCol="0"/>
            <a:lstStyle/>
            <a:p>
              <a:endParaRPr sz="2400"/>
            </a:p>
          </p:txBody>
        </p:sp>
        <p:sp>
          <p:nvSpPr>
            <p:cNvPr id="110" name="object 110"/>
            <p:cNvSpPr/>
            <p:nvPr/>
          </p:nvSpPr>
          <p:spPr>
            <a:xfrm>
              <a:off x="6203274" y="2268925"/>
              <a:ext cx="514984" cy="1270"/>
            </a:xfrm>
            <a:custGeom>
              <a:avLst/>
              <a:gdLst/>
              <a:ahLst/>
              <a:cxnLst/>
              <a:rect l="l" t="t" r="r" b="b"/>
              <a:pathLst>
                <a:path w="514984" h="1269">
                  <a:moveTo>
                    <a:pt x="0" y="899"/>
                  </a:moveTo>
                  <a:lnTo>
                    <a:pt x="514499" y="0"/>
                  </a:lnTo>
                </a:path>
              </a:pathLst>
            </a:custGeom>
            <a:ln w="3175">
              <a:solidFill>
                <a:srgbClr val="4285F4"/>
              </a:solidFill>
            </a:ln>
          </p:spPr>
          <p:txBody>
            <a:bodyPr wrap="square" lIns="0" tIns="0" rIns="0" bIns="0" rtlCol="0"/>
            <a:lstStyle/>
            <a:p>
              <a:endParaRPr sz="2400"/>
            </a:p>
          </p:txBody>
        </p:sp>
      </p:grpSp>
      <p:grpSp>
        <p:nvGrpSpPr>
          <p:cNvPr id="111" name="object 111"/>
          <p:cNvGrpSpPr/>
          <p:nvPr/>
        </p:nvGrpSpPr>
        <p:grpSpPr>
          <a:xfrm>
            <a:off x="8215168" y="3237183"/>
            <a:ext cx="1396153" cy="280247"/>
            <a:chOff x="6161375" y="2427887"/>
            <a:chExt cx="1047115" cy="210185"/>
          </a:xfrm>
        </p:grpSpPr>
        <p:sp>
          <p:nvSpPr>
            <p:cNvPr id="112" name="object 112"/>
            <p:cNvSpPr/>
            <p:nvPr/>
          </p:nvSpPr>
          <p:spPr>
            <a:xfrm>
              <a:off x="6551750" y="2584671"/>
              <a:ext cx="91440" cy="42545"/>
            </a:xfrm>
            <a:custGeom>
              <a:avLst/>
              <a:gdLst/>
              <a:ahLst/>
              <a:cxnLst/>
              <a:rect l="l" t="t" r="r" b="b"/>
              <a:pathLst>
                <a:path w="91440" h="42544">
                  <a:moveTo>
                    <a:pt x="90899" y="42299"/>
                  </a:moveTo>
                  <a:lnTo>
                    <a:pt x="0" y="42299"/>
                  </a:lnTo>
                  <a:lnTo>
                    <a:pt x="0" y="0"/>
                  </a:lnTo>
                  <a:lnTo>
                    <a:pt x="90899" y="0"/>
                  </a:lnTo>
                  <a:lnTo>
                    <a:pt x="90899" y="42299"/>
                  </a:lnTo>
                  <a:close/>
                </a:path>
              </a:pathLst>
            </a:custGeom>
            <a:solidFill>
              <a:srgbClr val="DAF7FF"/>
            </a:solidFill>
          </p:spPr>
          <p:txBody>
            <a:bodyPr wrap="square" lIns="0" tIns="0" rIns="0" bIns="0" rtlCol="0"/>
            <a:lstStyle/>
            <a:p>
              <a:endParaRPr sz="2400"/>
            </a:p>
          </p:txBody>
        </p:sp>
        <p:sp>
          <p:nvSpPr>
            <p:cNvPr id="113" name="object 113"/>
            <p:cNvSpPr/>
            <p:nvPr/>
          </p:nvSpPr>
          <p:spPr>
            <a:xfrm>
              <a:off x="6551750" y="2584671"/>
              <a:ext cx="91440" cy="42545"/>
            </a:xfrm>
            <a:custGeom>
              <a:avLst/>
              <a:gdLst/>
              <a:ahLst/>
              <a:cxnLst/>
              <a:rect l="l" t="t" r="r" b="b"/>
              <a:pathLst>
                <a:path w="91440" h="42544">
                  <a:moveTo>
                    <a:pt x="0" y="0"/>
                  </a:moveTo>
                  <a:lnTo>
                    <a:pt x="90899" y="0"/>
                  </a:lnTo>
                  <a:lnTo>
                    <a:pt x="90899" y="42299"/>
                  </a:lnTo>
                  <a:lnTo>
                    <a:pt x="0" y="42299"/>
                  </a:lnTo>
                  <a:lnTo>
                    <a:pt x="0" y="0"/>
                  </a:lnTo>
                  <a:close/>
                </a:path>
              </a:pathLst>
            </a:custGeom>
            <a:ln w="3175">
              <a:solidFill>
                <a:srgbClr val="237A94"/>
              </a:solidFill>
            </a:ln>
          </p:spPr>
          <p:txBody>
            <a:bodyPr wrap="square" lIns="0" tIns="0" rIns="0" bIns="0" rtlCol="0"/>
            <a:lstStyle/>
            <a:p>
              <a:endParaRPr sz="2400"/>
            </a:p>
          </p:txBody>
        </p:sp>
        <p:sp>
          <p:nvSpPr>
            <p:cNvPr id="114" name="object 114"/>
            <p:cNvSpPr/>
            <p:nvPr/>
          </p:nvSpPr>
          <p:spPr>
            <a:xfrm>
              <a:off x="6324325" y="2519371"/>
              <a:ext cx="91440" cy="107314"/>
            </a:xfrm>
            <a:custGeom>
              <a:avLst/>
              <a:gdLst/>
              <a:ahLst/>
              <a:cxnLst/>
              <a:rect l="l" t="t" r="r" b="b"/>
              <a:pathLst>
                <a:path w="91439" h="107314">
                  <a:moveTo>
                    <a:pt x="90899" y="106799"/>
                  </a:moveTo>
                  <a:lnTo>
                    <a:pt x="0" y="106799"/>
                  </a:lnTo>
                  <a:lnTo>
                    <a:pt x="0" y="0"/>
                  </a:lnTo>
                  <a:lnTo>
                    <a:pt x="90899" y="0"/>
                  </a:lnTo>
                  <a:lnTo>
                    <a:pt x="90899" y="106799"/>
                  </a:lnTo>
                  <a:close/>
                </a:path>
              </a:pathLst>
            </a:custGeom>
            <a:solidFill>
              <a:srgbClr val="DAF7FF"/>
            </a:solidFill>
          </p:spPr>
          <p:txBody>
            <a:bodyPr wrap="square" lIns="0" tIns="0" rIns="0" bIns="0" rtlCol="0"/>
            <a:lstStyle/>
            <a:p>
              <a:endParaRPr sz="2400"/>
            </a:p>
          </p:txBody>
        </p:sp>
        <p:sp>
          <p:nvSpPr>
            <p:cNvPr id="115" name="object 115"/>
            <p:cNvSpPr/>
            <p:nvPr/>
          </p:nvSpPr>
          <p:spPr>
            <a:xfrm>
              <a:off x="6324325" y="2519371"/>
              <a:ext cx="91440" cy="107314"/>
            </a:xfrm>
            <a:custGeom>
              <a:avLst/>
              <a:gdLst/>
              <a:ahLst/>
              <a:cxnLst/>
              <a:rect l="l" t="t" r="r" b="b"/>
              <a:pathLst>
                <a:path w="91439" h="107314">
                  <a:moveTo>
                    <a:pt x="0" y="0"/>
                  </a:moveTo>
                  <a:lnTo>
                    <a:pt x="90899" y="0"/>
                  </a:lnTo>
                  <a:lnTo>
                    <a:pt x="90899" y="106799"/>
                  </a:lnTo>
                  <a:lnTo>
                    <a:pt x="0" y="106799"/>
                  </a:lnTo>
                  <a:lnTo>
                    <a:pt x="0" y="0"/>
                  </a:lnTo>
                  <a:close/>
                </a:path>
              </a:pathLst>
            </a:custGeom>
            <a:ln w="3175">
              <a:solidFill>
                <a:srgbClr val="237A94"/>
              </a:solidFill>
            </a:ln>
          </p:spPr>
          <p:txBody>
            <a:bodyPr wrap="square" lIns="0" tIns="0" rIns="0" bIns="0" rtlCol="0"/>
            <a:lstStyle/>
            <a:p>
              <a:endParaRPr sz="2400"/>
            </a:p>
          </p:txBody>
        </p:sp>
        <p:sp>
          <p:nvSpPr>
            <p:cNvPr id="116" name="object 116"/>
            <p:cNvSpPr/>
            <p:nvPr/>
          </p:nvSpPr>
          <p:spPr>
            <a:xfrm>
              <a:off x="6438050" y="2532672"/>
              <a:ext cx="91440" cy="93980"/>
            </a:xfrm>
            <a:custGeom>
              <a:avLst/>
              <a:gdLst/>
              <a:ahLst/>
              <a:cxnLst/>
              <a:rect l="l" t="t" r="r" b="b"/>
              <a:pathLst>
                <a:path w="91440" h="93980">
                  <a:moveTo>
                    <a:pt x="90899" y="93599"/>
                  </a:moveTo>
                  <a:lnTo>
                    <a:pt x="0" y="93599"/>
                  </a:lnTo>
                  <a:lnTo>
                    <a:pt x="0" y="0"/>
                  </a:lnTo>
                  <a:lnTo>
                    <a:pt x="90899" y="0"/>
                  </a:lnTo>
                  <a:lnTo>
                    <a:pt x="90899" y="93599"/>
                  </a:lnTo>
                  <a:close/>
                </a:path>
              </a:pathLst>
            </a:custGeom>
            <a:solidFill>
              <a:srgbClr val="DAF7FF"/>
            </a:solidFill>
          </p:spPr>
          <p:txBody>
            <a:bodyPr wrap="square" lIns="0" tIns="0" rIns="0" bIns="0" rtlCol="0"/>
            <a:lstStyle/>
            <a:p>
              <a:endParaRPr sz="2400"/>
            </a:p>
          </p:txBody>
        </p:sp>
        <p:sp>
          <p:nvSpPr>
            <p:cNvPr id="117" name="object 117"/>
            <p:cNvSpPr/>
            <p:nvPr/>
          </p:nvSpPr>
          <p:spPr>
            <a:xfrm>
              <a:off x="6438050" y="2532672"/>
              <a:ext cx="91440" cy="93980"/>
            </a:xfrm>
            <a:custGeom>
              <a:avLst/>
              <a:gdLst/>
              <a:ahLst/>
              <a:cxnLst/>
              <a:rect l="l" t="t" r="r" b="b"/>
              <a:pathLst>
                <a:path w="91440" h="93980">
                  <a:moveTo>
                    <a:pt x="0" y="0"/>
                  </a:moveTo>
                  <a:lnTo>
                    <a:pt x="90899" y="0"/>
                  </a:lnTo>
                  <a:lnTo>
                    <a:pt x="90899" y="93599"/>
                  </a:lnTo>
                  <a:lnTo>
                    <a:pt x="0" y="93599"/>
                  </a:lnTo>
                  <a:lnTo>
                    <a:pt x="0" y="0"/>
                  </a:lnTo>
                  <a:close/>
                </a:path>
              </a:pathLst>
            </a:custGeom>
            <a:ln w="3175">
              <a:solidFill>
                <a:srgbClr val="237A94"/>
              </a:solidFill>
            </a:ln>
          </p:spPr>
          <p:txBody>
            <a:bodyPr wrap="square" lIns="0" tIns="0" rIns="0" bIns="0" rtlCol="0"/>
            <a:lstStyle/>
            <a:p>
              <a:endParaRPr sz="2400"/>
            </a:p>
          </p:txBody>
        </p:sp>
        <p:sp>
          <p:nvSpPr>
            <p:cNvPr id="118" name="object 118"/>
            <p:cNvSpPr/>
            <p:nvPr/>
          </p:nvSpPr>
          <p:spPr>
            <a:xfrm>
              <a:off x="6210600" y="2499774"/>
              <a:ext cx="91440" cy="127635"/>
            </a:xfrm>
            <a:custGeom>
              <a:avLst/>
              <a:gdLst/>
              <a:ahLst/>
              <a:cxnLst/>
              <a:rect l="l" t="t" r="r" b="b"/>
              <a:pathLst>
                <a:path w="91439" h="127635">
                  <a:moveTo>
                    <a:pt x="90899" y="127499"/>
                  </a:moveTo>
                  <a:lnTo>
                    <a:pt x="0" y="127499"/>
                  </a:lnTo>
                  <a:lnTo>
                    <a:pt x="0" y="0"/>
                  </a:lnTo>
                  <a:lnTo>
                    <a:pt x="90899" y="0"/>
                  </a:lnTo>
                  <a:lnTo>
                    <a:pt x="90899" y="127499"/>
                  </a:lnTo>
                  <a:close/>
                </a:path>
              </a:pathLst>
            </a:custGeom>
            <a:solidFill>
              <a:srgbClr val="DAF7FF"/>
            </a:solidFill>
          </p:spPr>
          <p:txBody>
            <a:bodyPr wrap="square" lIns="0" tIns="0" rIns="0" bIns="0" rtlCol="0"/>
            <a:lstStyle/>
            <a:p>
              <a:endParaRPr sz="2400"/>
            </a:p>
          </p:txBody>
        </p:sp>
        <p:sp>
          <p:nvSpPr>
            <p:cNvPr id="119" name="object 119"/>
            <p:cNvSpPr/>
            <p:nvPr/>
          </p:nvSpPr>
          <p:spPr>
            <a:xfrm>
              <a:off x="6210600" y="2499774"/>
              <a:ext cx="91440" cy="127635"/>
            </a:xfrm>
            <a:custGeom>
              <a:avLst/>
              <a:gdLst/>
              <a:ahLst/>
              <a:cxnLst/>
              <a:rect l="l" t="t" r="r" b="b"/>
              <a:pathLst>
                <a:path w="91439" h="127635">
                  <a:moveTo>
                    <a:pt x="0" y="0"/>
                  </a:moveTo>
                  <a:lnTo>
                    <a:pt x="90899" y="0"/>
                  </a:lnTo>
                  <a:lnTo>
                    <a:pt x="90899" y="127499"/>
                  </a:lnTo>
                  <a:lnTo>
                    <a:pt x="0" y="127499"/>
                  </a:lnTo>
                  <a:lnTo>
                    <a:pt x="0" y="0"/>
                  </a:lnTo>
                  <a:close/>
                </a:path>
              </a:pathLst>
            </a:custGeom>
            <a:ln w="3175">
              <a:solidFill>
                <a:srgbClr val="237A94"/>
              </a:solidFill>
            </a:ln>
          </p:spPr>
          <p:txBody>
            <a:bodyPr wrap="square" lIns="0" tIns="0" rIns="0" bIns="0" rtlCol="0"/>
            <a:lstStyle/>
            <a:p>
              <a:endParaRPr sz="2400"/>
            </a:p>
          </p:txBody>
        </p:sp>
        <p:sp>
          <p:nvSpPr>
            <p:cNvPr id="120" name="object 120"/>
            <p:cNvSpPr/>
            <p:nvPr/>
          </p:nvSpPr>
          <p:spPr>
            <a:xfrm>
              <a:off x="6162125" y="2628424"/>
              <a:ext cx="514984" cy="1270"/>
            </a:xfrm>
            <a:custGeom>
              <a:avLst/>
              <a:gdLst/>
              <a:ahLst/>
              <a:cxnLst/>
              <a:rect l="l" t="t" r="r" b="b"/>
              <a:pathLst>
                <a:path w="514984" h="1269">
                  <a:moveTo>
                    <a:pt x="0" y="899"/>
                  </a:moveTo>
                  <a:lnTo>
                    <a:pt x="514499" y="0"/>
                  </a:lnTo>
                </a:path>
              </a:pathLst>
            </a:custGeom>
            <a:ln w="3175">
              <a:solidFill>
                <a:srgbClr val="4285F4"/>
              </a:solidFill>
            </a:ln>
          </p:spPr>
          <p:txBody>
            <a:bodyPr wrap="square" lIns="0" tIns="0" rIns="0" bIns="0" rtlCol="0"/>
            <a:lstStyle/>
            <a:p>
              <a:endParaRPr sz="2400"/>
            </a:p>
          </p:txBody>
        </p:sp>
        <p:sp>
          <p:nvSpPr>
            <p:cNvPr id="121" name="object 121"/>
            <p:cNvSpPr/>
            <p:nvPr/>
          </p:nvSpPr>
          <p:spPr>
            <a:xfrm>
              <a:off x="7082462" y="2607383"/>
              <a:ext cx="91440" cy="27940"/>
            </a:xfrm>
            <a:custGeom>
              <a:avLst/>
              <a:gdLst/>
              <a:ahLst/>
              <a:cxnLst/>
              <a:rect l="l" t="t" r="r" b="b"/>
              <a:pathLst>
                <a:path w="91440" h="27939">
                  <a:moveTo>
                    <a:pt x="90899" y="27599"/>
                  </a:moveTo>
                  <a:lnTo>
                    <a:pt x="0" y="27599"/>
                  </a:lnTo>
                  <a:lnTo>
                    <a:pt x="0" y="0"/>
                  </a:lnTo>
                  <a:lnTo>
                    <a:pt x="90899" y="0"/>
                  </a:lnTo>
                  <a:lnTo>
                    <a:pt x="90899" y="27599"/>
                  </a:lnTo>
                  <a:close/>
                </a:path>
              </a:pathLst>
            </a:custGeom>
            <a:solidFill>
              <a:srgbClr val="E3C1E1"/>
            </a:solidFill>
          </p:spPr>
          <p:txBody>
            <a:bodyPr wrap="square" lIns="0" tIns="0" rIns="0" bIns="0" rtlCol="0"/>
            <a:lstStyle/>
            <a:p>
              <a:endParaRPr sz="2400"/>
            </a:p>
          </p:txBody>
        </p:sp>
        <p:sp>
          <p:nvSpPr>
            <p:cNvPr id="122" name="object 122"/>
            <p:cNvSpPr/>
            <p:nvPr/>
          </p:nvSpPr>
          <p:spPr>
            <a:xfrm>
              <a:off x="7082462" y="2607383"/>
              <a:ext cx="91440" cy="27940"/>
            </a:xfrm>
            <a:custGeom>
              <a:avLst/>
              <a:gdLst/>
              <a:ahLst/>
              <a:cxnLst/>
              <a:rect l="l" t="t" r="r" b="b"/>
              <a:pathLst>
                <a:path w="91440" h="27939">
                  <a:moveTo>
                    <a:pt x="0" y="0"/>
                  </a:moveTo>
                  <a:lnTo>
                    <a:pt x="90899" y="0"/>
                  </a:lnTo>
                  <a:lnTo>
                    <a:pt x="90899" y="27599"/>
                  </a:lnTo>
                  <a:lnTo>
                    <a:pt x="0" y="27599"/>
                  </a:lnTo>
                  <a:lnTo>
                    <a:pt x="0" y="0"/>
                  </a:lnTo>
                  <a:close/>
                </a:path>
              </a:pathLst>
            </a:custGeom>
            <a:ln w="3175">
              <a:solidFill>
                <a:srgbClr val="965AC8"/>
              </a:solidFill>
            </a:ln>
          </p:spPr>
          <p:txBody>
            <a:bodyPr wrap="square" lIns="0" tIns="0" rIns="0" bIns="0" rtlCol="0"/>
            <a:lstStyle/>
            <a:p>
              <a:endParaRPr sz="2400"/>
            </a:p>
          </p:txBody>
        </p:sp>
        <p:sp>
          <p:nvSpPr>
            <p:cNvPr id="123" name="object 123"/>
            <p:cNvSpPr/>
            <p:nvPr/>
          </p:nvSpPr>
          <p:spPr>
            <a:xfrm>
              <a:off x="6855025" y="2482099"/>
              <a:ext cx="91440" cy="152400"/>
            </a:xfrm>
            <a:custGeom>
              <a:avLst/>
              <a:gdLst/>
              <a:ahLst/>
              <a:cxnLst/>
              <a:rect l="l" t="t" r="r" b="b"/>
              <a:pathLst>
                <a:path w="91440" h="152400">
                  <a:moveTo>
                    <a:pt x="90899" y="152099"/>
                  </a:moveTo>
                  <a:lnTo>
                    <a:pt x="0" y="152099"/>
                  </a:lnTo>
                  <a:lnTo>
                    <a:pt x="0" y="0"/>
                  </a:lnTo>
                  <a:lnTo>
                    <a:pt x="90899" y="0"/>
                  </a:lnTo>
                  <a:lnTo>
                    <a:pt x="90899" y="152099"/>
                  </a:lnTo>
                  <a:close/>
                </a:path>
              </a:pathLst>
            </a:custGeom>
            <a:solidFill>
              <a:srgbClr val="E3C1E1"/>
            </a:solidFill>
          </p:spPr>
          <p:txBody>
            <a:bodyPr wrap="square" lIns="0" tIns="0" rIns="0" bIns="0" rtlCol="0"/>
            <a:lstStyle/>
            <a:p>
              <a:endParaRPr sz="2400"/>
            </a:p>
          </p:txBody>
        </p:sp>
        <p:sp>
          <p:nvSpPr>
            <p:cNvPr id="124" name="object 124"/>
            <p:cNvSpPr/>
            <p:nvPr/>
          </p:nvSpPr>
          <p:spPr>
            <a:xfrm>
              <a:off x="6855025" y="2482099"/>
              <a:ext cx="91440" cy="152400"/>
            </a:xfrm>
            <a:custGeom>
              <a:avLst/>
              <a:gdLst/>
              <a:ahLst/>
              <a:cxnLst/>
              <a:rect l="l" t="t" r="r" b="b"/>
              <a:pathLst>
                <a:path w="91440" h="152400">
                  <a:moveTo>
                    <a:pt x="0" y="0"/>
                  </a:moveTo>
                  <a:lnTo>
                    <a:pt x="90899" y="0"/>
                  </a:lnTo>
                  <a:lnTo>
                    <a:pt x="90899" y="152099"/>
                  </a:lnTo>
                  <a:lnTo>
                    <a:pt x="0" y="152099"/>
                  </a:lnTo>
                  <a:lnTo>
                    <a:pt x="0" y="0"/>
                  </a:lnTo>
                  <a:close/>
                </a:path>
              </a:pathLst>
            </a:custGeom>
            <a:ln w="3175">
              <a:solidFill>
                <a:srgbClr val="965AC8"/>
              </a:solidFill>
            </a:ln>
          </p:spPr>
          <p:txBody>
            <a:bodyPr wrap="square" lIns="0" tIns="0" rIns="0" bIns="0" rtlCol="0"/>
            <a:lstStyle/>
            <a:p>
              <a:endParaRPr sz="2400"/>
            </a:p>
          </p:txBody>
        </p:sp>
        <p:sp>
          <p:nvSpPr>
            <p:cNvPr id="125" name="object 125"/>
            <p:cNvSpPr/>
            <p:nvPr/>
          </p:nvSpPr>
          <p:spPr>
            <a:xfrm>
              <a:off x="6968750" y="2568949"/>
              <a:ext cx="91440" cy="65405"/>
            </a:xfrm>
            <a:custGeom>
              <a:avLst/>
              <a:gdLst/>
              <a:ahLst/>
              <a:cxnLst/>
              <a:rect l="l" t="t" r="r" b="b"/>
              <a:pathLst>
                <a:path w="91440" h="65405">
                  <a:moveTo>
                    <a:pt x="90899" y="65399"/>
                  </a:moveTo>
                  <a:lnTo>
                    <a:pt x="0" y="65399"/>
                  </a:lnTo>
                  <a:lnTo>
                    <a:pt x="0" y="0"/>
                  </a:lnTo>
                  <a:lnTo>
                    <a:pt x="90899" y="0"/>
                  </a:lnTo>
                  <a:lnTo>
                    <a:pt x="90899" y="65399"/>
                  </a:lnTo>
                  <a:close/>
                </a:path>
              </a:pathLst>
            </a:custGeom>
            <a:solidFill>
              <a:srgbClr val="E3C1E1"/>
            </a:solidFill>
          </p:spPr>
          <p:txBody>
            <a:bodyPr wrap="square" lIns="0" tIns="0" rIns="0" bIns="0" rtlCol="0"/>
            <a:lstStyle/>
            <a:p>
              <a:endParaRPr sz="2400"/>
            </a:p>
          </p:txBody>
        </p:sp>
        <p:sp>
          <p:nvSpPr>
            <p:cNvPr id="126" name="object 126"/>
            <p:cNvSpPr/>
            <p:nvPr/>
          </p:nvSpPr>
          <p:spPr>
            <a:xfrm>
              <a:off x="6968750" y="2568949"/>
              <a:ext cx="91440" cy="65405"/>
            </a:xfrm>
            <a:custGeom>
              <a:avLst/>
              <a:gdLst/>
              <a:ahLst/>
              <a:cxnLst/>
              <a:rect l="l" t="t" r="r" b="b"/>
              <a:pathLst>
                <a:path w="91440" h="65405">
                  <a:moveTo>
                    <a:pt x="0" y="0"/>
                  </a:moveTo>
                  <a:lnTo>
                    <a:pt x="90899" y="0"/>
                  </a:lnTo>
                  <a:lnTo>
                    <a:pt x="90899" y="65399"/>
                  </a:lnTo>
                  <a:lnTo>
                    <a:pt x="0" y="65399"/>
                  </a:lnTo>
                  <a:lnTo>
                    <a:pt x="0" y="0"/>
                  </a:lnTo>
                  <a:close/>
                </a:path>
              </a:pathLst>
            </a:custGeom>
            <a:ln w="3175">
              <a:solidFill>
                <a:srgbClr val="965AC8"/>
              </a:solidFill>
            </a:ln>
          </p:spPr>
          <p:txBody>
            <a:bodyPr wrap="square" lIns="0" tIns="0" rIns="0" bIns="0" rtlCol="0"/>
            <a:lstStyle/>
            <a:p>
              <a:endParaRPr sz="2400"/>
            </a:p>
          </p:txBody>
        </p:sp>
        <p:sp>
          <p:nvSpPr>
            <p:cNvPr id="127" name="object 127"/>
            <p:cNvSpPr/>
            <p:nvPr/>
          </p:nvSpPr>
          <p:spPr>
            <a:xfrm>
              <a:off x="6741300" y="2429399"/>
              <a:ext cx="91440" cy="206375"/>
            </a:xfrm>
            <a:custGeom>
              <a:avLst/>
              <a:gdLst/>
              <a:ahLst/>
              <a:cxnLst/>
              <a:rect l="l" t="t" r="r" b="b"/>
              <a:pathLst>
                <a:path w="91440" h="206375">
                  <a:moveTo>
                    <a:pt x="90899" y="205799"/>
                  </a:moveTo>
                  <a:lnTo>
                    <a:pt x="0" y="205799"/>
                  </a:lnTo>
                  <a:lnTo>
                    <a:pt x="0" y="0"/>
                  </a:lnTo>
                  <a:lnTo>
                    <a:pt x="90899" y="0"/>
                  </a:lnTo>
                  <a:lnTo>
                    <a:pt x="90899" y="205799"/>
                  </a:lnTo>
                  <a:close/>
                </a:path>
              </a:pathLst>
            </a:custGeom>
            <a:solidFill>
              <a:srgbClr val="E3C1E1"/>
            </a:solidFill>
          </p:spPr>
          <p:txBody>
            <a:bodyPr wrap="square" lIns="0" tIns="0" rIns="0" bIns="0" rtlCol="0"/>
            <a:lstStyle/>
            <a:p>
              <a:endParaRPr sz="2400"/>
            </a:p>
          </p:txBody>
        </p:sp>
        <p:sp>
          <p:nvSpPr>
            <p:cNvPr id="128" name="object 128"/>
            <p:cNvSpPr/>
            <p:nvPr/>
          </p:nvSpPr>
          <p:spPr>
            <a:xfrm>
              <a:off x="6741300" y="2429399"/>
              <a:ext cx="91440" cy="206375"/>
            </a:xfrm>
            <a:custGeom>
              <a:avLst/>
              <a:gdLst/>
              <a:ahLst/>
              <a:cxnLst/>
              <a:rect l="l" t="t" r="r" b="b"/>
              <a:pathLst>
                <a:path w="91440" h="206375">
                  <a:moveTo>
                    <a:pt x="0" y="0"/>
                  </a:moveTo>
                  <a:lnTo>
                    <a:pt x="90899" y="0"/>
                  </a:lnTo>
                  <a:lnTo>
                    <a:pt x="90899" y="205799"/>
                  </a:lnTo>
                  <a:lnTo>
                    <a:pt x="0" y="205799"/>
                  </a:lnTo>
                  <a:lnTo>
                    <a:pt x="0" y="0"/>
                  </a:lnTo>
                  <a:close/>
                </a:path>
              </a:pathLst>
            </a:custGeom>
            <a:ln w="3175">
              <a:solidFill>
                <a:srgbClr val="965AC8"/>
              </a:solidFill>
            </a:ln>
          </p:spPr>
          <p:txBody>
            <a:bodyPr wrap="square" lIns="0" tIns="0" rIns="0" bIns="0" rtlCol="0"/>
            <a:lstStyle/>
            <a:p>
              <a:endParaRPr sz="2400"/>
            </a:p>
          </p:txBody>
        </p:sp>
        <p:sp>
          <p:nvSpPr>
            <p:cNvPr id="129" name="object 129"/>
            <p:cNvSpPr/>
            <p:nvPr/>
          </p:nvSpPr>
          <p:spPr>
            <a:xfrm>
              <a:off x="6692825" y="2636424"/>
              <a:ext cx="514984" cy="1270"/>
            </a:xfrm>
            <a:custGeom>
              <a:avLst/>
              <a:gdLst/>
              <a:ahLst/>
              <a:cxnLst/>
              <a:rect l="l" t="t" r="r" b="b"/>
              <a:pathLst>
                <a:path w="514984" h="1269">
                  <a:moveTo>
                    <a:pt x="0" y="899"/>
                  </a:moveTo>
                  <a:lnTo>
                    <a:pt x="514499" y="0"/>
                  </a:lnTo>
                </a:path>
              </a:pathLst>
            </a:custGeom>
            <a:ln w="3175">
              <a:solidFill>
                <a:srgbClr val="4285F4"/>
              </a:solidFill>
            </a:ln>
          </p:spPr>
          <p:txBody>
            <a:bodyPr wrap="square" lIns="0" tIns="0" rIns="0" bIns="0" rtlCol="0"/>
            <a:lstStyle/>
            <a:p>
              <a:endParaRPr sz="2400"/>
            </a:p>
          </p:txBody>
        </p:sp>
      </p:grpSp>
      <p:grpSp>
        <p:nvGrpSpPr>
          <p:cNvPr id="130" name="object 130"/>
          <p:cNvGrpSpPr/>
          <p:nvPr/>
        </p:nvGrpSpPr>
        <p:grpSpPr>
          <a:xfrm>
            <a:off x="9017601" y="3727184"/>
            <a:ext cx="1374140" cy="277705"/>
            <a:chOff x="6763200" y="2795387"/>
            <a:chExt cx="1030605" cy="208279"/>
          </a:xfrm>
        </p:grpSpPr>
        <p:sp>
          <p:nvSpPr>
            <p:cNvPr id="131" name="object 131"/>
            <p:cNvSpPr/>
            <p:nvPr/>
          </p:nvSpPr>
          <p:spPr>
            <a:xfrm>
              <a:off x="7153587" y="2972758"/>
              <a:ext cx="91440" cy="27940"/>
            </a:xfrm>
            <a:custGeom>
              <a:avLst/>
              <a:gdLst/>
              <a:ahLst/>
              <a:cxnLst/>
              <a:rect l="l" t="t" r="r" b="b"/>
              <a:pathLst>
                <a:path w="91440" h="27939">
                  <a:moveTo>
                    <a:pt x="90899" y="27599"/>
                  </a:moveTo>
                  <a:lnTo>
                    <a:pt x="0" y="27599"/>
                  </a:lnTo>
                  <a:lnTo>
                    <a:pt x="0" y="0"/>
                  </a:lnTo>
                  <a:lnTo>
                    <a:pt x="90899" y="0"/>
                  </a:lnTo>
                  <a:lnTo>
                    <a:pt x="90899" y="27599"/>
                  </a:lnTo>
                  <a:close/>
                </a:path>
              </a:pathLst>
            </a:custGeom>
            <a:solidFill>
              <a:srgbClr val="DAF7FF"/>
            </a:solidFill>
          </p:spPr>
          <p:txBody>
            <a:bodyPr wrap="square" lIns="0" tIns="0" rIns="0" bIns="0" rtlCol="0"/>
            <a:lstStyle/>
            <a:p>
              <a:endParaRPr sz="2400"/>
            </a:p>
          </p:txBody>
        </p:sp>
        <p:sp>
          <p:nvSpPr>
            <p:cNvPr id="132" name="object 132"/>
            <p:cNvSpPr/>
            <p:nvPr/>
          </p:nvSpPr>
          <p:spPr>
            <a:xfrm>
              <a:off x="7153587" y="2972758"/>
              <a:ext cx="91440" cy="27940"/>
            </a:xfrm>
            <a:custGeom>
              <a:avLst/>
              <a:gdLst/>
              <a:ahLst/>
              <a:cxnLst/>
              <a:rect l="l" t="t" r="r" b="b"/>
              <a:pathLst>
                <a:path w="91440" h="27939">
                  <a:moveTo>
                    <a:pt x="0" y="0"/>
                  </a:moveTo>
                  <a:lnTo>
                    <a:pt x="90899" y="0"/>
                  </a:lnTo>
                  <a:lnTo>
                    <a:pt x="90899" y="27599"/>
                  </a:lnTo>
                  <a:lnTo>
                    <a:pt x="0" y="27599"/>
                  </a:lnTo>
                  <a:lnTo>
                    <a:pt x="0" y="0"/>
                  </a:lnTo>
                  <a:close/>
                </a:path>
              </a:pathLst>
            </a:custGeom>
            <a:ln w="3175">
              <a:solidFill>
                <a:srgbClr val="237A94"/>
              </a:solidFill>
            </a:ln>
          </p:spPr>
          <p:txBody>
            <a:bodyPr wrap="square" lIns="0" tIns="0" rIns="0" bIns="0" rtlCol="0"/>
            <a:lstStyle/>
            <a:p>
              <a:endParaRPr sz="2400"/>
            </a:p>
          </p:txBody>
        </p:sp>
        <p:sp>
          <p:nvSpPr>
            <p:cNvPr id="133" name="object 133"/>
            <p:cNvSpPr/>
            <p:nvPr/>
          </p:nvSpPr>
          <p:spPr>
            <a:xfrm>
              <a:off x="6926150" y="2843525"/>
              <a:ext cx="91440" cy="156210"/>
            </a:xfrm>
            <a:custGeom>
              <a:avLst/>
              <a:gdLst/>
              <a:ahLst/>
              <a:cxnLst/>
              <a:rect l="l" t="t" r="r" b="b"/>
              <a:pathLst>
                <a:path w="91440" h="156210">
                  <a:moveTo>
                    <a:pt x="90899" y="155999"/>
                  </a:moveTo>
                  <a:lnTo>
                    <a:pt x="0" y="155999"/>
                  </a:lnTo>
                  <a:lnTo>
                    <a:pt x="0" y="0"/>
                  </a:lnTo>
                  <a:lnTo>
                    <a:pt x="90899" y="0"/>
                  </a:lnTo>
                  <a:lnTo>
                    <a:pt x="90899" y="155999"/>
                  </a:lnTo>
                  <a:close/>
                </a:path>
              </a:pathLst>
            </a:custGeom>
            <a:solidFill>
              <a:srgbClr val="DAF7FF"/>
            </a:solidFill>
          </p:spPr>
          <p:txBody>
            <a:bodyPr wrap="square" lIns="0" tIns="0" rIns="0" bIns="0" rtlCol="0"/>
            <a:lstStyle/>
            <a:p>
              <a:endParaRPr sz="2400"/>
            </a:p>
          </p:txBody>
        </p:sp>
        <p:sp>
          <p:nvSpPr>
            <p:cNvPr id="134" name="object 134"/>
            <p:cNvSpPr/>
            <p:nvPr/>
          </p:nvSpPr>
          <p:spPr>
            <a:xfrm>
              <a:off x="6926150" y="2843525"/>
              <a:ext cx="91440" cy="156210"/>
            </a:xfrm>
            <a:custGeom>
              <a:avLst/>
              <a:gdLst/>
              <a:ahLst/>
              <a:cxnLst/>
              <a:rect l="l" t="t" r="r" b="b"/>
              <a:pathLst>
                <a:path w="91440" h="156210">
                  <a:moveTo>
                    <a:pt x="0" y="0"/>
                  </a:moveTo>
                  <a:lnTo>
                    <a:pt x="90899" y="0"/>
                  </a:lnTo>
                  <a:lnTo>
                    <a:pt x="90899" y="155999"/>
                  </a:lnTo>
                  <a:lnTo>
                    <a:pt x="0" y="155999"/>
                  </a:lnTo>
                  <a:lnTo>
                    <a:pt x="0" y="0"/>
                  </a:lnTo>
                  <a:close/>
                </a:path>
              </a:pathLst>
            </a:custGeom>
            <a:ln w="3175">
              <a:solidFill>
                <a:srgbClr val="237A94"/>
              </a:solidFill>
            </a:ln>
          </p:spPr>
          <p:txBody>
            <a:bodyPr wrap="square" lIns="0" tIns="0" rIns="0" bIns="0" rtlCol="0"/>
            <a:lstStyle/>
            <a:p>
              <a:endParaRPr sz="2400"/>
            </a:p>
          </p:txBody>
        </p:sp>
        <p:sp>
          <p:nvSpPr>
            <p:cNvPr id="135" name="object 135"/>
            <p:cNvSpPr/>
            <p:nvPr/>
          </p:nvSpPr>
          <p:spPr>
            <a:xfrm>
              <a:off x="7039875" y="2860317"/>
              <a:ext cx="91440" cy="139700"/>
            </a:xfrm>
            <a:custGeom>
              <a:avLst/>
              <a:gdLst/>
              <a:ahLst/>
              <a:cxnLst/>
              <a:rect l="l" t="t" r="r" b="b"/>
              <a:pathLst>
                <a:path w="91440" h="139700">
                  <a:moveTo>
                    <a:pt x="90899" y="139199"/>
                  </a:moveTo>
                  <a:lnTo>
                    <a:pt x="0" y="139199"/>
                  </a:lnTo>
                  <a:lnTo>
                    <a:pt x="0" y="0"/>
                  </a:lnTo>
                  <a:lnTo>
                    <a:pt x="90899" y="0"/>
                  </a:lnTo>
                  <a:lnTo>
                    <a:pt x="90899" y="139199"/>
                  </a:lnTo>
                  <a:close/>
                </a:path>
              </a:pathLst>
            </a:custGeom>
            <a:solidFill>
              <a:srgbClr val="DAF7FF"/>
            </a:solidFill>
          </p:spPr>
          <p:txBody>
            <a:bodyPr wrap="square" lIns="0" tIns="0" rIns="0" bIns="0" rtlCol="0"/>
            <a:lstStyle/>
            <a:p>
              <a:endParaRPr sz="2400"/>
            </a:p>
          </p:txBody>
        </p:sp>
        <p:sp>
          <p:nvSpPr>
            <p:cNvPr id="136" name="object 136"/>
            <p:cNvSpPr/>
            <p:nvPr/>
          </p:nvSpPr>
          <p:spPr>
            <a:xfrm>
              <a:off x="7039875" y="2860317"/>
              <a:ext cx="91440" cy="139700"/>
            </a:xfrm>
            <a:custGeom>
              <a:avLst/>
              <a:gdLst/>
              <a:ahLst/>
              <a:cxnLst/>
              <a:rect l="l" t="t" r="r" b="b"/>
              <a:pathLst>
                <a:path w="91440" h="139700">
                  <a:moveTo>
                    <a:pt x="0" y="0"/>
                  </a:moveTo>
                  <a:lnTo>
                    <a:pt x="90899" y="0"/>
                  </a:lnTo>
                  <a:lnTo>
                    <a:pt x="90899" y="139199"/>
                  </a:lnTo>
                  <a:lnTo>
                    <a:pt x="0" y="139199"/>
                  </a:lnTo>
                  <a:lnTo>
                    <a:pt x="0" y="0"/>
                  </a:lnTo>
                  <a:close/>
                </a:path>
              </a:pathLst>
            </a:custGeom>
            <a:ln w="3175">
              <a:solidFill>
                <a:srgbClr val="237A94"/>
              </a:solidFill>
            </a:ln>
          </p:spPr>
          <p:txBody>
            <a:bodyPr wrap="square" lIns="0" tIns="0" rIns="0" bIns="0" rtlCol="0"/>
            <a:lstStyle/>
            <a:p>
              <a:endParaRPr sz="2400"/>
            </a:p>
          </p:txBody>
        </p:sp>
        <p:sp>
          <p:nvSpPr>
            <p:cNvPr id="137" name="object 137"/>
            <p:cNvSpPr/>
            <p:nvPr/>
          </p:nvSpPr>
          <p:spPr>
            <a:xfrm>
              <a:off x="6812425" y="2796900"/>
              <a:ext cx="91440" cy="203835"/>
            </a:xfrm>
            <a:custGeom>
              <a:avLst/>
              <a:gdLst/>
              <a:ahLst/>
              <a:cxnLst/>
              <a:rect l="l" t="t" r="r" b="b"/>
              <a:pathLst>
                <a:path w="91440" h="203835">
                  <a:moveTo>
                    <a:pt x="90899" y="203699"/>
                  </a:moveTo>
                  <a:lnTo>
                    <a:pt x="0" y="203699"/>
                  </a:lnTo>
                  <a:lnTo>
                    <a:pt x="0" y="0"/>
                  </a:lnTo>
                  <a:lnTo>
                    <a:pt x="90899" y="0"/>
                  </a:lnTo>
                  <a:lnTo>
                    <a:pt x="90899" y="203699"/>
                  </a:lnTo>
                  <a:close/>
                </a:path>
              </a:pathLst>
            </a:custGeom>
            <a:solidFill>
              <a:srgbClr val="DAF7FF"/>
            </a:solidFill>
          </p:spPr>
          <p:txBody>
            <a:bodyPr wrap="square" lIns="0" tIns="0" rIns="0" bIns="0" rtlCol="0"/>
            <a:lstStyle/>
            <a:p>
              <a:endParaRPr sz="2400"/>
            </a:p>
          </p:txBody>
        </p:sp>
        <p:sp>
          <p:nvSpPr>
            <p:cNvPr id="138" name="object 138"/>
            <p:cNvSpPr/>
            <p:nvPr/>
          </p:nvSpPr>
          <p:spPr>
            <a:xfrm>
              <a:off x="6812425" y="2796900"/>
              <a:ext cx="91440" cy="203835"/>
            </a:xfrm>
            <a:custGeom>
              <a:avLst/>
              <a:gdLst/>
              <a:ahLst/>
              <a:cxnLst/>
              <a:rect l="l" t="t" r="r" b="b"/>
              <a:pathLst>
                <a:path w="91440" h="203835">
                  <a:moveTo>
                    <a:pt x="0" y="0"/>
                  </a:moveTo>
                  <a:lnTo>
                    <a:pt x="90899" y="0"/>
                  </a:lnTo>
                  <a:lnTo>
                    <a:pt x="90899" y="203699"/>
                  </a:lnTo>
                  <a:lnTo>
                    <a:pt x="0" y="203699"/>
                  </a:lnTo>
                  <a:lnTo>
                    <a:pt x="0" y="0"/>
                  </a:lnTo>
                  <a:close/>
                </a:path>
              </a:pathLst>
            </a:custGeom>
            <a:ln w="3175">
              <a:solidFill>
                <a:srgbClr val="237A94"/>
              </a:solidFill>
            </a:ln>
          </p:spPr>
          <p:txBody>
            <a:bodyPr wrap="square" lIns="0" tIns="0" rIns="0" bIns="0" rtlCol="0"/>
            <a:lstStyle/>
            <a:p>
              <a:endParaRPr sz="2400"/>
            </a:p>
          </p:txBody>
        </p:sp>
        <p:sp>
          <p:nvSpPr>
            <p:cNvPr id="139" name="object 139"/>
            <p:cNvSpPr/>
            <p:nvPr/>
          </p:nvSpPr>
          <p:spPr>
            <a:xfrm>
              <a:off x="6763950" y="3001800"/>
              <a:ext cx="514984" cy="1270"/>
            </a:xfrm>
            <a:custGeom>
              <a:avLst/>
              <a:gdLst/>
              <a:ahLst/>
              <a:cxnLst/>
              <a:rect l="l" t="t" r="r" b="b"/>
              <a:pathLst>
                <a:path w="514984" h="1269">
                  <a:moveTo>
                    <a:pt x="0" y="899"/>
                  </a:moveTo>
                  <a:lnTo>
                    <a:pt x="514499" y="0"/>
                  </a:lnTo>
                </a:path>
              </a:pathLst>
            </a:custGeom>
            <a:ln w="3175">
              <a:solidFill>
                <a:srgbClr val="4285F4"/>
              </a:solidFill>
            </a:ln>
          </p:spPr>
          <p:txBody>
            <a:bodyPr wrap="square" lIns="0" tIns="0" rIns="0" bIns="0" rtlCol="0"/>
            <a:lstStyle/>
            <a:p>
              <a:endParaRPr sz="2400"/>
            </a:p>
          </p:txBody>
        </p:sp>
        <p:sp>
          <p:nvSpPr>
            <p:cNvPr id="140" name="object 140"/>
            <p:cNvSpPr/>
            <p:nvPr/>
          </p:nvSpPr>
          <p:spPr>
            <a:xfrm>
              <a:off x="7668075" y="2958046"/>
              <a:ext cx="91440" cy="42545"/>
            </a:xfrm>
            <a:custGeom>
              <a:avLst/>
              <a:gdLst/>
              <a:ahLst/>
              <a:cxnLst/>
              <a:rect l="l" t="t" r="r" b="b"/>
              <a:pathLst>
                <a:path w="91440" h="42544">
                  <a:moveTo>
                    <a:pt x="90899" y="42299"/>
                  </a:moveTo>
                  <a:lnTo>
                    <a:pt x="0" y="42299"/>
                  </a:lnTo>
                  <a:lnTo>
                    <a:pt x="0" y="0"/>
                  </a:lnTo>
                  <a:lnTo>
                    <a:pt x="90899" y="0"/>
                  </a:lnTo>
                  <a:lnTo>
                    <a:pt x="90899" y="42299"/>
                  </a:lnTo>
                  <a:close/>
                </a:path>
              </a:pathLst>
            </a:custGeom>
            <a:solidFill>
              <a:srgbClr val="E3C1E1"/>
            </a:solidFill>
          </p:spPr>
          <p:txBody>
            <a:bodyPr wrap="square" lIns="0" tIns="0" rIns="0" bIns="0" rtlCol="0"/>
            <a:lstStyle/>
            <a:p>
              <a:endParaRPr sz="2400"/>
            </a:p>
          </p:txBody>
        </p:sp>
        <p:sp>
          <p:nvSpPr>
            <p:cNvPr id="141" name="object 141"/>
            <p:cNvSpPr/>
            <p:nvPr/>
          </p:nvSpPr>
          <p:spPr>
            <a:xfrm>
              <a:off x="7668075" y="2958046"/>
              <a:ext cx="91440" cy="42545"/>
            </a:xfrm>
            <a:custGeom>
              <a:avLst/>
              <a:gdLst/>
              <a:ahLst/>
              <a:cxnLst/>
              <a:rect l="l" t="t" r="r" b="b"/>
              <a:pathLst>
                <a:path w="91440" h="42544">
                  <a:moveTo>
                    <a:pt x="0" y="0"/>
                  </a:moveTo>
                  <a:lnTo>
                    <a:pt x="90899" y="0"/>
                  </a:lnTo>
                  <a:lnTo>
                    <a:pt x="90899" y="42299"/>
                  </a:lnTo>
                  <a:lnTo>
                    <a:pt x="0" y="42299"/>
                  </a:lnTo>
                  <a:lnTo>
                    <a:pt x="0" y="0"/>
                  </a:lnTo>
                  <a:close/>
                </a:path>
              </a:pathLst>
            </a:custGeom>
            <a:ln w="3175">
              <a:solidFill>
                <a:srgbClr val="965AC8"/>
              </a:solidFill>
            </a:ln>
          </p:spPr>
          <p:txBody>
            <a:bodyPr wrap="square" lIns="0" tIns="0" rIns="0" bIns="0" rtlCol="0"/>
            <a:lstStyle/>
            <a:p>
              <a:endParaRPr sz="2400"/>
            </a:p>
          </p:txBody>
        </p:sp>
        <p:sp>
          <p:nvSpPr>
            <p:cNvPr id="142" name="object 142"/>
            <p:cNvSpPr/>
            <p:nvPr/>
          </p:nvSpPr>
          <p:spPr>
            <a:xfrm>
              <a:off x="7440650" y="2892746"/>
              <a:ext cx="91440" cy="107314"/>
            </a:xfrm>
            <a:custGeom>
              <a:avLst/>
              <a:gdLst/>
              <a:ahLst/>
              <a:cxnLst/>
              <a:rect l="l" t="t" r="r" b="b"/>
              <a:pathLst>
                <a:path w="91440" h="107314">
                  <a:moveTo>
                    <a:pt x="90899" y="106799"/>
                  </a:moveTo>
                  <a:lnTo>
                    <a:pt x="0" y="106799"/>
                  </a:lnTo>
                  <a:lnTo>
                    <a:pt x="0" y="0"/>
                  </a:lnTo>
                  <a:lnTo>
                    <a:pt x="90899" y="0"/>
                  </a:lnTo>
                  <a:lnTo>
                    <a:pt x="90899" y="106799"/>
                  </a:lnTo>
                  <a:close/>
                </a:path>
              </a:pathLst>
            </a:custGeom>
            <a:solidFill>
              <a:srgbClr val="E3C1E1"/>
            </a:solidFill>
          </p:spPr>
          <p:txBody>
            <a:bodyPr wrap="square" lIns="0" tIns="0" rIns="0" bIns="0" rtlCol="0"/>
            <a:lstStyle/>
            <a:p>
              <a:endParaRPr sz="2400"/>
            </a:p>
          </p:txBody>
        </p:sp>
        <p:sp>
          <p:nvSpPr>
            <p:cNvPr id="143" name="object 143"/>
            <p:cNvSpPr/>
            <p:nvPr/>
          </p:nvSpPr>
          <p:spPr>
            <a:xfrm>
              <a:off x="7440650" y="2892746"/>
              <a:ext cx="91440" cy="107314"/>
            </a:xfrm>
            <a:custGeom>
              <a:avLst/>
              <a:gdLst/>
              <a:ahLst/>
              <a:cxnLst/>
              <a:rect l="l" t="t" r="r" b="b"/>
              <a:pathLst>
                <a:path w="91440" h="107314">
                  <a:moveTo>
                    <a:pt x="0" y="0"/>
                  </a:moveTo>
                  <a:lnTo>
                    <a:pt x="90899" y="0"/>
                  </a:lnTo>
                  <a:lnTo>
                    <a:pt x="90899" y="106799"/>
                  </a:lnTo>
                  <a:lnTo>
                    <a:pt x="0" y="106799"/>
                  </a:lnTo>
                  <a:lnTo>
                    <a:pt x="0" y="0"/>
                  </a:lnTo>
                  <a:close/>
                </a:path>
              </a:pathLst>
            </a:custGeom>
            <a:ln w="3175">
              <a:solidFill>
                <a:srgbClr val="965AC8"/>
              </a:solidFill>
            </a:ln>
          </p:spPr>
          <p:txBody>
            <a:bodyPr wrap="square" lIns="0" tIns="0" rIns="0" bIns="0" rtlCol="0"/>
            <a:lstStyle/>
            <a:p>
              <a:endParaRPr sz="2400"/>
            </a:p>
          </p:txBody>
        </p:sp>
        <p:sp>
          <p:nvSpPr>
            <p:cNvPr id="144" name="object 144"/>
            <p:cNvSpPr/>
            <p:nvPr/>
          </p:nvSpPr>
          <p:spPr>
            <a:xfrm>
              <a:off x="7554375" y="2906047"/>
              <a:ext cx="91440" cy="93980"/>
            </a:xfrm>
            <a:custGeom>
              <a:avLst/>
              <a:gdLst/>
              <a:ahLst/>
              <a:cxnLst/>
              <a:rect l="l" t="t" r="r" b="b"/>
              <a:pathLst>
                <a:path w="91440" h="93980">
                  <a:moveTo>
                    <a:pt x="90899" y="93599"/>
                  </a:moveTo>
                  <a:lnTo>
                    <a:pt x="0" y="93599"/>
                  </a:lnTo>
                  <a:lnTo>
                    <a:pt x="0" y="0"/>
                  </a:lnTo>
                  <a:lnTo>
                    <a:pt x="90899" y="0"/>
                  </a:lnTo>
                  <a:lnTo>
                    <a:pt x="90899" y="93599"/>
                  </a:lnTo>
                  <a:close/>
                </a:path>
              </a:pathLst>
            </a:custGeom>
            <a:solidFill>
              <a:srgbClr val="E3C1E1"/>
            </a:solidFill>
          </p:spPr>
          <p:txBody>
            <a:bodyPr wrap="square" lIns="0" tIns="0" rIns="0" bIns="0" rtlCol="0"/>
            <a:lstStyle/>
            <a:p>
              <a:endParaRPr sz="2400"/>
            </a:p>
          </p:txBody>
        </p:sp>
        <p:sp>
          <p:nvSpPr>
            <p:cNvPr id="145" name="object 145"/>
            <p:cNvSpPr/>
            <p:nvPr/>
          </p:nvSpPr>
          <p:spPr>
            <a:xfrm>
              <a:off x="7554375" y="2906047"/>
              <a:ext cx="91440" cy="93980"/>
            </a:xfrm>
            <a:custGeom>
              <a:avLst/>
              <a:gdLst/>
              <a:ahLst/>
              <a:cxnLst/>
              <a:rect l="l" t="t" r="r" b="b"/>
              <a:pathLst>
                <a:path w="91440" h="93980">
                  <a:moveTo>
                    <a:pt x="0" y="0"/>
                  </a:moveTo>
                  <a:lnTo>
                    <a:pt x="90899" y="0"/>
                  </a:lnTo>
                  <a:lnTo>
                    <a:pt x="90899" y="93599"/>
                  </a:lnTo>
                  <a:lnTo>
                    <a:pt x="0" y="93599"/>
                  </a:lnTo>
                  <a:lnTo>
                    <a:pt x="0" y="0"/>
                  </a:lnTo>
                  <a:close/>
                </a:path>
              </a:pathLst>
            </a:custGeom>
            <a:ln w="3175">
              <a:solidFill>
                <a:srgbClr val="965AC8"/>
              </a:solidFill>
            </a:ln>
          </p:spPr>
          <p:txBody>
            <a:bodyPr wrap="square" lIns="0" tIns="0" rIns="0" bIns="0" rtlCol="0"/>
            <a:lstStyle/>
            <a:p>
              <a:endParaRPr sz="2400"/>
            </a:p>
          </p:txBody>
        </p:sp>
        <p:sp>
          <p:nvSpPr>
            <p:cNvPr id="146" name="object 146"/>
            <p:cNvSpPr/>
            <p:nvPr/>
          </p:nvSpPr>
          <p:spPr>
            <a:xfrm>
              <a:off x="7326925" y="2873150"/>
              <a:ext cx="91440" cy="127635"/>
            </a:xfrm>
            <a:custGeom>
              <a:avLst/>
              <a:gdLst/>
              <a:ahLst/>
              <a:cxnLst/>
              <a:rect l="l" t="t" r="r" b="b"/>
              <a:pathLst>
                <a:path w="91440" h="127635">
                  <a:moveTo>
                    <a:pt x="90899" y="127499"/>
                  </a:moveTo>
                  <a:lnTo>
                    <a:pt x="0" y="127499"/>
                  </a:lnTo>
                  <a:lnTo>
                    <a:pt x="0" y="0"/>
                  </a:lnTo>
                  <a:lnTo>
                    <a:pt x="90899" y="0"/>
                  </a:lnTo>
                  <a:lnTo>
                    <a:pt x="90899" y="127499"/>
                  </a:lnTo>
                  <a:close/>
                </a:path>
              </a:pathLst>
            </a:custGeom>
            <a:solidFill>
              <a:srgbClr val="E3C1E1"/>
            </a:solidFill>
          </p:spPr>
          <p:txBody>
            <a:bodyPr wrap="square" lIns="0" tIns="0" rIns="0" bIns="0" rtlCol="0"/>
            <a:lstStyle/>
            <a:p>
              <a:endParaRPr sz="2400"/>
            </a:p>
          </p:txBody>
        </p:sp>
        <p:sp>
          <p:nvSpPr>
            <p:cNvPr id="147" name="object 147"/>
            <p:cNvSpPr/>
            <p:nvPr/>
          </p:nvSpPr>
          <p:spPr>
            <a:xfrm>
              <a:off x="7326925" y="2873150"/>
              <a:ext cx="91440" cy="127635"/>
            </a:xfrm>
            <a:custGeom>
              <a:avLst/>
              <a:gdLst/>
              <a:ahLst/>
              <a:cxnLst/>
              <a:rect l="l" t="t" r="r" b="b"/>
              <a:pathLst>
                <a:path w="91440" h="127635">
                  <a:moveTo>
                    <a:pt x="0" y="0"/>
                  </a:moveTo>
                  <a:lnTo>
                    <a:pt x="90899" y="0"/>
                  </a:lnTo>
                  <a:lnTo>
                    <a:pt x="90899" y="127499"/>
                  </a:lnTo>
                  <a:lnTo>
                    <a:pt x="0" y="127499"/>
                  </a:lnTo>
                  <a:lnTo>
                    <a:pt x="0" y="0"/>
                  </a:lnTo>
                  <a:close/>
                </a:path>
              </a:pathLst>
            </a:custGeom>
            <a:ln w="3175">
              <a:solidFill>
                <a:srgbClr val="965AC8"/>
              </a:solidFill>
            </a:ln>
          </p:spPr>
          <p:txBody>
            <a:bodyPr wrap="square" lIns="0" tIns="0" rIns="0" bIns="0" rtlCol="0"/>
            <a:lstStyle/>
            <a:p>
              <a:endParaRPr sz="2400"/>
            </a:p>
          </p:txBody>
        </p:sp>
        <p:sp>
          <p:nvSpPr>
            <p:cNvPr id="148" name="object 148"/>
            <p:cNvSpPr/>
            <p:nvPr/>
          </p:nvSpPr>
          <p:spPr>
            <a:xfrm>
              <a:off x="7278450" y="3001800"/>
              <a:ext cx="514984" cy="1270"/>
            </a:xfrm>
            <a:custGeom>
              <a:avLst/>
              <a:gdLst/>
              <a:ahLst/>
              <a:cxnLst/>
              <a:rect l="l" t="t" r="r" b="b"/>
              <a:pathLst>
                <a:path w="514984" h="1269">
                  <a:moveTo>
                    <a:pt x="0" y="899"/>
                  </a:moveTo>
                  <a:lnTo>
                    <a:pt x="514499" y="0"/>
                  </a:lnTo>
                </a:path>
              </a:pathLst>
            </a:custGeom>
            <a:ln w="3175">
              <a:solidFill>
                <a:srgbClr val="4285F4"/>
              </a:solidFill>
            </a:ln>
          </p:spPr>
          <p:txBody>
            <a:bodyPr wrap="square" lIns="0" tIns="0" rIns="0" bIns="0" rtlCol="0"/>
            <a:lstStyle/>
            <a:p>
              <a:endParaRPr sz="2400"/>
            </a:p>
          </p:txBody>
        </p:sp>
      </p:grpSp>
      <p:sp>
        <p:nvSpPr>
          <p:cNvPr id="149" name="object 149"/>
          <p:cNvSpPr txBox="1"/>
          <p:nvPr/>
        </p:nvSpPr>
        <p:spPr>
          <a:xfrm>
            <a:off x="7519494" y="1893273"/>
            <a:ext cx="2902373" cy="263320"/>
          </a:xfrm>
          <a:prstGeom prst="rect">
            <a:avLst/>
          </a:prstGeom>
        </p:spPr>
        <p:txBody>
          <a:bodyPr vert="horz" wrap="square" lIns="0" tIns="16933" rIns="0" bIns="0" rtlCol="0">
            <a:spAutoFit/>
          </a:bodyPr>
          <a:lstStyle/>
          <a:p>
            <a:pPr marL="16933">
              <a:spcBef>
                <a:spcPts val="133"/>
              </a:spcBef>
            </a:pPr>
            <a:r>
              <a:rPr sz="1600" b="1" dirty="0">
                <a:solidFill>
                  <a:srgbClr val="965AC8"/>
                </a:solidFill>
                <a:latin typeface="Arial"/>
                <a:cs typeface="Arial"/>
              </a:rPr>
              <a:t>draft</a:t>
            </a:r>
            <a:r>
              <a:rPr sz="1600" b="1" spc="-33" dirty="0">
                <a:solidFill>
                  <a:srgbClr val="965AC8"/>
                </a:solidFill>
                <a:latin typeface="Arial"/>
                <a:cs typeface="Arial"/>
              </a:rPr>
              <a:t> </a:t>
            </a:r>
            <a:r>
              <a:rPr sz="1600" b="1" dirty="0">
                <a:solidFill>
                  <a:srgbClr val="965AC8"/>
                </a:solidFill>
                <a:latin typeface="Arial"/>
                <a:cs typeface="Arial"/>
              </a:rPr>
              <a:t>model:</a:t>
            </a:r>
            <a:r>
              <a:rPr sz="1600" b="1" spc="-27" dirty="0">
                <a:solidFill>
                  <a:srgbClr val="965AC8"/>
                </a:solidFill>
                <a:latin typeface="Arial"/>
                <a:cs typeface="Arial"/>
              </a:rPr>
              <a:t> </a:t>
            </a:r>
            <a:r>
              <a:rPr sz="1600" dirty="0">
                <a:solidFill>
                  <a:srgbClr val="965AC8"/>
                </a:solidFill>
                <a:latin typeface="Arial MT"/>
                <a:cs typeface="Arial MT"/>
              </a:rPr>
              <a:t>token</a:t>
            </a:r>
            <a:r>
              <a:rPr sz="1600" spc="-33" dirty="0">
                <a:solidFill>
                  <a:srgbClr val="965AC8"/>
                </a:solidFill>
                <a:latin typeface="Arial MT"/>
                <a:cs typeface="Arial MT"/>
              </a:rPr>
              <a:t> </a:t>
            </a:r>
            <a:r>
              <a:rPr sz="1600" spc="-13" dirty="0">
                <a:solidFill>
                  <a:srgbClr val="965AC8"/>
                </a:solidFill>
                <a:latin typeface="Arial MT"/>
                <a:cs typeface="Arial MT"/>
              </a:rPr>
              <a:t>probabilities</a:t>
            </a:r>
            <a:endParaRPr sz="1600">
              <a:latin typeface="Arial MT"/>
              <a:cs typeface="Arial MT"/>
            </a:endParaRPr>
          </a:p>
        </p:txBody>
      </p:sp>
      <p:grpSp>
        <p:nvGrpSpPr>
          <p:cNvPr id="150" name="object 150"/>
          <p:cNvGrpSpPr/>
          <p:nvPr/>
        </p:nvGrpSpPr>
        <p:grpSpPr>
          <a:xfrm>
            <a:off x="951401" y="3616098"/>
            <a:ext cx="688340" cy="280247"/>
            <a:chOff x="713550" y="2712073"/>
            <a:chExt cx="516255" cy="210185"/>
          </a:xfrm>
        </p:grpSpPr>
        <p:sp>
          <p:nvSpPr>
            <p:cNvPr id="151" name="object 151"/>
            <p:cNvSpPr/>
            <p:nvPr/>
          </p:nvSpPr>
          <p:spPr>
            <a:xfrm>
              <a:off x="1103937" y="2891569"/>
              <a:ext cx="91440" cy="27940"/>
            </a:xfrm>
            <a:custGeom>
              <a:avLst/>
              <a:gdLst/>
              <a:ahLst/>
              <a:cxnLst/>
              <a:rect l="l" t="t" r="r" b="b"/>
              <a:pathLst>
                <a:path w="91440" h="27939">
                  <a:moveTo>
                    <a:pt x="90899" y="27599"/>
                  </a:moveTo>
                  <a:lnTo>
                    <a:pt x="0" y="27599"/>
                  </a:lnTo>
                  <a:lnTo>
                    <a:pt x="0" y="0"/>
                  </a:lnTo>
                  <a:lnTo>
                    <a:pt x="90899" y="0"/>
                  </a:lnTo>
                  <a:lnTo>
                    <a:pt x="90899" y="27599"/>
                  </a:lnTo>
                  <a:close/>
                </a:path>
              </a:pathLst>
            </a:custGeom>
            <a:solidFill>
              <a:srgbClr val="E3C1E1"/>
            </a:solidFill>
          </p:spPr>
          <p:txBody>
            <a:bodyPr wrap="square" lIns="0" tIns="0" rIns="0" bIns="0" rtlCol="0"/>
            <a:lstStyle/>
            <a:p>
              <a:endParaRPr sz="2400"/>
            </a:p>
          </p:txBody>
        </p:sp>
        <p:sp>
          <p:nvSpPr>
            <p:cNvPr id="152" name="object 152"/>
            <p:cNvSpPr/>
            <p:nvPr/>
          </p:nvSpPr>
          <p:spPr>
            <a:xfrm>
              <a:off x="1103937" y="2891569"/>
              <a:ext cx="91440" cy="27940"/>
            </a:xfrm>
            <a:custGeom>
              <a:avLst/>
              <a:gdLst/>
              <a:ahLst/>
              <a:cxnLst/>
              <a:rect l="l" t="t" r="r" b="b"/>
              <a:pathLst>
                <a:path w="91440" h="27939">
                  <a:moveTo>
                    <a:pt x="0" y="0"/>
                  </a:moveTo>
                  <a:lnTo>
                    <a:pt x="90899" y="0"/>
                  </a:lnTo>
                  <a:lnTo>
                    <a:pt x="90899" y="27599"/>
                  </a:lnTo>
                  <a:lnTo>
                    <a:pt x="0" y="27599"/>
                  </a:lnTo>
                  <a:lnTo>
                    <a:pt x="0" y="0"/>
                  </a:lnTo>
                  <a:close/>
                </a:path>
              </a:pathLst>
            </a:custGeom>
            <a:ln w="3175">
              <a:solidFill>
                <a:srgbClr val="965AC8"/>
              </a:solidFill>
            </a:ln>
          </p:spPr>
          <p:txBody>
            <a:bodyPr wrap="square" lIns="0" tIns="0" rIns="0" bIns="0" rtlCol="0"/>
            <a:lstStyle/>
            <a:p>
              <a:endParaRPr sz="2400"/>
            </a:p>
          </p:txBody>
        </p:sp>
        <p:sp>
          <p:nvSpPr>
            <p:cNvPr id="153" name="object 153"/>
            <p:cNvSpPr/>
            <p:nvPr/>
          </p:nvSpPr>
          <p:spPr>
            <a:xfrm>
              <a:off x="876499" y="2797735"/>
              <a:ext cx="91440" cy="120650"/>
            </a:xfrm>
            <a:custGeom>
              <a:avLst/>
              <a:gdLst/>
              <a:ahLst/>
              <a:cxnLst/>
              <a:rect l="l" t="t" r="r" b="b"/>
              <a:pathLst>
                <a:path w="91440" h="120650">
                  <a:moveTo>
                    <a:pt x="90899" y="120599"/>
                  </a:moveTo>
                  <a:lnTo>
                    <a:pt x="0" y="120599"/>
                  </a:lnTo>
                  <a:lnTo>
                    <a:pt x="0" y="0"/>
                  </a:lnTo>
                  <a:lnTo>
                    <a:pt x="90899" y="0"/>
                  </a:lnTo>
                  <a:lnTo>
                    <a:pt x="90899" y="120599"/>
                  </a:lnTo>
                  <a:close/>
                </a:path>
              </a:pathLst>
            </a:custGeom>
            <a:solidFill>
              <a:srgbClr val="E3C1E1"/>
            </a:solidFill>
          </p:spPr>
          <p:txBody>
            <a:bodyPr wrap="square" lIns="0" tIns="0" rIns="0" bIns="0" rtlCol="0"/>
            <a:lstStyle/>
            <a:p>
              <a:endParaRPr sz="2400"/>
            </a:p>
          </p:txBody>
        </p:sp>
        <p:sp>
          <p:nvSpPr>
            <p:cNvPr id="154" name="object 154"/>
            <p:cNvSpPr/>
            <p:nvPr/>
          </p:nvSpPr>
          <p:spPr>
            <a:xfrm>
              <a:off x="876499" y="2797735"/>
              <a:ext cx="91440" cy="120650"/>
            </a:xfrm>
            <a:custGeom>
              <a:avLst/>
              <a:gdLst/>
              <a:ahLst/>
              <a:cxnLst/>
              <a:rect l="l" t="t" r="r" b="b"/>
              <a:pathLst>
                <a:path w="91440" h="120650">
                  <a:moveTo>
                    <a:pt x="0" y="0"/>
                  </a:moveTo>
                  <a:lnTo>
                    <a:pt x="90899" y="0"/>
                  </a:lnTo>
                  <a:lnTo>
                    <a:pt x="90899" y="120599"/>
                  </a:lnTo>
                  <a:lnTo>
                    <a:pt x="0" y="120599"/>
                  </a:lnTo>
                  <a:lnTo>
                    <a:pt x="0" y="0"/>
                  </a:lnTo>
                  <a:close/>
                </a:path>
              </a:pathLst>
            </a:custGeom>
            <a:ln w="3175">
              <a:solidFill>
                <a:srgbClr val="965AC8"/>
              </a:solidFill>
            </a:ln>
          </p:spPr>
          <p:txBody>
            <a:bodyPr wrap="square" lIns="0" tIns="0" rIns="0" bIns="0" rtlCol="0"/>
            <a:lstStyle/>
            <a:p>
              <a:endParaRPr sz="2400"/>
            </a:p>
          </p:txBody>
        </p:sp>
        <p:sp>
          <p:nvSpPr>
            <p:cNvPr id="155" name="object 155"/>
            <p:cNvSpPr/>
            <p:nvPr/>
          </p:nvSpPr>
          <p:spPr>
            <a:xfrm>
              <a:off x="990224" y="2868612"/>
              <a:ext cx="91440" cy="50165"/>
            </a:xfrm>
            <a:custGeom>
              <a:avLst/>
              <a:gdLst/>
              <a:ahLst/>
              <a:cxnLst/>
              <a:rect l="l" t="t" r="r" b="b"/>
              <a:pathLst>
                <a:path w="91440" h="50164">
                  <a:moveTo>
                    <a:pt x="90899" y="49799"/>
                  </a:moveTo>
                  <a:lnTo>
                    <a:pt x="0" y="49799"/>
                  </a:lnTo>
                  <a:lnTo>
                    <a:pt x="0" y="0"/>
                  </a:lnTo>
                  <a:lnTo>
                    <a:pt x="90899" y="0"/>
                  </a:lnTo>
                  <a:lnTo>
                    <a:pt x="90899" y="49799"/>
                  </a:lnTo>
                  <a:close/>
                </a:path>
              </a:pathLst>
            </a:custGeom>
            <a:solidFill>
              <a:srgbClr val="E3C1E1"/>
            </a:solidFill>
          </p:spPr>
          <p:txBody>
            <a:bodyPr wrap="square" lIns="0" tIns="0" rIns="0" bIns="0" rtlCol="0"/>
            <a:lstStyle/>
            <a:p>
              <a:endParaRPr sz="2400"/>
            </a:p>
          </p:txBody>
        </p:sp>
        <p:sp>
          <p:nvSpPr>
            <p:cNvPr id="156" name="object 156"/>
            <p:cNvSpPr/>
            <p:nvPr/>
          </p:nvSpPr>
          <p:spPr>
            <a:xfrm>
              <a:off x="990224" y="2868612"/>
              <a:ext cx="91440" cy="50165"/>
            </a:xfrm>
            <a:custGeom>
              <a:avLst/>
              <a:gdLst/>
              <a:ahLst/>
              <a:cxnLst/>
              <a:rect l="l" t="t" r="r" b="b"/>
              <a:pathLst>
                <a:path w="91440" h="50164">
                  <a:moveTo>
                    <a:pt x="0" y="0"/>
                  </a:moveTo>
                  <a:lnTo>
                    <a:pt x="90899" y="0"/>
                  </a:lnTo>
                  <a:lnTo>
                    <a:pt x="90899" y="49799"/>
                  </a:lnTo>
                  <a:lnTo>
                    <a:pt x="0" y="49799"/>
                  </a:lnTo>
                  <a:lnTo>
                    <a:pt x="0" y="0"/>
                  </a:lnTo>
                  <a:close/>
                </a:path>
              </a:pathLst>
            </a:custGeom>
            <a:ln w="3175">
              <a:solidFill>
                <a:srgbClr val="965AC8"/>
              </a:solidFill>
            </a:ln>
          </p:spPr>
          <p:txBody>
            <a:bodyPr wrap="square" lIns="0" tIns="0" rIns="0" bIns="0" rtlCol="0"/>
            <a:lstStyle/>
            <a:p>
              <a:endParaRPr sz="2400"/>
            </a:p>
          </p:txBody>
        </p:sp>
        <p:sp>
          <p:nvSpPr>
            <p:cNvPr id="157" name="object 157"/>
            <p:cNvSpPr/>
            <p:nvPr/>
          </p:nvSpPr>
          <p:spPr>
            <a:xfrm>
              <a:off x="762775" y="2713585"/>
              <a:ext cx="91440" cy="206375"/>
            </a:xfrm>
            <a:custGeom>
              <a:avLst/>
              <a:gdLst/>
              <a:ahLst/>
              <a:cxnLst/>
              <a:rect l="l" t="t" r="r" b="b"/>
              <a:pathLst>
                <a:path w="91440" h="206375">
                  <a:moveTo>
                    <a:pt x="90899" y="205799"/>
                  </a:moveTo>
                  <a:lnTo>
                    <a:pt x="0" y="205799"/>
                  </a:lnTo>
                  <a:lnTo>
                    <a:pt x="0" y="0"/>
                  </a:lnTo>
                  <a:lnTo>
                    <a:pt x="90899" y="0"/>
                  </a:lnTo>
                  <a:lnTo>
                    <a:pt x="90899" y="205799"/>
                  </a:lnTo>
                  <a:close/>
                </a:path>
              </a:pathLst>
            </a:custGeom>
            <a:solidFill>
              <a:srgbClr val="E3C1E1"/>
            </a:solidFill>
          </p:spPr>
          <p:txBody>
            <a:bodyPr wrap="square" lIns="0" tIns="0" rIns="0" bIns="0" rtlCol="0"/>
            <a:lstStyle/>
            <a:p>
              <a:endParaRPr sz="2400"/>
            </a:p>
          </p:txBody>
        </p:sp>
        <p:sp>
          <p:nvSpPr>
            <p:cNvPr id="158" name="object 158"/>
            <p:cNvSpPr/>
            <p:nvPr/>
          </p:nvSpPr>
          <p:spPr>
            <a:xfrm>
              <a:off x="762775" y="2713585"/>
              <a:ext cx="91440" cy="206375"/>
            </a:xfrm>
            <a:custGeom>
              <a:avLst/>
              <a:gdLst/>
              <a:ahLst/>
              <a:cxnLst/>
              <a:rect l="l" t="t" r="r" b="b"/>
              <a:pathLst>
                <a:path w="91440" h="206375">
                  <a:moveTo>
                    <a:pt x="0" y="0"/>
                  </a:moveTo>
                  <a:lnTo>
                    <a:pt x="90899" y="0"/>
                  </a:lnTo>
                  <a:lnTo>
                    <a:pt x="90899" y="205799"/>
                  </a:lnTo>
                  <a:lnTo>
                    <a:pt x="0" y="205799"/>
                  </a:lnTo>
                  <a:lnTo>
                    <a:pt x="0" y="0"/>
                  </a:lnTo>
                  <a:close/>
                </a:path>
              </a:pathLst>
            </a:custGeom>
            <a:ln w="3175">
              <a:solidFill>
                <a:srgbClr val="965AC8"/>
              </a:solidFill>
            </a:ln>
          </p:spPr>
          <p:txBody>
            <a:bodyPr wrap="square" lIns="0" tIns="0" rIns="0" bIns="0" rtlCol="0"/>
            <a:lstStyle/>
            <a:p>
              <a:endParaRPr sz="2400"/>
            </a:p>
          </p:txBody>
        </p:sp>
        <p:sp>
          <p:nvSpPr>
            <p:cNvPr id="159" name="object 159"/>
            <p:cNvSpPr/>
            <p:nvPr/>
          </p:nvSpPr>
          <p:spPr>
            <a:xfrm>
              <a:off x="714300" y="2920610"/>
              <a:ext cx="514984" cy="1270"/>
            </a:xfrm>
            <a:custGeom>
              <a:avLst/>
              <a:gdLst/>
              <a:ahLst/>
              <a:cxnLst/>
              <a:rect l="l" t="t" r="r" b="b"/>
              <a:pathLst>
                <a:path w="514984" h="1269">
                  <a:moveTo>
                    <a:pt x="0" y="899"/>
                  </a:moveTo>
                  <a:lnTo>
                    <a:pt x="514499" y="0"/>
                  </a:lnTo>
                </a:path>
              </a:pathLst>
            </a:custGeom>
            <a:ln w="3175">
              <a:solidFill>
                <a:srgbClr val="4285F4"/>
              </a:solidFill>
            </a:ln>
          </p:spPr>
          <p:txBody>
            <a:bodyPr wrap="square" lIns="0" tIns="0" rIns="0" bIns="0" rtlCol="0"/>
            <a:lstStyle/>
            <a:p>
              <a:endParaRPr sz="2400"/>
            </a:p>
          </p:txBody>
        </p:sp>
      </p:grpSp>
      <p:grpSp>
        <p:nvGrpSpPr>
          <p:cNvPr id="160" name="object 160"/>
          <p:cNvGrpSpPr/>
          <p:nvPr/>
        </p:nvGrpSpPr>
        <p:grpSpPr>
          <a:xfrm>
            <a:off x="1740133" y="3574431"/>
            <a:ext cx="2173393" cy="322580"/>
            <a:chOff x="1305099" y="2680823"/>
            <a:chExt cx="1630045" cy="241935"/>
          </a:xfrm>
        </p:grpSpPr>
        <p:sp>
          <p:nvSpPr>
            <p:cNvPr id="161" name="object 161"/>
            <p:cNvSpPr/>
            <p:nvPr/>
          </p:nvSpPr>
          <p:spPr>
            <a:xfrm>
              <a:off x="1695487" y="2891569"/>
              <a:ext cx="91440" cy="27940"/>
            </a:xfrm>
            <a:custGeom>
              <a:avLst/>
              <a:gdLst/>
              <a:ahLst/>
              <a:cxnLst/>
              <a:rect l="l" t="t" r="r" b="b"/>
              <a:pathLst>
                <a:path w="91439" h="27939">
                  <a:moveTo>
                    <a:pt x="90899" y="27599"/>
                  </a:moveTo>
                  <a:lnTo>
                    <a:pt x="0" y="27599"/>
                  </a:lnTo>
                  <a:lnTo>
                    <a:pt x="0" y="0"/>
                  </a:lnTo>
                  <a:lnTo>
                    <a:pt x="90899" y="0"/>
                  </a:lnTo>
                  <a:lnTo>
                    <a:pt x="90899" y="27599"/>
                  </a:lnTo>
                  <a:close/>
                </a:path>
              </a:pathLst>
            </a:custGeom>
            <a:solidFill>
              <a:srgbClr val="E3C1E1"/>
            </a:solidFill>
          </p:spPr>
          <p:txBody>
            <a:bodyPr wrap="square" lIns="0" tIns="0" rIns="0" bIns="0" rtlCol="0"/>
            <a:lstStyle/>
            <a:p>
              <a:endParaRPr sz="2400"/>
            </a:p>
          </p:txBody>
        </p:sp>
        <p:sp>
          <p:nvSpPr>
            <p:cNvPr id="162" name="object 162"/>
            <p:cNvSpPr/>
            <p:nvPr/>
          </p:nvSpPr>
          <p:spPr>
            <a:xfrm>
              <a:off x="1695487" y="2891569"/>
              <a:ext cx="91440" cy="27940"/>
            </a:xfrm>
            <a:custGeom>
              <a:avLst/>
              <a:gdLst/>
              <a:ahLst/>
              <a:cxnLst/>
              <a:rect l="l" t="t" r="r" b="b"/>
              <a:pathLst>
                <a:path w="91439" h="27939">
                  <a:moveTo>
                    <a:pt x="0" y="0"/>
                  </a:moveTo>
                  <a:lnTo>
                    <a:pt x="90899" y="0"/>
                  </a:lnTo>
                  <a:lnTo>
                    <a:pt x="90899" y="27599"/>
                  </a:lnTo>
                  <a:lnTo>
                    <a:pt x="0" y="27599"/>
                  </a:lnTo>
                  <a:lnTo>
                    <a:pt x="0" y="0"/>
                  </a:lnTo>
                  <a:close/>
                </a:path>
              </a:pathLst>
            </a:custGeom>
            <a:ln w="3175">
              <a:solidFill>
                <a:srgbClr val="965AC8"/>
              </a:solidFill>
            </a:ln>
          </p:spPr>
          <p:txBody>
            <a:bodyPr wrap="square" lIns="0" tIns="0" rIns="0" bIns="0" rtlCol="0"/>
            <a:lstStyle/>
            <a:p>
              <a:endParaRPr sz="2400"/>
            </a:p>
          </p:txBody>
        </p:sp>
        <p:sp>
          <p:nvSpPr>
            <p:cNvPr id="163" name="object 163"/>
            <p:cNvSpPr/>
            <p:nvPr/>
          </p:nvSpPr>
          <p:spPr>
            <a:xfrm>
              <a:off x="1468049" y="2797735"/>
              <a:ext cx="91440" cy="120650"/>
            </a:xfrm>
            <a:custGeom>
              <a:avLst/>
              <a:gdLst/>
              <a:ahLst/>
              <a:cxnLst/>
              <a:rect l="l" t="t" r="r" b="b"/>
              <a:pathLst>
                <a:path w="91440" h="120650">
                  <a:moveTo>
                    <a:pt x="90899" y="120599"/>
                  </a:moveTo>
                  <a:lnTo>
                    <a:pt x="0" y="120599"/>
                  </a:lnTo>
                  <a:lnTo>
                    <a:pt x="0" y="0"/>
                  </a:lnTo>
                  <a:lnTo>
                    <a:pt x="90899" y="0"/>
                  </a:lnTo>
                  <a:lnTo>
                    <a:pt x="90899" y="120599"/>
                  </a:lnTo>
                  <a:close/>
                </a:path>
              </a:pathLst>
            </a:custGeom>
            <a:solidFill>
              <a:srgbClr val="E3C1E1"/>
            </a:solidFill>
          </p:spPr>
          <p:txBody>
            <a:bodyPr wrap="square" lIns="0" tIns="0" rIns="0" bIns="0" rtlCol="0"/>
            <a:lstStyle/>
            <a:p>
              <a:endParaRPr sz="2400"/>
            </a:p>
          </p:txBody>
        </p:sp>
        <p:sp>
          <p:nvSpPr>
            <p:cNvPr id="164" name="object 164"/>
            <p:cNvSpPr/>
            <p:nvPr/>
          </p:nvSpPr>
          <p:spPr>
            <a:xfrm>
              <a:off x="1468049" y="2797735"/>
              <a:ext cx="91440" cy="120650"/>
            </a:xfrm>
            <a:custGeom>
              <a:avLst/>
              <a:gdLst/>
              <a:ahLst/>
              <a:cxnLst/>
              <a:rect l="l" t="t" r="r" b="b"/>
              <a:pathLst>
                <a:path w="91440" h="120650">
                  <a:moveTo>
                    <a:pt x="0" y="0"/>
                  </a:moveTo>
                  <a:lnTo>
                    <a:pt x="90899" y="0"/>
                  </a:lnTo>
                  <a:lnTo>
                    <a:pt x="90899" y="120599"/>
                  </a:lnTo>
                  <a:lnTo>
                    <a:pt x="0" y="120599"/>
                  </a:lnTo>
                  <a:lnTo>
                    <a:pt x="0" y="0"/>
                  </a:lnTo>
                  <a:close/>
                </a:path>
              </a:pathLst>
            </a:custGeom>
            <a:ln w="3175">
              <a:solidFill>
                <a:srgbClr val="965AC8"/>
              </a:solidFill>
            </a:ln>
          </p:spPr>
          <p:txBody>
            <a:bodyPr wrap="square" lIns="0" tIns="0" rIns="0" bIns="0" rtlCol="0"/>
            <a:lstStyle/>
            <a:p>
              <a:endParaRPr sz="2400"/>
            </a:p>
          </p:txBody>
        </p:sp>
        <p:sp>
          <p:nvSpPr>
            <p:cNvPr id="165" name="object 165"/>
            <p:cNvSpPr/>
            <p:nvPr/>
          </p:nvSpPr>
          <p:spPr>
            <a:xfrm>
              <a:off x="1581774" y="2868612"/>
              <a:ext cx="91440" cy="50165"/>
            </a:xfrm>
            <a:custGeom>
              <a:avLst/>
              <a:gdLst/>
              <a:ahLst/>
              <a:cxnLst/>
              <a:rect l="l" t="t" r="r" b="b"/>
              <a:pathLst>
                <a:path w="91439" h="50164">
                  <a:moveTo>
                    <a:pt x="90899" y="49799"/>
                  </a:moveTo>
                  <a:lnTo>
                    <a:pt x="0" y="49799"/>
                  </a:lnTo>
                  <a:lnTo>
                    <a:pt x="0" y="0"/>
                  </a:lnTo>
                  <a:lnTo>
                    <a:pt x="90899" y="0"/>
                  </a:lnTo>
                  <a:lnTo>
                    <a:pt x="90899" y="49799"/>
                  </a:lnTo>
                  <a:close/>
                </a:path>
              </a:pathLst>
            </a:custGeom>
            <a:solidFill>
              <a:srgbClr val="E3C1E1"/>
            </a:solidFill>
          </p:spPr>
          <p:txBody>
            <a:bodyPr wrap="square" lIns="0" tIns="0" rIns="0" bIns="0" rtlCol="0"/>
            <a:lstStyle/>
            <a:p>
              <a:endParaRPr sz="2400"/>
            </a:p>
          </p:txBody>
        </p:sp>
        <p:sp>
          <p:nvSpPr>
            <p:cNvPr id="166" name="object 166"/>
            <p:cNvSpPr/>
            <p:nvPr/>
          </p:nvSpPr>
          <p:spPr>
            <a:xfrm>
              <a:off x="1581774" y="2868612"/>
              <a:ext cx="91440" cy="50165"/>
            </a:xfrm>
            <a:custGeom>
              <a:avLst/>
              <a:gdLst/>
              <a:ahLst/>
              <a:cxnLst/>
              <a:rect l="l" t="t" r="r" b="b"/>
              <a:pathLst>
                <a:path w="91439" h="50164">
                  <a:moveTo>
                    <a:pt x="0" y="0"/>
                  </a:moveTo>
                  <a:lnTo>
                    <a:pt x="90899" y="0"/>
                  </a:lnTo>
                  <a:lnTo>
                    <a:pt x="90899" y="49799"/>
                  </a:lnTo>
                  <a:lnTo>
                    <a:pt x="0" y="49799"/>
                  </a:lnTo>
                  <a:lnTo>
                    <a:pt x="0" y="0"/>
                  </a:lnTo>
                  <a:close/>
                </a:path>
              </a:pathLst>
            </a:custGeom>
            <a:ln w="3175">
              <a:solidFill>
                <a:srgbClr val="965AC8"/>
              </a:solidFill>
            </a:ln>
          </p:spPr>
          <p:txBody>
            <a:bodyPr wrap="square" lIns="0" tIns="0" rIns="0" bIns="0" rtlCol="0"/>
            <a:lstStyle/>
            <a:p>
              <a:endParaRPr sz="2400"/>
            </a:p>
          </p:txBody>
        </p:sp>
        <p:sp>
          <p:nvSpPr>
            <p:cNvPr id="167" name="object 167"/>
            <p:cNvSpPr/>
            <p:nvPr/>
          </p:nvSpPr>
          <p:spPr>
            <a:xfrm>
              <a:off x="1354324" y="2682335"/>
              <a:ext cx="91440" cy="237490"/>
            </a:xfrm>
            <a:custGeom>
              <a:avLst/>
              <a:gdLst/>
              <a:ahLst/>
              <a:cxnLst/>
              <a:rect l="l" t="t" r="r" b="b"/>
              <a:pathLst>
                <a:path w="91440" h="237489">
                  <a:moveTo>
                    <a:pt x="90899" y="236999"/>
                  </a:moveTo>
                  <a:lnTo>
                    <a:pt x="0" y="236999"/>
                  </a:lnTo>
                  <a:lnTo>
                    <a:pt x="0" y="0"/>
                  </a:lnTo>
                  <a:lnTo>
                    <a:pt x="90899" y="0"/>
                  </a:lnTo>
                  <a:lnTo>
                    <a:pt x="90899" y="236999"/>
                  </a:lnTo>
                  <a:close/>
                </a:path>
              </a:pathLst>
            </a:custGeom>
            <a:solidFill>
              <a:srgbClr val="E3C1E1"/>
            </a:solidFill>
          </p:spPr>
          <p:txBody>
            <a:bodyPr wrap="square" lIns="0" tIns="0" rIns="0" bIns="0" rtlCol="0"/>
            <a:lstStyle/>
            <a:p>
              <a:endParaRPr sz="2400"/>
            </a:p>
          </p:txBody>
        </p:sp>
        <p:sp>
          <p:nvSpPr>
            <p:cNvPr id="168" name="object 168"/>
            <p:cNvSpPr/>
            <p:nvPr/>
          </p:nvSpPr>
          <p:spPr>
            <a:xfrm>
              <a:off x="1354324" y="2682335"/>
              <a:ext cx="91440" cy="237490"/>
            </a:xfrm>
            <a:custGeom>
              <a:avLst/>
              <a:gdLst/>
              <a:ahLst/>
              <a:cxnLst/>
              <a:rect l="l" t="t" r="r" b="b"/>
              <a:pathLst>
                <a:path w="91440" h="237489">
                  <a:moveTo>
                    <a:pt x="0" y="0"/>
                  </a:moveTo>
                  <a:lnTo>
                    <a:pt x="90899" y="0"/>
                  </a:lnTo>
                  <a:lnTo>
                    <a:pt x="90899" y="236999"/>
                  </a:lnTo>
                  <a:lnTo>
                    <a:pt x="0" y="236999"/>
                  </a:lnTo>
                  <a:lnTo>
                    <a:pt x="0" y="0"/>
                  </a:lnTo>
                  <a:close/>
                </a:path>
              </a:pathLst>
            </a:custGeom>
            <a:ln w="3175">
              <a:solidFill>
                <a:srgbClr val="965AC8"/>
              </a:solidFill>
            </a:ln>
          </p:spPr>
          <p:txBody>
            <a:bodyPr wrap="square" lIns="0" tIns="0" rIns="0" bIns="0" rtlCol="0"/>
            <a:lstStyle/>
            <a:p>
              <a:endParaRPr sz="2400"/>
            </a:p>
          </p:txBody>
        </p:sp>
        <p:sp>
          <p:nvSpPr>
            <p:cNvPr id="169" name="object 169"/>
            <p:cNvSpPr/>
            <p:nvPr/>
          </p:nvSpPr>
          <p:spPr>
            <a:xfrm>
              <a:off x="1305849" y="2920610"/>
              <a:ext cx="514984" cy="1270"/>
            </a:xfrm>
            <a:custGeom>
              <a:avLst/>
              <a:gdLst/>
              <a:ahLst/>
              <a:cxnLst/>
              <a:rect l="l" t="t" r="r" b="b"/>
              <a:pathLst>
                <a:path w="514985" h="1269">
                  <a:moveTo>
                    <a:pt x="0" y="899"/>
                  </a:moveTo>
                  <a:lnTo>
                    <a:pt x="514499" y="0"/>
                  </a:lnTo>
                </a:path>
              </a:pathLst>
            </a:custGeom>
            <a:ln w="3175">
              <a:solidFill>
                <a:srgbClr val="4285F4"/>
              </a:solidFill>
            </a:ln>
          </p:spPr>
          <p:txBody>
            <a:bodyPr wrap="square" lIns="0" tIns="0" rIns="0" bIns="0" rtlCol="0"/>
            <a:lstStyle/>
            <a:p>
              <a:endParaRPr sz="2400"/>
            </a:p>
          </p:txBody>
        </p:sp>
        <p:sp>
          <p:nvSpPr>
            <p:cNvPr id="170" name="object 170"/>
            <p:cNvSpPr/>
            <p:nvPr/>
          </p:nvSpPr>
          <p:spPr>
            <a:xfrm>
              <a:off x="2252437" y="2891569"/>
              <a:ext cx="91440" cy="27940"/>
            </a:xfrm>
            <a:custGeom>
              <a:avLst/>
              <a:gdLst/>
              <a:ahLst/>
              <a:cxnLst/>
              <a:rect l="l" t="t" r="r" b="b"/>
              <a:pathLst>
                <a:path w="91439" h="27939">
                  <a:moveTo>
                    <a:pt x="90899" y="27599"/>
                  </a:moveTo>
                  <a:lnTo>
                    <a:pt x="0" y="27599"/>
                  </a:lnTo>
                  <a:lnTo>
                    <a:pt x="0" y="0"/>
                  </a:lnTo>
                  <a:lnTo>
                    <a:pt x="90899" y="0"/>
                  </a:lnTo>
                  <a:lnTo>
                    <a:pt x="90899" y="27599"/>
                  </a:lnTo>
                  <a:close/>
                </a:path>
              </a:pathLst>
            </a:custGeom>
            <a:solidFill>
              <a:srgbClr val="E3C1E1"/>
            </a:solidFill>
          </p:spPr>
          <p:txBody>
            <a:bodyPr wrap="square" lIns="0" tIns="0" rIns="0" bIns="0" rtlCol="0"/>
            <a:lstStyle/>
            <a:p>
              <a:endParaRPr sz="2400"/>
            </a:p>
          </p:txBody>
        </p:sp>
        <p:sp>
          <p:nvSpPr>
            <p:cNvPr id="171" name="object 171"/>
            <p:cNvSpPr/>
            <p:nvPr/>
          </p:nvSpPr>
          <p:spPr>
            <a:xfrm>
              <a:off x="2252437" y="2891569"/>
              <a:ext cx="91440" cy="27940"/>
            </a:xfrm>
            <a:custGeom>
              <a:avLst/>
              <a:gdLst/>
              <a:ahLst/>
              <a:cxnLst/>
              <a:rect l="l" t="t" r="r" b="b"/>
              <a:pathLst>
                <a:path w="91439" h="27939">
                  <a:moveTo>
                    <a:pt x="0" y="0"/>
                  </a:moveTo>
                  <a:lnTo>
                    <a:pt x="90899" y="0"/>
                  </a:lnTo>
                  <a:lnTo>
                    <a:pt x="90899" y="27599"/>
                  </a:lnTo>
                  <a:lnTo>
                    <a:pt x="0" y="27599"/>
                  </a:lnTo>
                  <a:lnTo>
                    <a:pt x="0" y="0"/>
                  </a:lnTo>
                  <a:close/>
                </a:path>
              </a:pathLst>
            </a:custGeom>
            <a:ln w="3175">
              <a:solidFill>
                <a:srgbClr val="965AC8"/>
              </a:solidFill>
            </a:ln>
          </p:spPr>
          <p:txBody>
            <a:bodyPr wrap="square" lIns="0" tIns="0" rIns="0" bIns="0" rtlCol="0"/>
            <a:lstStyle/>
            <a:p>
              <a:endParaRPr sz="2400"/>
            </a:p>
          </p:txBody>
        </p:sp>
        <p:sp>
          <p:nvSpPr>
            <p:cNvPr id="172" name="object 172"/>
            <p:cNvSpPr/>
            <p:nvPr/>
          </p:nvSpPr>
          <p:spPr>
            <a:xfrm>
              <a:off x="2024999" y="2766285"/>
              <a:ext cx="91440" cy="152400"/>
            </a:xfrm>
            <a:custGeom>
              <a:avLst/>
              <a:gdLst/>
              <a:ahLst/>
              <a:cxnLst/>
              <a:rect l="l" t="t" r="r" b="b"/>
              <a:pathLst>
                <a:path w="91439" h="152400">
                  <a:moveTo>
                    <a:pt x="90899" y="152099"/>
                  </a:moveTo>
                  <a:lnTo>
                    <a:pt x="0" y="152099"/>
                  </a:lnTo>
                  <a:lnTo>
                    <a:pt x="0" y="0"/>
                  </a:lnTo>
                  <a:lnTo>
                    <a:pt x="90899" y="0"/>
                  </a:lnTo>
                  <a:lnTo>
                    <a:pt x="90899" y="152099"/>
                  </a:lnTo>
                  <a:close/>
                </a:path>
              </a:pathLst>
            </a:custGeom>
            <a:solidFill>
              <a:srgbClr val="E3C1E1"/>
            </a:solidFill>
          </p:spPr>
          <p:txBody>
            <a:bodyPr wrap="square" lIns="0" tIns="0" rIns="0" bIns="0" rtlCol="0"/>
            <a:lstStyle/>
            <a:p>
              <a:endParaRPr sz="2400"/>
            </a:p>
          </p:txBody>
        </p:sp>
        <p:sp>
          <p:nvSpPr>
            <p:cNvPr id="173" name="object 173"/>
            <p:cNvSpPr/>
            <p:nvPr/>
          </p:nvSpPr>
          <p:spPr>
            <a:xfrm>
              <a:off x="2024999" y="2766285"/>
              <a:ext cx="91440" cy="152400"/>
            </a:xfrm>
            <a:custGeom>
              <a:avLst/>
              <a:gdLst/>
              <a:ahLst/>
              <a:cxnLst/>
              <a:rect l="l" t="t" r="r" b="b"/>
              <a:pathLst>
                <a:path w="91439" h="152400">
                  <a:moveTo>
                    <a:pt x="0" y="0"/>
                  </a:moveTo>
                  <a:lnTo>
                    <a:pt x="90899" y="0"/>
                  </a:lnTo>
                  <a:lnTo>
                    <a:pt x="90899" y="152099"/>
                  </a:lnTo>
                  <a:lnTo>
                    <a:pt x="0" y="152099"/>
                  </a:lnTo>
                  <a:lnTo>
                    <a:pt x="0" y="0"/>
                  </a:lnTo>
                  <a:close/>
                </a:path>
              </a:pathLst>
            </a:custGeom>
            <a:ln w="3175">
              <a:solidFill>
                <a:srgbClr val="965AC8"/>
              </a:solidFill>
            </a:ln>
          </p:spPr>
          <p:txBody>
            <a:bodyPr wrap="square" lIns="0" tIns="0" rIns="0" bIns="0" rtlCol="0"/>
            <a:lstStyle/>
            <a:p>
              <a:endParaRPr sz="2400"/>
            </a:p>
          </p:txBody>
        </p:sp>
        <p:sp>
          <p:nvSpPr>
            <p:cNvPr id="174" name="object 174"/>
            <p:cNvSpPr/>
            <p:nvPr/>
          </p:nvSpPr>
          <p:spPr>
            <a:xfrm>
              <a:off x="2138724" y="2853135"/>
              <a:ext cx="91440" cy="65405"/>
            </a:xfrm>
            <a:custGeom>
              <a:avLst/>
              <a:gdLst/>
              <a:ahLst/>
              <a:cxnLst/>
              <a:rect l="l" t="t" r="r" b="b"/>
              <a:pathLst>
                <a:path w="91439" h="65405">
                  <a:moveTo>
                    <a:pt x="90899" y="65399"/>
                  </a:moveTo>
                  <a:lnTo>
                    <a:pt x="0" y="65399"/>
                  </a:lnTo>
                  <a:lnTo>
                    <a:pt x="0" y="0"/>
                  </a:lnTo>
                  <a:lnTo>
                    <a:pt x="90899" y="0"/>
                  </a:lnTo>
                  <a:lnTo>
                    <a:pt x="90899" y="65399"/>
                  </a:lnTo>
                  <a:close/>
                </a:path>
              </a:pathLst>
            </a:custGeom>
            <a:solidFill>
              <a:srgbClr val="E3C1E1"/>
            </a:solidFill>
          </p:spPr>
          <p:txBody>
            <a:bodyPr wrap="square" lIns="0" tIns="0" rIns="0" bIns="0" rtlCol="0"/>
            <a:lstStyle/>
            <a:p>
              <a:endParaRPr sz="2400"/>
            </a:p>
          </p:txBody>
        </p:sp>
        <p:sp>
          <p:nvSpPr>
            <p:cNvPr id="175" name="object 175"/>
            <p:cNvSpPr/>
            <p:nvPr/>
          </p:nvSpPr>
          <p:spPr>
            <a:xfrm>
              <a:off x="2138724" y="2853135"/>
              <a:ext cx="91440" cy="65405"/>
            </a:xfrm>
            <a:custGeom>
              <a:avLst/>
              <a:gdLst/>
              <a:ahLst/>
              <a:cxnLst/>
              <a:rect l="l" t="t" r="r" b="b"/>
              <a:pathLst>
                <a:path w="91439" h="65405">
                  <a:moveTo>
                    <a:pt x="0" y="0"/>
                  </a:moveTo>
                  <a:lnTo>
                    <a:pt x="90899" y="0"/>
                  </a:lnTo>
                  <a:lnTo>
                    <a:pt x="90899" y="65399"/>
                  </a:lnTo>
                  <a:lnTo>
                    <a:pt x="0" y="65399"/>
                  </a:lnTo>
                  <a:lnTo>
                    <a:pt x="0" y="0"/>
                  </a:lnTo>
                  <a:close/>
                </a:path>
              </a:pathLst>
            </a:custGeom>
            <a:ln w="3175">
              <a:solidFill>
                <a:srgbClr val="965AC8"/>
              </a:solidFill>
            </a:ln>
          </p:spPr>
          <p:txBody>
            <a:bodyPr wrap="square" lIns="0" tIns="0" rIns="0" bIns="0" rtlCol="0"/>
            <a:lstStyle/>
            <a:p>
              <a:endParaRPr sz="2400"/>
            </a:p>
          </p:txBody>
        </p:sp>
        <p:sp>
          <p:nvSpPr>
            <p:cNvPr id="176" name="object 176"/>
            <p:cNvSpPr/>
            <p:nvPr/>
          </p:nvSpPr>
          <p:spPr>
            <a:xfrm>
              <a:off x="1911275" y="2713585"/>
              <a:ext cx="91440" cy="206375"/>
            </a:xfrm>
            <a:custGeom>
              <a:avLst/>
              <a:gdLst/>
              <a:ahLst/>
              <a:cxnLst/>
              <a:rect l="l" t="t" r="r" b="b"/>
              <a:pathLst>
                <a:path w="91439" h="206375">
                  <a:moveTo>
                    <a:pt x="90899" y="205799"/>
                  </a:moveTo>
                  <a:lnTo>
                    <a:pt x="0" y="205799"/>
                  </a:lnTo>
                  <a:lnTo>
                    <a:pt x="0" y="0"/>
                  </a:lnTo>
                  <a:lnTo>
                    <a:pt x="90899" y="0"/>
                  </a:lnTo>
                  <a:lnTo>
                    <a:pt x="90899" y="205799"/>
                  </a:lnTo>
                  <a:close/>
                </a:path>
              </a:pathLst>
            </a:custGeom>
            <a:solidFill>
              <a:srgbClr val="E3C1E1"/>
            </a:solidFill>
          </p:spPr>
          <p:txBody>
            <a:bodyPr wrap="square" lIns="0" tIns="0" rIns="0" bIns="0" rtlCol="0"/>
            <a:lstStyle/>
            <a:p>
              <a:endParaRPr sz="2400"/>
            </a:p>
          </p:txBody>
        </p:sp>
        <p:sp>
          <p:nvSpPr>
            <p:cNvPr id="177" name="object 177"/>
            <p:cNvSpPr/>
            <p:nvPr/>
          </p:nvSpPr>
          <p:spPr>
            <a:xfrm>
              <a:off x="1911275" y="2713585"/>
              <a:ext cx="91440" cy="206375"/>
            </a:xfrm>
            <a:custGeom>
              <a:avLst/>
              <a:gdLst/>
              <a:ahLst/>
              <a:cxnLst/>
              <a:rect l="l" t="t" r="r" b="b"/>
              <a:pathLst>
                <a:path w="91439" h="206375">
                  <a:moveTo>
                    <a:pt x="0" y="0"/>
                  </a:moveTo>
                  <a:lnTo>
                    <a:pt x="90899" y="0"/>
                  </a:lnTo>
                  <a:lnTo>
                    <a:pt x="90899" y="205799"/>
                  </a:lnTo>
                  <a:lnTo>
                    <a:pt x="0" y="205799"/>
                  </a:lnTo>
                  <a:lnTo>
                    <a:pt x="0" y="0"/>
                  </a:lnTo>
                  <a:close/>
                </a:path>
              </a:pathLst>
            </a:custGeom>
            <a:ln w="3175">
              <a:solidFill>
                <a:srgbClr val="965AC8"/>
              </a:solidFill>
            </a:ln>
          </p:spPr>
          <p:txBody>
            <a:bodyPr wrap="square" lIns="0" tIns="0" rIns="0" bIns="0" rtlCol="0"/>
            <a:lstStyle/>
            <a:p>
              <a:endParaRPr sz="2400"/>
            </a:p>
          </p:txBody>
        </p:sp>
        <p:sp>
          <p:nvSpPr>
            <p:cNvPr id="178" name="object 178"/>
            <p:cNvSpPr/>
            <p:nvPr/>
          </p:nvSpPr>
          <p:spPr>
            <a:xfrm>
              <a:off x="1862800" y="2920610"/>
              <a:ext cx="514984" cy="1270"/>
            </a:xfrm>
            <a:custGeom>
              <a:avLst/>
              <a:gdLst/>
              <a:ahLst/>
              <a:cxnLst/>
              <a:rect l="l" t="t" r="r" b="b"/>
              <a:pathLst>
                <a:path w="514985" h="1269">
                  <a:moveTo>
                    <a:pt x="0" y="899"/>
                  </a:moveTo>
                  <a:lnTo>
                    <a:pt x="514499" y="0"/>
                  </a:lnTo>
                </a:path>
              </a:pathLst>
            </a:custGeom>
            <a:ln w="3175">
              <a:solidFill>
                <a:srgbClr val="4285F4"/>
              </a:solidFill>
            </a:ln>
          </p:spPr>
          <p:txBody>
            <a:bodyPr wrap="square" lIns="0" tIns="0" rIns="0" bIns="0" rtlCol="0"/>
            <a:lstStyle/>
            <a:p>
              <a:endParaRPr sz="2400"/>
            </a:p>
          </p:txBody>
        </p:sp>
        <p:sp>
          <p:nvSpPr>
            <p:cNvPr id="179" name="object 179"/>
            <p:cNvSpPr/>
            <p:nvPr/>
          </p:nvSpPr>
          <p:spPr>
            <a:xfrm>
              <a:off x="2809375" y="2876857"/>
              <a:ext cx="91440" cy="42545"/>
            </a:xfrm>
            <a:custGeom>
              <a:avLst/>
              <a:gdLst/>
              <a:ahLst/>
              <a:cxnLst/>
              <a:rect l="l" t="t" r="r" b="b"/>
              <a:pathLst>
                <a:path w="91439" h="42544">
                  <a:moveTo>
                    <a:pt x="90899" y="42299"/>
                  </a:moveTo>
                  <a:lnTo>
                    <a:pt x="0" y="42299"/>
                  </a:lnTo>
                  <a:lnTo>
                    <a:pt x="0" y="0"/>
                  </a:lnTo>
                  <a:lnTo>
                    <a:pt x="90899" y="0"/>
                  </a:lnTo>
                  <a:lnTo>
                    <a:pt x="90899" y="42299"/>
                  </a:lnTo>
                  <a:close/>
                </a:path>
              </a:pathLst>
            </a:custGeom>
            <a:solidFill>
              <a:srgbClr val="E3C1E1"/>
            </a:solidFill>
          </p:spPr>
          <p:txBody>
            <a:bodyPr wrap="square" lIns="0" tIns="0" rIns="0" bIns="0" rtlCol="0"/>
            <a:lstStyle/>
            <a:p>
              <a:endParaRPr sz="2400"/>
            </a:p>
          </p:txBody>
        </p:sp>
        <p:sp>
          <p:nvSpPr>
            <p:cNvPr id="180" name="object 180"/>
            <p:cNvSpPr/>
            <p:nvPr/>
          </p:nvSpPr>
          <p:spPr>
            <a:xfrm>
              <a:off x="2809375" y="2876857"/>
              <a:ext cx="91440" cy="42545"/>
            </a:xfrm>
            <a:custGeom>
              <a:avLst/>
              <a:gdLst/>
              <a:ahLst/>
              <a:cxnLst/>
              <a:rect l="l" t="t" r="r" b="b"/>
              <a:pathLst>
                <a:path w="91439" h="42544">
                  <a:moveTo>
                    <a:pt x="0" y="0"/>
                  </a:moveTo>
                  <a:lnTo>
                    <a:pt x="90899" y="0"/>
                  </a:lnTo>
                  <a:lnTo>
                    <a:pt x="90899" y="42299"/>
                  </a:lnTo>
                  <a:lnTo>
                    <a:pt x="0" y="42299"/>
                  </a:lnTo>
                  <a:lnTo>
                    <a:pt x="0" y="0"/>
                  </a:lnTo>
                  <a:close/>
                </a:path>
              </a:pathLst>
            </a:custGeom>
            <a:ln w="3175">
              <a:solidFill>
                <a:srgbClr val="965AC8"/>
              </a:solidFill>
            </a:ln>
          </p:spPr>
          <p:txBody>
            <a:bodyPr wrap="square" lIns="0" tIns="0" rIns="0" bIns="0" rtlCol="0"/>
            <a:lstStyle/>
            <a:p>
              <a:endParaRPr sz="2400"/>
            </a:p>
          </p:txBody>
        </p:sp>
        <p:sp>
          <p:nvSpPr>
            <p:cNvPr id="181" name="object 181"/>
            <p:cNvSpPr/>
            <p:nvPr/>
          </p:nvSpPr>
          <p:spPr>
            <a:xfrm>
              <a:off x="2581949" y="2811557"/>
              <a:ext cx="91440" cy="107314"/>
            </a:xfrm>
            <a:custGeom>
              <a:avLst/>
              <a:gdLst/>
              <a:ahLst/>
              <a:cxnLst/>
              <a:rect l="l" t="t" r="r" b="b"/>
              <a:pathLst>
                <a:path w="91439" h="107314">
                  <a:moveTo>
                    <a:pt x="90899" y="106799"/>
                  </a:moveTo>
                  <a:lnTo>
                    <a:pt x="0" y="106799"/>
                  </a:lnTo>
                  <a:lnTo>
                    <a:pt x="0" y="0"/>
                  </a:lnTo>
                  <a:lnTo>
                    <a:pt x="90899" y="0"/>
                  </a:lnTo>
                  <a:lnTo>
                    <a:pt x="90899" y="106799"/>
                  </a:lnTo>
                  <a:close/>
                </a:path>
              </a:pathLst>
            </a:custGeom>
            <a:solidFill>
              <a:srgbClr val="E3C1E1"/>
            </a:solidFill>
          </p:spPr>
          <p:txBody>
            <a:bodyPr wrap="square" lIns="0" tIns="0" rIns="0" bIns="0" rtlCol="0"/>
            <a:lstStyle/>
            <a:p>
              <a:endParaRPr sz="2400"/>
            </a:p>
          </p:txBody>
        </p:sp>
        <p:sp>
          <p:nvSpPr>
            <p:cNvPr id="182" name="object 182"/>
            <p:cNvSpPr/>
            <p:nvPr/>
          </p:nvSpPr>
          <p:spPr>
            <a:xfrm>
              <a:off x="2581949" y="2811557"/>
              <a:ext cx="91440" cy="107314"/>
            </a:xfrm>
            <a:custGeom>
              <a:avLst/>
              <a:gdLst/>
              <a:ahLst/>
              <a:cxnLst/>
              <a:rect l="l" t="t" r="r" b="b"/>
              <a:pathLst>
                <a:path w="91439" h="107314">
                  <a:moveTo>
                    <a:pt x="0" y="0"/>
                  </a:moveTo>
                  <a:lnTo>
                    <a:pt x="90899" y="0"/>
                  </a:lnTo>
                  <a:lnTo>
                    <a:pt x="90899" y="106799"/>
                  </a:lnTo>
                  <a:lnTo>
                    <a:pt x="0" y="106799"/>
                  </a:lnTo>
                  <a:lnTo>
                    <a:pt x="0" y="0"/>
                  </a:lnTo>
                  <a:close/>
                </a:path>
              </a:pathLst>
            </a:custGeom>
            <a:ln w="3175">
              <a:solidFill>
                <a:srgbClr val="965AC8"/>
              </a:solidFill>
            </a:ln>
          </p:spPr>
          <p:txBody>
            <a:bodyPr wrap="square" lIns="0" tIns="0" rIns="0" bIns="0" rtlCol="0"/>
            <a:lstStyle/>
            <a:p>
              <a:endParaRPr sz="2400"/>
            </a:p>
          </p:txBody>
        </p:sp>
        <p:sp>
          <p:nvSpPr>
            <p:cNvPr id="183" name="object 183"/>
            <p:cNvSpPr/>
            <p:nvPr/>
          </p:nvSpPr>
          <p:spPr>
            <a:xfrm>
              <a:off x="2695674" y="2824858"/>
              <a:ext cx="91440" cy="93980"/>
            </a:xfrm>
            <a:custGeom>
              <a:avLst/>
              <a:gdLst/>
              <a:ahLst/>
              <a:cxnLst/>
              <a:rect l="l" t="t" r="r" b="b"/>
              <a:pathLst>
                <a:path w="91439" h="93980">
                  <a:moveTo>
                    <a:pt x="90899" y="93599"/>
                  </a:moveTo>
                  <a:lnTo>
                    <a:pt x="0" y="93599"/>
                  </a:lnTo>
                  <a:lnTo>
                    <a:pt x="0" y="0"/>
                  </a:lnTo>
                  <a:lnTo>
                    <a:pt x="90899" y="0"/>
                  </a:lnTo>
                  <a:lnTo>
                    <a:pt x="90899" y="93599"/>
                  </a:lnTo>
                  <a:close/>
                </a:path>
              </a:pathLst>
            </a:custGeom>
            <a:solidFill>
              <a:srgbClr val="E3C1E1"/>
            </a:solidFill>
          </p:spPr>
          <p:txBody>
            <a:bodyPr wrap="square" lIns="0" tIns="0" rIns="0" bIns="0" rtlCol="0"/>
            <a:lstStyle/>
            <a:p>
              <a:endParaRPr sz="2400"/>
            </a:p>
          </p:txBody>
        </p:sp>
        <p:sp>
          <p:nvSpPr>
            <p:cNvPr id="184" name="object 184"/>
            <p:cNvSpPr/>
            <p:nvPr/>
          </p:nvSpPr>
          <p:spPr>
            <a:xfrm>
              <a:off x="2695674" y="2824858"/>
              <a:ext cx="91440" cy="93980"/>
            </a:xfrm>
            <a:custGeom>
              <a:avLst/>
              <a:gdLst/>
              <a:ahLst/>
              <a:cxnLst/>
              <a:rect l="l" t="t" r="r" b="b"/>
              <a:pathLst>
                <a:path w="91439" h="93980">
                  <a:moveTo>
                    <a:pt x="0" y="0"/>
                  </a:moveTo>
                  <a:lnTo>
                    <a:pt x="90899" y="0"/>
                  </a:lnTo>
                  <a:lnTo>
                    <a:pt x="90899" y="93599"/>
                  </a:lnTo>
                  <a:lnTo>
                    <a:pt x="0" y="93599"/>
                  </a:lnTo>
                  <a:lnTo>
                    <a:pt x="0" y="0"/>
                  </a:lnTo>
                  <a:close/>
                </a:path>
              </a:pathLst>
            </a:custGeom>
            <a:ln w="3175">
              <a:solidFill>
                <a:srgbClr val="965AC8"/>
              </a:solidFill>
            </a:ln>
          </p:spPr>
          <p:txBody>
            <a:bodyPr wrap="square" lIns="0" tIns="0" rIns="0" bIns="0" rtlCol="0"/>
            <a:lstStyle/>
            <a:p>
              <a:endParaRPr sz="2400"/>
            </a:p>
          </p:txBody>
        </p:sp>
        <p:sp>
          <p:nvSpPr>
            <p:cNvPr id="185" name="object 185"/>
            <p:cNvSpPr/>
            <p:nvPr/>
          </p:nvSpPr>
          <p:spPr>
            <a:xfrm>
              <a:off x="2468225" y="2791960"/>
              <a:ext cx="91440" cy="127635"/>
            </a:xfrm>
            <a:custGeom>
              <a:avLst/>
              <a:gdLst/>
              <a:ahLst/>
              <a:cxnLst/>
              <a:rect l="l" t="t" r="r" b="b"/>
              <a:pathLst>
                <a:path w="91439" h="127635">
                  <a:moveTo>
                    <a:pt x="90899" y="127499"/>
                  </a:moveTo>
                  <a:lnTo>
                    <a:pt x="0" y="127499"/>
                  </a:lnTo>
                  <a:lnTo>
                    <a:pt x="0" y="0"/>
                  </a:lnTo>
                  <a:lnTo>
                    <a:pt x="90899" y="0"/>
                  </a:lnTo>
                  <a:lnTo>
                    <a:pt x="90899" y="127499"/>
                  </a:lnTo>
                  <a:close/>
                </a:path>
              </a:pathLst>
            </a:custGeom>
            <a:solidFill>
              <a:srgbClr val="E3C1E1"/>
            </a:solidFill>
          </p:spPr>
          <p:txBody>
            <a:bodyPr wrap="square" lIns="0" tIns="0" rIns="0" bIns="0" rtlCol="0"/>
            <a:lstStyle/>
            <a:p>
              <a:endParaRPr sz="2400"/>
            </a:p>
          </p:txBody>
        </p:sp>
        <p:sp>
          <p:nvSpPr>
            <p:cNvPr id="186" name="object 186"/>
            <p:cNvSpPr/>
            <p:nvPr/>
          </p:nvSpPr>
          <p:spPr>
            <a:xfrm>
              <a:off x="2468225" y="2791960"/>
              <a:ext cx="91440" cy="127635"/>
            </a:xfrm>
            <a:custGeom>
              <a:avLst/>
              <a:gdLst/>
              <a:ahLst/>
              <a:cxnLst/>
              <a:rect l="l" t="t" r="r" b="b"/>
              <a:pathLst>
                <a:path w="91439" h="127635">
                  <a:moveTo>
                    <a:pt x="0" y="0"/>
                  </a:moveTo>
                  <a:lnTo>
                    <a:pt x="90899" y="0"/>
                  </a:lnTo>
                  <a:lnTo>
                    <a:pt x="90899" y="127499"/>
                  </a:lnTo>
                  <a:lnTo>
                    <a:pt x="0" y="127499"/>
                  </a:lnTo>
                  <a:lnTo>
                    <a:pt x="0" y="0"/>
                  </a:lnTo>
                  <a:close/>
                </a:path>
              </a:pathLst>
            </a:custGeom>
            <a:ln w="3175">
              <a:solidFill>
                <a:srgbClr val="965AC8"/>
              </a:solidFill>
            </a:ln>
          </p:spPr>
          <p:txBody>
            <a:bodyPr wrap="square" lIns="0" tIns="0" rIns="0" bIns="0" rtlCol="0"/>
            <a:lstStyle/>
            <a:p>
              <a:endParaRPr sz="2400"/>
            </a:p>
          </p:txBody>
        </p:sp>
        <p:sp>
          <p:nvSpPr>
            <p:cNvPr id="187" name="object 187"/>
            <p:cNvSpPr/>
            <p:nvPr/>
          </p:nvSpPr>
          <p:spPr>
            <a:xfrm>
              <a:off x="2419749" y="2920610"/>
              <a:ext cx="514984" cy="1270"/>
            </a:xfrm>
            <a:custGeom>
              <a:avLst/>
              <a:gdLst/>
              <a:ahLst/>
              <a:cxnLst/>
              <a:rect l="l" t="t" r="r" b="b"/>
              <a:pathLst>
                <a:path w="514985" h="1269">
                  <a:moveTo>
                    <a:pt x="0" y="899"/>
                  </a:moveTo>
                  <a:lnTo>
                    <a:pt x="514499" y="0"/>
                  </a:lnTo>
                </a:path>
              </a:pathLst>
            </a:custGeom>
            <a:ln w="3175">
              <a:solidFill>
                <a:srgbClr val="4285F4"/>
              </a:solidFill>
            </a:ln>
          </p:spPr>
          <p:txBody>
            <a:bodyPr wrap="square" lIns="0" tIns="0" rIns="0" bIns="0" rtlCol="0"/>
            <a:lstStyle/>
            <a:p>
              <a:endParaRPr sz="2400"/>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392234" y="1979075"/>
            <a:ext cx="3009053" cy="581355"/>
          </a:xfrm>
          <a:prstGeom prst="rect">
            <a:avLst/>
          </a:prstGeom>
        </p:spPr>
        <p:txBody>
          <a:bodyPr vert="horz" wrap="square" lIns="0" tIns="16933" rIns="0" bIns="0" rtlCol="0">
            <a:spAutoFit/>
          </a:bodyPr>
          <a:lstStyle/>
          <a:p>
            <a:pPr marL="165943" algn="ctr">
              <a:lnSpc>
                <a:spcPts val="2047"/>
              </a:lnSpc>
              <a:spcBef>
                <a:spcPts val="133"/>
              </a:spcBef>
            </a:pPr>
            <a:r>
              <a:rPr sz="1867" b="1" spc="-13" dirty="0">
                <a:solidFill>
                  <a:srgbClr val="5AB46E"/>
                </a:solidFill>
                <a:latin typeface="Arial"/>
                <a:cs typeface="Arial"/>
              </a:rPr>
              <a:t>True!</a:t>
            </a:r>
            <a:endParaRPr sz="1867">
              <a:latin typeface="Arial"/>
              <a:cs typeface="Arial"/>
            </a:endParaRPr>
          </a:p>
          <a:p>
            <a:pPr marL="50799">
              <a:lnSpc>
                <a:spcPts val="2367"/>
              </a:lnSpc>
            </a:pPr>
            <a:r>
              <a:rPr sz="3200" b="1" baseline="1736" dirty="0">
                <a:latin typeface="Arial"/>
                <a:cs typeface="Arial"/>
              </a:rPr>
              <a:t>if</a:t>
            </a:r>
            <a:r>
              <a:rPr sz="3200" b="1" spc="869" baseline="1736" dirty="0">
                <a:latin typeface="Arial"/>
                <a:cs typeface="Arial"/>
              </a:rPr>
              <a:t> </a:t>
            </a:r>
            <a:r>
              <a:rPr sz="3200" baseline="1736" dirty="0">
                <a:latin typeface="Arial MT"/>
                <a:cs typeface="Arial MT"/>
              </a:rPr>
              <a:t>p</a:t>
            </a:r>
            <a:r>
              <a:rPr sz="2100" b="1" baseline="-29100" dirty="0">
                <a:solidFill>
                  <a:srgbClr val="237A94"/>
                </a:solidFill>
                <a:latin typeface="Arial"/>
                <a:cs typeface="Arial"/>
              </a:rPr>
              <a:t>tgt</a:t>
            </a:r>
            <a:r>
              <a:rPr sz="2800" baseline="1984" dirty="0">
                <a:latin typeface="Arial MT"/>
                <a:cs typeface="Arial MT"/>
              </a:rPr>
              <a:t>(</a:t>
            </a:r>
            <a:r>
              <a:rPr sz="2800" i="1" baseline="1984" dirty="0">
                <a:solidFill>
                  <a:srgbClr val="434343"/>
                </a:solidFill>
                <a:latin typeface="Arial"/>
                <a:cs typeface="Arial"/>
              </a:rPr>
              <a:t>Paris</a:t>
            </a:r>
            <a:r>
              <a:rPr sz="2800" baseline="1984" dirty="0">
                <a:latin typeface="Arial MT"/>
                <a:cs typeface="Arial MT"/>
              </a:rPr>
              <a:t>)</a:t>
            </a:r>
            <a:r>
              <a:rPr sz="2800" spc="-40" baseline="1984" dirty="0">
                <a:latin typeface="Arial MT"/>
                <a:cs typeface="Arial MT"/>
              </a:rPr>
              <a:t> </a:t>
            </a:r>
            <a:r>
              <a:rPr sz="2133" dirty="0">
                <a:latin typeface="Arial MT"/>
                <a:cs typeface="Arial MT"/>
              </a:rPr>
              <a:t>≥</a:t>
            </a:r>
            <a:r>
              <a:rPr sz="2133" spc="579" dirty="0">
                <a:latin typeface="Arial MT"/>
                <a:cs typeface="Arial MT"/>
              </a:rPr>
              <a:t> </a:t>
            </a:r>
            <a:r>
              <a:rPr sz="2133" spc="-13" dirty="0">
                <a:latin typeface="Arial MT"/>
                <a:cs typeface="Arial MT"/>
              </a:rPr>
              <a:t>p</a:t>
            </a:r>
            <a:r>
              <a:rPr sz="2100" b="1" spc="-20" baseline="-31746" dirty="0">
                <a:solidFill>
                  <a:srgbClr val="A12F9D"/>
                </a:solidFill>
                <a:latin typeface="Arial"/>
                <a:cs typeface="Arial"/>
              </a:rPr>
              <a:t>drft</a:t>
            </a:r>
            <a:r>
              <a:rPr sz="1867" spc="-13" dirty="0">
                <a:latin typeface="Arial MT"/>
                <a:cs typeface="Arial MT"/>
              </a:rPr>
              <a:t>(</a:t>
            </a:r>
            <a:r>
              <a:rPr sz="1867" i="1" spc="-13" dirty="0">
                <a:solidFill>
                  <a:srgbClr val="434343"/>
                </a:solidFill>
                <a:latin typeface="Arial"/>
                <a:cs typeface="Arial"/>
              </a:rPr>
              <a:t>Paris</a:t>
            </a:r>
            <a:r>
              <a:rPr sz="1867" spc="-13" dirty="0">
                <a:latin typeface="Arial MT"/>
                <a:cs typeface="Arial MT"/>
              </a:rPr>
              <a:t>)</a:t>
            </a:r>
            <a:endParaRPr sz="1867">
              <a:latin typeface="Arial MT"/>
              <a:cs typeface="Arial MT"/>
            </a:endParaRPr>
          </a:p>
        </p:txBody>
      </p:sp>
      <p:sp>
        <p:nvSpPr>
          <p:cNvPr id="3" name="object 3"/>
          <p:cNvSpPr txBox="1"/>
          <p:nvPr/>
        </p:nvSpPr>
        <p:spPr>
          <a:xfrm>
            <a:off x="6795489" y="1878841"/>
            <a:ext cx="598593" cy="263320"/>
          </a:xfrm>
          <a:prstGeom prst="rect">
            <a:avLst/>
          </a:prstGeom>
        </p:spPr>
        <p:txBody>
          <a:bodyPr vert="horz" wrap="square" lIns="0" tIns="16933" rIns="0" bIns="0" rtlCol="0">
            <a:spAutoFit/>
          </a:bodyPr>
          <a:lstStyle/>
          <a:p>
            <a:pPr marL="16933">
              <a:spcBef>
                <a:spcPts val="133"/>
              </a:spcBef>
            </a:pPr>
            <a:r>
              <a:rPr sz="1600" b="1" spc="-13" dirty="0">
                <a:solidFill>
                  <a:srgbClr val="237A94"/>
                </a:solidFill>
                <a:latin typeface="Arial"/>
                <a:cs typeface="Arial"/>
              </a:rPr>
              <a:t>target</a:t>
            </a:r>
            <a:endParaRPr sz="1600">
              <a:latin typeface="Arial"/>
              <a:cs typeface="Arial"/>
            </a:endParaRPr>
          </a:p>
        </p:txBody>
      </p:sp>
      <p:sp>
        <p:nvSpPr>
          <p:cNvPr id="4" name="object 4"/>
          <p:cNvSpPr txBox="1"/>
          <p:nvPr/>
        </p:nvSpPr>
        <p:spPr>
          <a:xfrm>
            <a:off x="4330791" y="2581167"/>
            <a:ext cx="1556173" cy="625642"/>
          </a:xfrm>
          <a:prstGeom prst="rect">
            <a:avLst/>
          </a:prstGeom>
          <a:ln w="24374">
            <a:solidFill>
              <a:srgbClr val="000000"/>
            </a:solidFill>
          </a:ln>
        </p:spPr>
        <p:txBody>
          <a:bodyPr vert="horz" wrap="square" lIns="0" tIns="74507" rIns="0" bIns="0" rtlCol="0">
            <a:spAutoFit/>
          </a:bodyPr>
          <a:lstStyle/>
          <a:p>
            <a:pPr marL="414010" marR="374217" indent="-29633">
              <a:lnSpc>
                <a:spcPct val="101099"/>
              </a:lnSpc>
              <a:spcBef>
                <a:spcPts val="587"/>
              </a:spcBef>
            </a:pPr>
            <a:r>
              <a:rPr spc="-67" dirty="0">
                <a:solidFill>
                  <a:srgbClr val="434343"/>
                </a:solidFill>
                <a:latin typeface="Arial Black"/>
                <a:cs typeface="Arial Black"/>
              </a:rPr>
              <a:t>Target </a:t>
            </a:r>
            <a:r>
              <a:rPr spc="-13" dirty="0">
                <a:solidFill>
                  <a:srgbClr val="434343"/>
                </a:solidFill>
                <a:latin typeface="Arial Black"/>
                <a:cs typeface="Arial Black"/>
              </a:rPr>
              <a:t>Model</a:t>
            </a:r>
            <a:endParaRPr>
              <a:latin typeface="Arial Black"/>
              <a:cs typeface="Arial Black"/>
            </a:endParaRPr>
          </a:p>
        </p:txBody>
      </p:sp>
      <p:grpSp>
        <p:nvGrpSpPr>
          <p:cNvPr id="5" name="object 5"/>
          <p:cNvGrpSpPr/>
          <p:nvPr/>
        </p:nvGrpSpPr>
        <p:grpSpPr>
          <a:xfrm>
            <a:off x="264078" y="3208983"/>
            <a:ext cx="4054687" cy="306493"/>
            <a:chOff x="198058" y="2406737"/>
            <a:chExt cx="3041015" cy="229870"/>
          </a:xfrm>
        </p:grpSpPr>
        <p:sp>
          <p:nvSpPr>
            <p:cNvPr id="6" name="object 6"/>
            <p:cNvSpPr/>
            <p:nvPr/>
          </p:nvSpPr>
          <p:spPr>
            <a:xfrm>
              <a:off x="200795" y="2421544"/>
              <a:ext cx="521334" cy="203835"/>
            </a:xfrm>
            <a:custGeom>
              <a:avLst/>
              <a:gdLst/>
              <a:ahLst/>
              <a:cxnLst/>
              <a:rect l="l" t="t" r="r" b="b"/>
              <a:pathLst>
                <a:path w="521334" h="203835">
                  <a:moveTo>
                    <a:pt x="486899" y="203399"/>
                  </a:moveTo>
                  <a:lnTo>
                    <a:pt x="33900" y="203399"/>
                  </a:lnTo>
                  <a:lnTo>
                    <a:pt x="20705" y="200735"/>
                  </a:lnTo>
                  <a:lnTo>
                    <a:pt x="9929" y="193470"/>
                  </a:lnTo>
                  <a:lnTo>
                    <a:pt x="2664" y="182694"/>
                  </a:lnTo>
                  <a:lnTo>
                    <a:pt x="0" y="169499"/>
                  </a:lnTo>
                  <a:lnTo>
                    <a:pt x="0" y="33900"/>
                  </a:lnTo>
                  <a:lnTo>
                    <a:pt x="2664" y="20704"/>
                  </a:lnTo>
                  <a:lnTo>
                    <a:pt x="9929" y="9929"/>
                  </a:lnTo>
                  <a:lnTo>
                    <a:pt x="20705" y="2664"/>
                  </a:lnTo>
                  <a:lnTo>
                    <a:pt x="33900" y="0"/>
                  </a:lnTo>
                  <a:lnTo>
                    <a:pt x="486899" y="0"/>
                  </a:lnTo>
                  <a:lnTo>
                    <a:pt x="520142" y="27255"/>
                  </a:lnTo>
                  <a:lnTo>
                    <a:pt x="520799" y="33900"/>
                  </a:lnTo>
                  <a:lnTo>
                    <a:pt x="520799" y="169499"/>
                  </a:lnTo>
                  <a:lnTo>
                    <a:pt x="518135" y="182694"/>
                  </a:lnTo>
                  <a:lnTo>
                    <a:pt x="510870" y="193470"/>
                  </a:lnTo>
                  <a:lnTo>
                    <a:pt x="500095" y="200735"/>
                  </a:lnTo>
                  <a:lnTo>
                    <a:pt x="486899" y="203399"/>
                  </a:lnTo>
                  <a:close/>
                </a:path>
              </a:pathLst>
            </a:custGeom>
            <a:solidFill>
              <a:srgbClr val="FAADB3"/>
            </a:solidFill>
          </p:spPr>
          <p:txBody>
            <a:bodyPr wrap="square" lIns="0" tIns="0" rIns="0" bIns="0" rtlCol="0"/>
            <a:lstStyle/>
            <a:p>
              <a:endParaRPr sz="2400"/>
            </a:p>
          </p:txBody>
        </p:sp>
        <p:sp>
          <p:nvSpPr>
            <p:cNvPr id="7" name="object 7"/>
            <p:cNvSpPr/>
            <p:nvPr/>
          </p:nvSpPr>
          <p:spPr>
            <a:xfrm>
              <a:off x="200795" y="2421544"/>
              <a:ext cx="521334" cy="203835"/>
            </a:xfrm>
            <a:custGeom>
              <a:avLst/>
              <a:gdLst/>
              <a:ahLst/>
              <a:cxnLst/>
              <a:rect l="l" t="t" r="r" b="b"/>
              <a:pathLst>
                <a:path w="521334" h="203835">
                  <a:moveTo>
                    <a:pt x="0" y="33900"/>
                  </a:moveTo>
                  <a:lnTo>
                    <a:pt x="2664" y="20704"/>
                  </a:lnTo>
                  <a:lnTo>
                    <a:pt x="9929" y="9929"/>
                  </a:lnTo>
                  <a:lnTo>
                    <a:pt x="20705" y="2664"/>
                  </a:lnTo>
                  <a:lnTo>
                    <a:pt x="33900" y="0"/>
                  </a:lnTo>
                  <a:lnTo>
                    <a:pt x="486899" y="0"/>
                  </a:lnTo>
                  <a:lnTo>
                    <a:pt x="520142" y="27255"/>
                  </a:lnTo>
                  <a:lnTo>
                    <a:pt x="520799" y="33900"/>
                  </a:lnTo>
                  <a:lnTo>
                    <a:pt x="520799" y="169499"/>
                  </a:lnTo>
                  <a:lnTo>
                    <a:pt x="518135" y="182694"/>
                  </a:lnTo>
                  <a:lnTo>
                    <a:pt x="510870" y="193470"/>
                  </a:lnTo>
                  <a:lnTo>
                    <a:pt x="500095" y="200735"/>
                  </a:lnTo>
                  <a:lnTo>
                    <a:pt x="486899" y="203399"/>
                  </a:lnTo>
                  <a:lnTo>
                    <a:pt x="33900" y="203399"/>
                  </a:lnTo>
                  <a:lnTo>
                    <a:pt x="20705" y="200735"/>
                  </a:lnTo>
                  <a:lnTo>
                    <a:pt x="9929" y="193470"/>
                  </a:lnTo>
                  <a:lnTo>
                    <a:pt x="2664" y="182694"/>
                  </a:lnTo>
                  <a:lnTo>
                    <a:pt x="0" y="169499"/>
                  </a:lnTo>
                  <a:lnTo>
                    <a:pt x="0" y="33900"/>
                  </a:lnTo>
                  <a:close/>
                </a:path>
              </a:pathLst>
            </a:custGeom>
            <a:ln w="5474">
              <a:solidFill>
                <a:srgbClr val="595959"/>
              </a:solidFill>
            </a:ln>
          </p:spPr>
          <p:txBody>
            <a:bodyPr wrap="square" lIns="0" tIns="0" rIns="0" bIns="0" rtlCol="0"/>
            <a:lstStyle/>
            <a:p>
              <a:endParaRPr sz="2400"/>
            </a:p>
          </p:txBody>
        </p:sp>
        <p:sp>
          <p:nvSpPr>
            <p:cNvPr id="8" name="object 8"/>
            <p:cNvSpPr/>
            <p:nvPr/>
          </p:nvSpPr>
          <p:spPr>
            <a:xfrm>
              <a:off x="2945074" y="2519745"/>
              <a:ext cx="246379" cy="1905"/>
            </a:xfrm>
            <a:custGeom>
              <a:avLst/>
              <a:gdLst/>
              <a:ahLst/>
              <a:cxnLst/>
              <a:rect l="l" t="t" r="r" b="b"/>
              <a:pathLst>
                <a:path w="246380" h="1905">
                  <a:moveTo>
                    <a:pt x="0" y="1703"/>
                  </a:moveTo>
                  <a:lnTo>
                    <a:pt x="245851" y="0"/>
                  </a:lnTo>
                </a:path>
              </a:pathLst>
            </a:custGeom>
            <a:ln w="9524">
              <a:solidFill>
                <a:srgbClr val="595959"/>
              </a:solidFill>
            </a:ln>
          </p:spPr>
          <p:txBody>
            <a:bodyPr wrap="square" lIns="0" tIns="0" rIns="0" bIns="0" rtlCol="0"/>
            <a:lstStyle/>
            <a:p>
              <a:endParaRPr sz="2400"/>
            </a:p>
          </p:txBody>
        </p:sp>
        <p:sp>
          <p:nvSpPr>
            <p:cNvPr id="9" name="object 9"/>
            <p:cNvSpPr/>
            <p:nvPr/>
          </p:nvSpPr>
          <p:spPr>
            <a:xfrm>
              <a:off x="3190817" y="2504013"/>
              <a:ext cx="43815" cy="31750"/>
            </a:xfrm>
            <a:custGeom>
              <a:avLst/>
              <a:gdLst/>
              <a:ahLst/>
              <a:cxnLst/>
              <a:rect l="l" t="t" r="r" b="b"/>
              <a:pathLst>
                <a:path w="43814" h="31750">
                  <a:moveTo>
                    <a:pt x="217" y="31464"/>
                  </a:moveTo>
                  <a:lnTo>
                    <a:pt x="0" y="0"/>
                  </a:lnTo>
                  <a:lnTo>
                    <a:pt x="43333" y="15432"/>
                  </a:lnTo>
                  <a:lnTo>
                    <a:pt x="217" y="31464"/>
                  </a:lnTo>
                  <a:close/>
                </a:path>
              </a:pathLst>
            </a:custGeom>
            <a:solidFill>
              <a:srgbClr val="595959"/>
            </a:solidFill>
          </p:spPr>
          <p:txBody>
            <a:bodyPr wrap="square" lIns="0" tIns="0" rIns="0" bIns="0" rtlCol="0"/>
            <a:lstStyle/>
            <a:p>
              <a:endParaRPr sz="2400"/>
            </a:p>
          </p:txBody>
        </p:sp>
        <p:sp>
          <p:nvSpPr>
            <p:cNvPr id="10" name="object 10"/>
            <p:cNvSpPr/>
            <p:nvPr/>
          </p:nvSpPr>
          <p:spPr>
            <a:xfrm>
              <a:off x="3190817" y="2504013"/>
              <a:ext cx="43815" cy="31750"/>
            </a:xfrm>
            <a:custGeom>
              <a:avLst/>
              <a:gdLst/>
              <a:ahLst/>
              <a:cxnLst/>
              <a:rect l="l" t="t" r="r" b="b"/>
              <a:pathLst>
                <a:path w="43814" h="31750">
                  <a:moveTo>
                    <a:pt x="217" y="31464"/>
                  </a:moveTo>
                  <a:lnTo>
                    <a:pt x="43333" y="15432"/>
                  </a:lnTo>
                  <a:lnTo>
                    <a:pt x="0" y="0"/>
                  </a:lnTo>
                  <a:lnTo>
                    <a:pt x="217" y="31464"/>
                  </a:lnTo>
                  <a:close/>
                </a:path>
              </a:pathLst>
            </a:custGeom>
            <a:ln w="9524">
              <a:solidFill>
                <a:srgbClr val="595959"/>
              </a:solidFill>
            </a:ln>
          </p:spPr>
          <p:txBody>
            <a:bodyPr wrap="square" lIns="0" tIns="0" rIns="0" bIns="0" rtlCol="0"/>
            <a:lstStyle/>
            <a:p>
              <a:endParaRPr sz="2400"/>
            </a:p>
          </p:txBody>
        </p:sp>
        <p:sp>
          <p:nvSpPr>
            <p:cNvPr id="11" name="object 11"/>
            <p:cNvSpPr/>
            <p:nvPr/>
          </p:nvSpPr>
          <p:spPr>
            <a:xfrm>
              <a:off x="1273948" y="2411499"/>
              <a:ext cx="532130" cy="220345"/>
            </a:xfrm>
            <a:custGeom>
              <a:avLst/>
              <a:gdLst/>
              <a:ahLst/>
              <a:cxnLst/>
              <a:rect l="l" t="t" r="r" b="b"/>
              <a:pathLst>
                <a:path w="532130" h="220344">
                  <a:moveTo>
                    <a:pt x="4952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close/>
                </a:path>
              </a:pathLst>
            </a:custGeom>
            <a:solidFill>
              <a:srgbClr val="E9F1F4"/>
            </a:solidFill>
          </p:spPr>
          <p:txBody>
            <a:bodyPr wrap="square" lIns="0" tIns="0" rIns="0" bIns="0" rtlCol="0"/>
            <a:lstStyle/>
            <a:p>
              <a:endParaRPr sz="2400"/>
            </a:p>
          </p:txBody>
        </p:sp>
        <p:sp>
          <p:nvSpPr>
            <p:cNvPr id="12" name="object 12"/>
            <p:cNvSpPr/>
            <p:nvPr/>
          </p:nvSpPr>
          <p:spPr>
            <a:xfrm>
              <a:off x="1273948" y="2411499"/>
              <a:ext cx="532130" cy="220345"/>
            </a:xfrm>
            <a:custGeom>
              <a:avLst/>
              <a:gdLst/>
              <a:ahLst/>
              <a:cxnLst/>
              <a:rect l="l" t="t" r="r" b="b"/>
              <a:pathLst>
                <a:path w="532130" h="220344">
                  <a:moveTo>
                    <a:pt x="0" y="36650"/>
                  </a:move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sp>
          <p:nvSpPr>
            <p:cNvPr id="13" name="object 13"/>
            <p:cNvSpPr/>
            <p:nvPr/>
          </p:nvSpPr>
          <p:spPr>
            <a:xfrm>
              <a:off x="1805975" y="2411499"/>
              <a:ext cx="607695" cy="220345"/>
            </a:xfrm>
            <a:custGeom>
              <a:avLst/>
              <a:gdLst/>
              <a:ahLst/>
              <a:cxnLst/>
              <a:rect l="l" t="t" r="r" b="b"/>
              <a:pathLst>
                <a:path w="607694" h="220344">
                  <a:moveTo>
                    <a:pt x="5705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570549" y="0"/>
                  </a:lnTo>
                  <a:lnTo>
                    <a:pt x="604410" y="22625"/>
                  </a:lnTo>
                  <a:lnTo>
                    <a:pt x="607199" y="36650"/>
                  </a:lnTo>
                  <a:lnTo>
                    <a:pt x="607199" y="183249"/>
                  </a:lnTo>
                  <a:lnTo>
                    <a:pt x="604319" y="197515"/>
                  </a:lnTo>
                  <a:lnTo>
                    <a:pt x="596465" y="209165"/>
                  </a:lnTo>
                  <a:lnTo>
                    <a:pt x="584815" y="217019"/>
                  </a:lnTo>
                  <a:lnTo>
                    <a:pt x="570549" y="219899"/>
                  </a:lnTo>
                  <a:close/>
                </a:path>
              </a:pathLst>
            </a:custGeom>
            <a:solidFill>
              <a:srgbClr val="E9F1F4"/>
            </a:solidFill>
          </p:spPr>
          <p:txBody>
            <a:bodyPr wrap="square" lIns="0" tIns="0" rIns="0" bIns="0" rtlCol="0"/>
            <a:lstStyle/>
            <a:p>
              <a:endParaRPr sz="2400"/>
            </a:p>
          </p:txBody>
        </p:sp>
        <p:sp>
          <p:nvSpPr>
            <p:cNvPr id="14" name="object 14"/>
            <p:cNvSpPr/>
            <p:nvPr/>
          </p:nvSpPr>
          <p:spPr>
            <a:xfrm>
              <a:off x="1805975" y="2411499"/>
              <a:ext cx="607695" cy="220345"/>
            </a:xfrm>
            <a:custGeom>
              <a:avLst/>
              <a:gdLst/>
              <a:ahLst/>
              <a:cxnLst/>
              <a:rect l="l" t="t" r="r" b="b"/>
              <a:pathLst>
                <a:path w="607694" h="220344">
                  <a:moveTo>
                    <a:pt x="0" y="36650"/>
                  </a:moveTo>
                  <a:lnTo>
                    <a:pt x="2880" y="22384"/>
                  </a:lnTo>
                  <a:lnTo>
                    <a:pt x="10734" y="10734"/>
                  </a:lnTo>
                  <a:lnTo>
                    <a:pt x="22384" y="2880"/>
                  </a:lnTo>
                  <a:lnTo>
                    <a:pt x="36650" y="0"/>
                  </a:lnTo>
                  <a:lnTo>
                    <a:pt x="570549" y="0"/>
                  </a:lnTo>
                  <a:lnTo>
                    <a:pt x="604410" y="22625"/>
                  </a:lnTo>
                  <a:lnTo>
                    <a:pt x="607199" y="36650"/>
                  </a:lnTo>
                  <a:lnTo>
                    <a:pt x="607199" y="183249"/>
                  </a:lnTo>
                  <a:lnTo>
                    <a:pt x="604319" y="197515"/>
                  </a:lnTo>
                  <a:lnTo>
                    <a:pt x="596465" y="209165"/>
                  </a:lnTo>
                  <a:lnTo>
                    <a:pt x="584815" y="217019"/>
                  </a:lnTo>
                  <a:lnTo>
                    <a:pt x="5705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sp>
          <p:nvSpPr>
            <p:cNvPr id="15" name="object 15"/>
            <p:cNvSpPr/>
            <p:nvPr/>
          </p:nvSpPr>
          <p:spPr>
            <a:xfrm>
              <a:off x="2413175" y="2411499"/>
              <a:ext cx="532130" cy="220345"/>
            </a:xfrm>
            <a:custGeom>
              <a:avLst/>
              <a:gdLst/>
              <a:ahLst/>
              <a:cxnLst/>
              <a:rect l="l" t="t" r="r" b="b"/>
              <a:pathLst>
                <a:path w="532130" h="220344">
                  <a:moveTo>
                    <a:pt x="4952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close/>
                </a:path>
              </a:pathLst>
            </a:custGeom>
            <a:solidFill>
              <a:srgbClr val="E9F1F4"/>
            </a:solidFill>
          </p:spPr>
          <p:txBody>
            <a:bodyPr wrap="square" lIns="0" tIns="0" rIns="0" bIns="0" rtlCol="0"/>
            <a:lstStyle/>
            <a:p>
              <a:endParaRPr sz="2400"/>
            </a:p>
          </p:txBody>
        </p:sp>
        <p:sp>
          <p:nvSpPr>
            <p:cNvPr id="16" name="object 16"/>
            <p:cNvSpPr/>
            <p:nvPr/>
          </p:nvSpPr>
          <p:spPr>
            <a:xfrm>
              <a:off x="2413175" y="2411499"/>
              <a:ext cx="532130" cy="220345"/>
            </a:xfrm>
            <a:custGeom>
              <a:avLst/>
              <a:gdLst/>
              <a:ahLst/>
              <a:cxnLst/>
              <a:rect l="l" t="t" r="r" b="b"/>
              <a:pathLst>
                <a:path w="532130" h="220344">
                  <a:moveTo>
                    <a:pt x="0" y="36650"/>
                  </a:move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sp>
          <p:nvSpPr>
            <p:cNvPr id="17" name="object 17"/>
            <p:cNvSpPr/>
            <p:nvPr/>
          </p:nvSpPr>
          <p:spPr>
            <a:xfrm>
              <a:off x="741925" y="2411499"/>
              <a:ext cx="532130" cy="220345"/>
            </a:xfrm>
            <a:custGeom>
              <a:avLst/>
              <a:gdLst/>
              <a:ahLst/>
              <a:cxnLst/>
              <a:rect l="l" t="t" r="r" b="b"/>
              <a:pathLst>
                <a:path w="532130" h="220344">
                  <a:moveTo>
                    <a:pt x="4952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close/>
                </a:path>
              </a:pathLst>
            </a:custGeom>
            <a:solidFill>
              <a:srgbClr val="E9F1F4"/>
            </a:solidFill>
          </p:spPr>
          <p:txBody>
            <a:bodyPr wrap="square" lIns="0" tIns="0" rIns="0" bIns="0" rtlCol="0"/>
            <a:lstStyle/>
            <a:p>
              <a:endParaRPr sz="2400"/>
            </a:p>
          </p:txBody>
        </p:sp>
        <p:sp>
          <p:nvSpPr>
            <p:cNvPr id="18" name="object 18"/>
            <p:cNvSpPr/>
            <p:nvPr/>
          </p:nvSpPr>
          <p:spPr>
            <a:xfrm>
              <a:off x="741925" y="2411499"/>
              <a:ext cx="532130" cy="220345"/>
            </a:xfrm>
            <a:custGeom>
              <a:avLst/>
              <a:gdLst/>
              <a:ahLst/>
              <a:cxnLst/>
              <a:rect l="l" t="t" r="r" b="b"/>
              <a:pathLst>
                <a:path w="532130" h="220344">
                  <a:moveTo>
                    <a:pt x="0" y="36650"/>
                  </a:move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grpSp>
      <p:sp>
        <p:nvSpPr>
          <p:cNvPr id="19" name="object 19"/>
          <p:cNvSpPr txBox="1"/>
          <p:nvPr/>
        </p:nvSpPr>
        <p:spPr>
          <a:xfrm>
            <a:off x="1832458" y="2821056"/>
            <a:ext cx="1094740" cy="263320"/>
          </a:xfrm>
          <a:prstGeom prst="rect">
            <a:avLst/>
          </a:prstGeom>
        </p:spPr>
        <p:txBody>
          <a:bodyPr vert="horz" wrap="square" lIns="0" tIns="16933" rIns="0" bIns="0" rtlCol="0">
            <a:spAutoFit/>
          </a:bodyPr>
          <a:lstStyle/>
          <a:p>
            <a:pPr marL="16933">
              <a:spcBef>
                <a:spcPts val="133"/>
              </a:spcBef>
            </a:pPr>
            <a:r>
              <a:rPr sz="1600" dirty="0">
                <a:latin typeface="Arial MT"/>
                <a:cs typeface="Arial MT"/>
              </a:rPr>
              <a:t>draft</a:t>
            </a:r>
            <a:r>
              <a:rPr sz="1600" spc="-33" dirty="0">
                <a:latin typeface="Arial MT"/>
                <a:cs typeface="Arial MT"/>
              </a:rPr>
              <a:t> </a:t>
            </a:r>
            <a:r>
              <a:rPr sz="1600" spc="-13" dirty="0">
                <a:latin typeface="Arial MT"/>
                <a:cs typeface="Arial MT"/>
              </a:rPr>
              <a:t>tokens</a:t>
            </a:r>
            <a:endParaRPr sz="1600">
              <a:latin typeface="Arial MT"/>
              <a:cs typeface="Arial MT"/>
            </a:endParaRPr>
          </a:p>
        </p:txBody>
      </p:sp>
      <p:sp>
        <p:nvSpPr>
          <p:cNvPr id="20" name="object 20"/>
          <p:cNvSpPr txBox="1"/>
          <p:nvPr/>
        </p:nvSpPr>
        <p:spPr>
          <a:xfrm>
            <a:off x="257352" y="2711071"/>
            <a:ext cx="3423073" cy="790024"/>
          </a:xfrm>
          <a:prstGeom prst="rect">
            <a:avLst/>
          </a:prstGeom>
        </p:spPr>
        <p:txBody>
          <a:bodyPr vert="horz" wrap="square" lIns="0" tIns="127000" rIns="0" bIns="0" rtlCol="0">
            <a:spAutoFit/>
          </a:bodyPr>
          <a:lstStyle/>
          <a:p>
            <a:pPr marL="16933">
              <a:spcBef>
                <a:spcPts val="1000"/>
              </a:spcBef>
            </a:pPr>
            <a:r>
              <a:rPr sz="1600" spc="-13" dirty="0">
                <a:latin typeface="Arial MT"/>
                <a:cs typeface="Arial MT"/>
              </a:rPr>
              <a:t>prompt</a:t>
            </a:r>
            <a:endParaRPr sz="1600">
              <a:latin typeface="Arial MT"/>
              <a:cs typeface="Arial MT"/>
            </a:endParaRPr>
          </a:p>
          <a:p>
            <a:pPr marL="298019">
              <a:spcBef>
                <a:spcPts val="1007"/>
              </a:spcBef>
              <a:tabLst>
                <a:tab pos="801773" algn="l"/>
                <a:tab pos="1770336" algn="l"/>
                <a:tab pos="2186885" algn="l"/>
                <a:tab pos="3223179" algn="l"/>
              </a:tabLst>
            </a:pPr>
            <a:r>
              <a:rPr sz="2400" spc="-1109" baseline="2314" dirty="0">
                <a:latin typeface="Lucida Sans Unicode"/>
                <a:cs typeface="Lucida Sans Unicode"/>
              </a:rPr>
              <a:t>…</a:t>
            </a:r>
            <a:r>
              <a:rPr sz="2400" baseline="2314" dirty="0">
                <a:latin typeface="Lucida Sans Unicode"/>
                <a:cs typeface="Lucida Sans Unicode"/>
              </a:rPr>
              <a:t>	</a:t>
            </a:r>
            <a:r>
              <a:rPr sz="1867" spc="-13" dirty="0">
                <a:latin typeface="Lucida Sans Unicode"/>
                <a:cs typeface="Lucida Sans Unicode"/>
              </a:rPr>
              <a:t>Paris</a:t>
            </a:r>
            <a:r>
              <a:rPr sz="1867" dirty="0">
                <a:latin typeface="Lucida Sans Unicode"/>
                <a:cs typeface="Lucida Sans Unicode"/>
              </a:rPr>
              <a:t>	</a:t>
            </a:r>
            <a:r>
              <a:rPr sz="1867" spc="-67" dirty="0">
                <a:latin typeface="Lucida Sans Unicode"/>
                <a:cs typeface="Lucida Sans Unicode"/>
              </a:rPr>
              <a:t>.</a:t>
            </a:r>
            <a:r>
              <a:rPr sz="1867" dirty="0">
                <a:latin typeface="Lucida Sans Unicode"/>
                <a:cs typeface="Lucida Sans Unicode"/>
              </a:rPr>
              <a:t>	</a:t>
            </a:r>
            <a:r>
              <a:rPr sz="1867" spc="60" dirty="0">
                <a:latin typeface="Lucida Sans Unicode"/>
                <a:cs typeface="Lucida Sans Unicode"/>
              </a:rPr>
              <a:t>Which</a:t>
            </a:r>
            <a:r>
              <a:rPr sz="1867" dirty="0">
                <a:latin typeface="Lucida Sans Unicode"/>
                <a:cs typeface="Lucida Sans Unicode"/>
              </a:rPr>
              <a:t>	</a:t>
            </a:r>
            <a:r>
              <a:rPr sz="1867" spc="-33" dirty="0">
                <a:latin typeface="Lucida Sans Unicode"/>
                <a:cs typeface="Lucida Sans Unicode"/>
              </a:rPr>
              <a:t>is</a:t>
            </a:r>
            <a:endParaRPr sz="1867">
              <a:latin typeface="Lucida Sans Unicode"/>
              <a:cs typeface="Lucida Sans Unicode"/>
            </a:endParaRPr>
          </a:p>
        </p:txBody>
      </p:sp>
      <p:grpSp>
        <p:nvGrpSpPr>
          <p:cNvPr id="21" name="object 21"/>
          <p:cNvGrpSpPr/>
          <p:nvPr/>
        </p:nvGrpSpPr>
        <p:grpSpPr>
          <a:xfrm>
            <a:off x="6353365" y="3710683"/>
            <a:ext cx="2642447" cy="306493"/>
            <a:chOff x="4765023" y="2783012"/>
            <a:chExt cx="1981835" cy="229870"/>
          </a:xfrm>
        </p:grpSpPr>
        <p:sp>
          <p:nvSpPr>
            <p:cNvPr id="22" name="object 22"/>
            <p:cNvSpPr/>
            <p:nvPr/>
          </p:nvSpPr>
          <p:spPr>
            <a:xfrm>
              <a:off x="4767880" y="2793467"/>
              <a:ext cx="302895" cy="203835"/>
            </a:xfrm>
            <a:custGeom>
              <a:avLst/>
              <a:gdLst/>
              <a:ahLst/>
              <a:cxnLst/>
              <a:rect l="l" t="t" r="r" b="b"/>
              <a:pathLst>
                <a:path w="302895" h="203835">
                  <a:moveTo>
                    <a:pt x="268799" y="203399"/>
                  </a:moveTo>
                  <a:lnTo>
                    <a:pt x="33900" y="203399"/>
                  </a:lnTo>
                  <a:lnTo>
                    <a:pt x="20705" y="200735"/>
                  </a:lnTo>
                  <a:lnTo>
                    <a:pt x="9929" y="193470"/>
                  </a:lnTo>
                  <a:lnTo>
                    <a:pt x="2664" y="182695"/>
                  </a:lnTo>
                  <a:lnTo>
                    <a:pt x="0" y="169499"/>
                  </a:lnTo>
                  <a:lnTo>
                    <a:pt x="0" y="33900"/>
                  </a:lnTo>
                  <a:lnTo>
                    <a:pt x="2664" y="20705"/>
                  </a:lnTo>
                  <a:lnTo>
                    <a:pt x="9929" y="9929"/>
                  </a:lnTo>
                  <a:lnTo>
                    <a:pt x="20705" y="2664"/>
                  </a:lnTo>
                  <a:lnTo>
                    <a:pt x="33900" y="0"/>
                  </a:lnTo>
                  <a:lnTo>
                    <a:pt x="268799" y="0"/>
                  </a:lnTo>
                  <a:lnTo>
                    <a:pt x="302042" y="27256"/>
                  </a:lnTo>
                  <a:lnTo>
                    <a:pt x="302699" y="33900"/>
                  </a:lnTo>
                  <a:lnTo>
                    <a:pt x="302699" y="169499"/>
                  </a:lnTo>
                  <a:lnTo>
                    <a:pt x="300035" y="182695"/>
                  </a:lnTo>
                  <a:lnTo>
                    <a:pt x="292770" y="193470"/>
                  </a:lnTo>
                  <a:lnTo>
                    <a:pt x="281995" y="200735"/>
                  </a:lnTo>
                  <a:lnTo>
                    <a:pt x="268799" y="203399"/>
                  </a:lnTo>
                  <a:close/>
                </a:path>
              </a:pathLst>
            </a:custGeom>
            <a:solidFill>
              <a:srgbClr val="FAADB3"/>
            </a:solidFill>
          </p:spPr>
          <p:txBody>
            <a:bodyPr wrap="square" lIns="0" tIns="0" rIns="0" bIns="0" rtlCol="0"/>
            <a:lstStyle/>
            <a:p>
              <a:endParaRPr sz="2400"/>
            </a:p>
          </p:txBody>
        </p:sp>
        <p:sp>
          <p:nvSpPr>
            <p:cNvPr id="23" name="object 23"/>
            <p:cNvSpPr/>
            <p:nvPr/>
          </p:nvSpPr>
          <p:spPr>
            <a:xfrm>
              <a:off x="4767880" y="2793467"/>
              <a:ext cx="302895" cy="203835"/>
            </a:xfrm>
            <a:custGeom>
              <a:avLst/>
              <a:gdLst/>
              <a:ahLst/>
              <a:cxnLst/>
              <a:rect l="l" t="t" r="r" b="b"/>
              <a:pathLst>
                <a:path w="302895" h="203835">
                  <a:moveTo>
                    <a:pt x="0" y="33900"/>
                  </a:moveTo>
                  <a:lnTo>
                    <a:pt x="2664" y="20705"/>
                  </a:lnTo>
                  <a:lnTo>
                    <a:pt x="9929" y="9929"/>
                  </a:lnTo>
                  <a:lnTo>
                    <a:pt x="20705" y="2664"/>
                  </a:lnTo>
                  <a:lnTo>
                    <a:pt x="33900" y="0"/>
                  </a:lnTo>
                  <a:lnTo>
                    <a:pt x="268799" y="0"/>
                  </a:lnTo>
                  <a:lnTo>
                    <a:pt x="302042" y="27256"/>
                  </a:lnTo>
                  <a:lnTo>
                    <a:pt x="302699" y="33900"/>
                  </a:lnTo>
                  <a:lnTo>
                    <a:pt x="302699" y="169499"/>
                  </a:lnTo>
                  <a:lnTo>
                    <a:pt x="300035" y="182695"/>
                  </a:lnTo>
                  <a:lnTo>
                    <a:pt x="292770" y="193470"/>
                  </a:lnTo>
                  <a:lnTo>
                    <a:pt x="281995" y="200735"/>
                  </a:lnTo>
                  <a:lnTo>
                    <a:pt x="268799" y="203399"/>
                  </a:lnTo>
                  <a:lnTo>
                    <a:pt x="33900" y="203399"/>
                  </a:lnTo>
                  <a:lnTo>
                    <a:pt x="20705" y="200735"/>
                  </a:lnTo>
                  <a:lnTo>
                    <a:pt x="9929" y="193470"/>
                  </a:lnTo>
                  <a:lnTo>
                    <a:pt x="2664" y="182695"/>
                  </a:lnTo>
                  <a:lnTo>
                    <a:pt x="0" y="169499"/>
                  </a:lnTo>
                  <a:lnTo>
                    <a:pt x="0" y="33900"/>
                  </a:lnTo>
                  <a:close/>
                </a:path>
              </a:pathLst>
            </a:custGeom>
            <a:ln w="5474">
              <a:solidFill>
                <a:srgbClr val="595959"/>
              </a:solidFill>
            </a:ln>
          </p:spPr>
          <p:txBody>
            <a:bodyPr wrap="square" lIns="0" tIns="0" rIns="0" bIns="0" rtlCol="0"/>
            <a:lstStyle/>
            <a:p>
              <a:endParaRPr sz="2400"/>
            </a:p>
          </p:txBody>
        </p:sp>
        <p:sp>
          <p:nvSpPr>
            <p:cNvPr id="24" name="object 24"/>
            <p:cNvSpPr/>
            <p:nvPr/>
          </p:nvSpPr>
          <p:spPr>
            <a:xfrm>
              <a:off x="5602597" y="2787774"/>
              <a:ext cx="532130" cy="220345"/>
            </a:xfrm>
            <a:custGeom>
              <a:avLst/>
              <a:gdLst/>
              <a:ahLst/>
              <a:cxnLst/>
              <a:rect l="l" t="t" r="r" b="b"/>
              <a:pathLst>
                <a:path w="532129" h="220344">
                  <a:moveTo>
                    <a:pt x="4952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close/>
                </a:path>
              </a:pathLst>
            </a:custGeom>
            <a:solidFill>
              <a:srgbClr val="E9F1F4"/>
            </a:solidFill>
          </p:spPr>
          <p:txBody>
            <a:bodyPr wrap="square" lIns="0" tIns="0" rIns="0" bIns="0" rtlCol="0"/>
            <a:lstStyle/>
            <a:p>
              <a:endParaRPr sz="2400"/>
            </a:p>
          </p:txBody>
        </p:sp>
        <p:sp>
          <p:nvSpPr>
            <p:cNvPr id="25" name="object 25"/>
            <p:cNvSpPr/>
            <p:nvPr/>
          </p:nvSpPr>
          <p:spPr>
            <a:xfrm>
              <a:off x="5602597" y="2787774"/>
              <a:ext cx="532130" cy="220345"/>
            </a:xfrm>
            <a:custGeom>
              <a:avLst/>
              <a:gdLst/>
              <a:ahLst/>
              <a:cxnLst/>
              <a:rect l="l" t="t" r="r" b="b"/>
              <a:pathLst>
                <a:path w="532129" h="220344">
                  <a:moveTo>
                    <a:pt x="0" y="36650"/>
                  </a:move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sp>
          <p:nvSpPr>
            <p:cNvPr id="26" name="object 26"/>
            <p:cNvSpPr/>
            <p:nvPr/>
          </p:nvSpPr>
          <p:spPr>
            <a:xfrm>
              <a:off x="6134624" y="2787774"/>
              <a:ext cx="607695" cy="220345"/>
            </a:xfrm>
            <a:custGeom>
              <a:avLst/>
              <a:gdLst/>
              <a:ahLst/>
              <a:cxnLst/>
              <a:rect l="l" t="t" r="r" b="b"/>
              <a:pathLst>
                <a:path w="607695" h="220344">
                  <a:moveTo>
                    <a:pt x="5705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570549" y="0"/>
                  </a:lnTo>
                  <a:lnTo>
                    <a:pt x="604410" y="22625"/>
                  </a:lnTo>
                  <a:lnTo>
                    <a:pt x="607199" y="36650"/>
                  </a:lnTo>
                  <a:lnTo>
                    <a:pt x="607199" y="183249"/>
                  </a:lnTo>
                  <a:lnTo>
                    <a:pt x="604319" y="197515"/>
                  </a:lnTo>
                  <a:lnTo>
                    <a:pt x="596465" y="209165"/>
                  </a:lnTo>
                  <a:lnTo>
                    <a:pt x="584815" y="217019"/>
                  </a:lnTo>
                  <a:lnTo>
                    <a:pt x="570549" y="219899"/>
                  </a:lnTo>
                  <a:close/>
                </a:path>
              </a:pathLst>
            </a:custGeom>
            <a:solidFill>
              <a:srgbClr val="E9F1F4"/>
            </a:solidFill>
          </p:spPr>
          <p:txBody>
            <a:bodyPr wrap="square" lIns="0" tIns="0" rIns="0" bIns="0" rtlCol="0"/>
            <a:lstStyle/>
            <a:p>
              <a:endParaRPr sz="2400"/>
            </a:p>
          </p:txBody>
        </p:sp>
        <p:sp>
          <p:nvSpPr>
            <p:cNvPr id="27" name="object 27"/>
            <p:cNvSpPr/>
            <p:nvPr/>
          </p:nvSpPr>
          <p:spPr>
            <a:xfrm>
              <a:off x="6134624" y="2787774"/>
              <a:ext cx="607695" cy="220345"/>
            </a:xfrm>
            <a:custGeom>
              <a:avLst/>
              <a:gdLst/>
              <a:ahLst/>
              <a:cxnLst/>
              <a:rect l="l" t="t" r="r" b="b"/>
              <a:pathLst>
                <a:path w="607695" h="220344">
                  <a:moveTo>
                    <a:pt x="0" y="36650"/>
                  </a:moveTo>
                  <a:lnTo>
                    <a:pt x="2880" y="22384"/>
                  </a:lnTo>
                  <a:lnTo>
                    <a:pt x="10734" y="10734"/>
                  </a:lnTo>
                  <a:lnTo>
                    <a:pt x="22384" y="2880"/>
                  </a:lnTo>
                  <a:lnTo>
                    <a:pt x="36650" y="0"/>
                  </a:lnTo>
                  <a:lnTo>
                    <a:pt x="570549" y="0"/>
                  </a:lnTo>
                  <a:lnTo>
                    <a:pt x="604410" y="22625"/>
                  </a:lnTo>
                  <a:lnTo>
                    <a:pt x="607199" y="36650"/>
                  </a:lnTo>
                  <a:lnTo>
                    <a:pt x="607199" y="183249"/>
                  </a:lnTo>
                  <a:lnTo>
                    <a:pt x="604319" y="197515"/>
                  </a:lnTo>
                  <a:lnTo>
                    <a:pt x="596465" y="209165"/>
                  </a:lnTo>
                  <a:lnTo>
                    <a:pt x="584815" y="217019"/>
                  </a:lnTo>
                  <a:lnTo>
                    <a:pt x="5705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sp>
          <p:nvSpPr>
            <p:cNvPr id="28" name="object 28"/>
            <p:cNvSpPr/>
            <p:nvPr/>
          </p:nvSpPr>
          <p:spPr>
            <a:xfrm>
              <a:off x="5070574" y="2787774"/>
              <a:ext cx="532130" cy="220345"/>
            </a:xfrm>
            <a:custGeom>
              <a:avLst/>
              <a:gdLst/>
              <a:ahLst/>
              <a:cxnLst/>
              <a:rect l="l" t="t" r="r" b="b"/>
              <a:pathLst>
                <a:path w="532129" h="220344">
                  <a:moveTo>
                    <a:pt x="4952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close/>
                </a:path>
              </a:pathLst>
            </a:custGeom>
            <a:solidFill>
              <a:srgbClr val="E9F1F4"/>
            </a:solidFill>
          </p:spPr>
          <p:txBody>
            <a:bodyPr wrap="square" lIns="0" tIns="0" rIns="0" bIns="0" rtlCol="0"/>
            <a:lstStyle/>
            <a:p>
              <a:endParaRPr sz="2400"/>
            </a:p>
          </p:txBody>
        </p:sp>
        <p:sp>
          <p:nvSpPr>
            <p:cNvPr id="29" name="object 29"/>
            <p:cNvSpPr/>
            <p:nvPr/>
          </p:nvSpPr>
          <p:spPr>
            <a:xfrm>
              <a:off x="5070574" y="2787774"/>
              <a:ext cx="532130" cy="220345"/>
            </a:xfrm>
            <a:custGeom>
              <a:avLst/>
              <a:gdLst/>
              <a:ahLst/>
              <a:cxnLst/>
              <a:rect l="l" t="t" r="r" b="b"/>
              <a:pathLst>
                <a:path w="532129" h="220344">
                  <a:moveTo>
                    <a:pt x="0" y="36650"/>
                  </a:move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grpSp>
      <p:grpSp>
        <p:nvGrpSpPr>
          <p:cNvPr id="30" name="object 30"/>
          <p:cNvGrpSpPr/>
          <p:nvPr/>
        </p:nvGrpSpPr>
        <p:grpSpPr>
          <a:xfrm>
            <a:off x="6353364" y="4193150"/>
            <a:ext cx="3357880" cy="306493"/>
            <a:chOff x="4765023" y="3144862"/>
            <a:chExt cx="2518410" cy="229870"/>
          </a:xfrm>
        </p:grpSpPr>
        <p:sp>
          <p:nvSpPr>
            <p:cNvPr id="31" name="object 31"/>
            <p:cNvSpPr/>
            <p:nvPr/>
          </p:nvSpPr>
          <p:spPr>
            <a:xfrm>
              <a:off x="4767880" y="3166117"/>
              <a:ext cx="302895" cy="203835"/>
            </a:xfrm>
            <a:custGeom>
              <a:avLst/>
              <a:gdLst/>
              <a:ahLst/>
              <a:cxnLst/>
              <a:rect l="l" t="t" r="r" b="b"/>
              <a:pathLst>
                <a:path w="302895" h="203835">
                  <a:moveTo>
                    <a:pt x="268799" y="203399"/>
                  </a:moveTo>
                  <a:lnTo>
                    <a:pt x="33900" y="203399"/>
                  </a:lnTo>
                  <a:lnTo>
                    <a:pt x="20705" y="200735"/>
                  </a:lnTo>
                  <a:lnTo>
                    <a:pt x="9929" y="193470"/>
                  </a:lnTo>
                  <a:lnTo>
                    <a:pt x="2664" y="182695"/>
                  </a:lnTo>
                  <a:lnTo>
                    <a:pt x="0" y="169499"/>
                  </a:lnTo>
                  <a:lnTo>
                    <a:pt x="0" y="33900"/>
                  </a:lnTo>
                  <a:lnTo>
                    <a:pt x="2664" y="20705"/>
                  </a:lnTo>
                  <a:lnTo>
                    <a:pt x="9929" y="9929"/>
                  </a:lnTo>
                  <a:lnTo>
                    <a:pt x="20705" y="2664"/>
                  </a:lnTo>
                  <a:lnTo>
                    <a:pt x="33900" y="0"/>
                  </a:lnTo>
                  <a:lnTo>
                    <a:pt x="268799" y="0"/>
                  </a:lnTo>
                  <a:lnTo>
                    <a:pt x="302042" y="27256"/>
                  </a:lnTo>
                  <a:lnTo>
                    <a:pt x="302699" y="33900"/>
                  </a:lnTo>
                  <a:lnTo>
                    <a:pt x="302699" y="169499"/>
                  </a:lnTo>
                  <a:lnTo>
                    <a:pt x="300035" y="182695"/>
                  </a:lnTo>
                  <a:lnTo>
                    <a:pt x="292770" y="193470"/>
                  </a:lnTo>
                  <a:lnTo>
                    <a:pt x="281995" y="200735"/>
                  </a:lnTo>
                  <a:lnTo>
                    <a:pt x="268799" y="203399"/>
                  </a:lnTo>
                  <a:close/>
                </a:path>
              </a:pathLst>
            </a:custGeom>
            <a:solidFill>
              <a:srgbClr val="FAADB3"/>
            </a:solidFill>
          </p:spPr>
          <p:txBody>
            <a:bodyPr wrap="square" lIns="0" tIns="0" rIns="0" bIns="0" rtlCol="0"/>
            <a:lstStyle/>
            <a:p>
              <a:endParaRPr sz="2400"/>
            </a:p>
          </p:txBody>
        </p:sp>
        <p:sp>
          <p:nvSpPr>
            <p:cNvPr id="32" name="object 32"/>
            <p:cNvSpPr/>
            <p:nvPr/>
          </p:nvSpPr>
          <p:spPr>
            <a:xfrm>
              <a:off x="4767880" y="3166117"/>
              <a:ext cx="302895" cy="203835"/>
            </a:xfrm>
            <a:custGeom>
              <a:avLst/>
              <a:gdLst/>
              <a:ahLst/>
              <a:cxnLst/>
              <a:rect l="l" t="t" r="r" b="b"/>
              <a:pathLst>
                <a:path w="302895" h="203835">
                  <a:moveTo>
                    <a:pt x="0" y="33900"/>
                  </a:moveTo>
                  <a:lnTo>
                    <a:pt x="2664" y="20705"/>
                  </a:lnTo>
                  <a:lnTo>
                    <a:pt x="9929" y="9929"/>
                  </a:lnTo>
                  <a:lnTo>
                    <a:pt x="20705" y="2664"/>
                  </a:lnTo>
                  <a:lnTo>
                    <a:pt x="33900" y="0"/>
                  </a:lnTo>
                  <a:lnTo>
                    <a:pt x="268799" y="0"/>
                  </a:lnTo>
                  <a:lnTo>
                    <a:pt x="302042" y="27256"/>
                  </a:lnTo>
                  <a:lnTo>
                    <a:pt x="302699" y="33900"/>
                  </a:lnTo>
                  <a:lnTo>
                    <a:pt x="302699" y="169499"/>
                  </a:lnTo>
                  <a:lnTo>
                    <a:pt x="300035" y="182695"/>
                  </a:lnTo>
                  <a:lnTo>
                    <a:pt x="292770" y="193470"/>
                  </a:lnTo>
                  <a:lnTo>
                    <a:pt x="281995" y="200735"/>
                  </a:lnTo>
                  <a:lnTo>
                    <a:pt x="268799" y="203399"/>
                  </a:lnTo>
                  <a:lnTo>
                    <a:pt x="33900" y="203399"/>
                  </a:lnTo>
                  <a:lnTo>
                    <a:pt x="20705" y="200735"/>
                  </a:lnTo>
                  <a:lnTo>
                    <a:pt x="9929" y="193470"/>
                  </a:lnTo>
                  <a:lnTo>
                    <a:pt x="2664" y="182695"/>
                  </a:lnTo>
                  <a:lnTo>
                    <a:pt x="0" y="169499"/>
                  </a:lnTo>
                  <a:lnTo>
                    <a:pt x="0" y="33900"/>
                  </a:lnTo>
                  <a:close/>
                </a:path>
              </a:pathLst>
            </a:custGeom>
            <a:ln w="5474">
              <a:solidFill>
                <a:srgbClr val="595959"/>
              </a:solidFill>
            </a:ln>
          </p:spPr>
          <p:txBody>
            <a:bodyPr wrap="square" lIns="0" tIns="0" rIns="0" bIns="0" rtlCol="0"/>
            <a:lstStyle/>
            <a:p>
              <a:endParaRPr sz="2400"/>
            </a:p>
          </p:txBody>
        </p:sp>
        <p:sp>
          <p:nvSpPr>
            <p:cNvPr id="33" name="object 33"/>
            <p:cNvSpPr/>
            <p:nvPr/>
          </p:nvSpPr>
          <p:spPr>
            <a:xfrm>
              <a:off x="5607322" y="3149624"/>
              <a:ext cx="532130" cy="220345"/>
            </a:xfrm>
            <a:custGeom>
              <a:avLst/>
              <a:gdLst/>
              <a:ahLst/>
              <a:cxnLst/>
              <a:rect l="l" t="t" r="r" b="b"/>
              <a:pathLst>
                <a:path w="532129" h="220345">
                  <a:moveTo>
                    <a:pt x="4952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close/>
                </a:path>
              </a:pathLst>
            </a:custGeom>
            <a:solidFill>
              <a:srgbClr val="E9F1F4"/>
            </a:solidFill>
          </p:spPr>
          <p:txBody>
            <a:bodyPr wrap="square" lIns="0" tIns="0" rIns="0" bIns="0" rtlCol="0"/>
            <a:lstStyle/>
            <a:p>
              <a:endParaRPr sz="2400"/>
            </a:p>
          </p:txBody>
        </p:sp>
        <p:sp>
          <p:nvSpPr>
            <p:cNvPr id="34" name="object 34"/>
            <p:cNvSpPr/>
            <p:nvPr/>
          </p:nvSpPr>
          <p:spPr>
            <a:xfrm>
              <a:off x="5607322" y="3149624"/>
              <a:ext cx="532130" cy="220345"/>
            </a:xfrm>
            <a:custGeom>
              <a:avLst/>
              <a:gdLst/>
              <a:ahLst/>
              <a:cxnLst/>
              <a:rect l="l" t="t" r="r" b="b"/>
              <a:pathLst>
                <a:path w="532129" h="220345">
                  <a:moveTo>
                    <a:pt x="0" y="36650"/>
                  </a:move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sp>
          <p:nvSpPr>
            <p:cNvPr id="35" name="object 35"/>
            <p:cNvSpPr/>
            <p:nvPr/>
          </p:nvSpPr>
          <p:spPr>
            <a:xfrm>
              <a:off x="6139349" y="3149624"/>
              <a:ext cx="607695" cy="220345"/>
            </a:xfrm>
            <a:custGeom>
              <a:avLst/>
              <a:gdLst/>
              <a:ahLst/>
              <a:cxnLst/>
              <a:rect l="l" t="t" r="r" b="b"/>
              <a:pathLst>
                <a:path w="607695" h="220345">
                  <a:moveTo>
                    <a:pt x="5705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570549" y="0"/>
                  </a:lnTo>
                  <a:lnTo>
                    <a:pt x="604410" y="22625"/>
                  </a:lnTo>
                  <a:lnTo>
                    <a:pt x="607199" y="36650"/>
                  </a:lnTo>
                  <a:lnTo>
                    <a:pt x="607199" y="183249"/>
                  </a:lnTo>
                  <a:lnTo>
                    <a:pt x="604319" y="197515"/>
                  </a:lnTo>
                  <a:lnTo>
                    <a:pt x="596465" y="209165"/>
                  </a:lnTo>
                  <a:lnTo>
                    <a:pt x="584815" y="217019"/>
                  </a:lnTo>
                  <a:lnTo>
                    <a:pt x="570549" y="219899"/>
                  </a:lnTo>
                  <a:close/>
                </a:path>
              </a:pathLst>
            </a:custGeom>
            <a:solidFill>
              <a:srgbClr val="E9F1F4"/>
            </a:solidFill>
          </p:spPr>
          <p:txBody>
            <a:bodyPr wrap="square" lIns="0" tIns="0" rIns="0" bIns="0" rtlCol="0"/>
            <a:lstStyle/>
            <a:p>
              <a:endParaRPr sz="2400"/>
            </a:p>
          </p:txBody>
        </p:sp>
        <p:sp>
          <p:nvSpPr>
            <p:cNvPr id="36" name="object 36"/>
            <p:cNvSpPr/>
            <p:nvPr/>
          </p:nvSpPr>
          <p:spPr>
            <a:xfrm>
              <a:off x="6139349" y="3149624"/>
              <a:ext cx="607695" cy="220345"/>
            </a:xfrm>
            <a:custGeom>
              <a:avLst/>
              <a:gdLst/>
              <a:ahLst/>
              <a:cxnLst/>
              <a:rect l="l" t="t" r="r" b="b"/>
              <a:pathLst>
                <a:path w="607695" h="220345">
                  <a:moveTo>
                    <a:pt x="0" y="36650"/>
                  </a:moveTo>
                  <a:lnTo>
                    <a:pt x="2880" y="22384"/>
                  </a:lnTo>
                  <a:lnTo>
                    <a:pt x="10734" y="10734"/>
                  </a:lnTo>
                  <a:lnTo>
                    <a:pt x="22384" y="2880"/>
                  </a:lnTo>
                  <a:lnTo>
                    <a:pt x="36650" y="0"/>
                  </a:lnTo>
                  <a:lnTo>
                    <a:pt x="570549" y="0"/>
                  </a:lnTo>
                  <a:lnTo>
                    <a:pt x="604410" y="22625"/>
                  </a:lnTo>
                  <a:lnTo>
                    <a:pt x="607199" y="36650"/>
                  </a:lnTo>
                  <a:lnTo>
                    <a:pt x="607199" y="183249"/>
                  </a:lnTo>
                  <a:lnTo>
                    <a:pt x="604319" y="197515"/>
                  </a:lnTo>
                  <a:lnTo>
                    <a:pt x="596465" y="209165"/>
                  </a:lnTo>
                  <a:lnTo>
                    <a:pt x="584815" y="217019"/>
                  </a:lnTo>
                  <a:lnTo>
                    <a:pt x="5705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sp>
          <p:nvSpPr>
            <p:cNvPr id="37" name="object 37"/>
            <p:cNvSpPr/>
            <p:nvPr/>
          </p:nvSpPr>
          <p:spPr>
            <a:xfrm>
              <a:off x="6746549" y="3149624"/>
              <a:ext cx="532130" cy="220345"/>
            </a:xfrm>
            <a:custGeom>
              <a:avLst/>
              <a:gdLst/>
              <a:ahLst/>
              <a:cxnLst/>
              <a:rect l="l" t="t" r="r" b="b"/>
              <a:pathLst>
                <a:path w="532129" h="220345">
                  <a:moveTo>
                    <a:pt x="4952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close/>
                </a:path>
              </a:pathLst>
            </a:custGeom>
            <a:solidFill>
              <a:srgbClr val="E9F1F4"/>
            </a:solidFill>
          </p:spPr>
          <p:txBody>
            <a:bodyPr wrap="square" lIns="0" tIns="0" rIns="0" bIns="0" rtlCol="0"/>
            <a:lstStyle/>
            <a:p>
              <a:endParaRPr sz="2400"/>
            </a:p>
          </p:txBody>
        </p:sp>
        <p:sp>
          <p:nvSpPr>
            <p:cNvPr id="38" name="object 38"/>
            <p:cNvSpPr/>
            <p:nvPr/>
          </p:nvSpPr>
          <p:spPr>
            <a:xfrm>
              <a:off x="6746549" y="3149624"/>
              <a:ext cx="532130" cy="220345"/>
            </a:xfrm>
            <a:custGeom>
              <a:avLst/>
              <a:gdLst/>
              <a:ahLst/>
              <a:cxnLst/>
              <a:rect l="l" t="t" r="r" b="b"/>
              <a:pathLst>
                <a:path w="532129" h="220345">
                  <a:moveTo>
                    <a:pt x="0" y="36650"/>
                  </a:move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grpSp>
      <p:grpSp>
        <p:nvGrpSpPr>
          <p:cNvPr id="39" name="object 39"/>
          <p:cNvGrpSpPr/>
          <p:nvPr/>
        </p:nvGrpSpPr>
        <p:grpSpPr>
          <a:xfrm>
            <a:off x="5880440" y="3206217"/>
            <a:ext cx="3730413" cy="311572"/>
            <a:chOff x="4410330" y="2404662"/>
            <a:chExt cx="2797810" cy="233679"/>
          </a:xfrm>
        </p:grpSpPr>
        <p:sp>
          <p:nvSpPr>
            <p:cNvPr id="40" name="object 40"/>
            <p:cNvSpPr/>
            <p:nvPr/>
          </p:nvSpPr>
          <p:spPr>
            <a:xfrm>
              <a:off x="4415092" y="2519375"/>
              <a:ext cx="295910" cy="2540"/>
            </a:xfrm>
            <a:custGeom>
              <a:avLst/>
              <a:gdLst/>
              <a:ahLst/>
              <a:cxnLst/>
              <a:rect l="l" t="t" r="r" b="b"/>
              <a:pathLst>
                <a:path w="295910" h="2539">
                  <a:moveTo>
                    <a:pt x="0" y="0"/>
                  </a:moveTo>
                  <a:lnTo>
                    <a:pt x="295651" y="2513"/>
                  </a:lnTo>
                </a:path>
              </a:pathLst>
            </a:custGeom>
            <a:ln w="9524">
              <a:solidFill>
                <a:srgbClr val="595959"/>
              </a:solidFill>
            </a:ln>
          </p:spPr>
          <p:txBody>
            <a:bodyPr wrap="square" lIns="0" tIns="0" rIns="0" bIns="0" rtlCol="0"/>
            <a:lstStyle/>
            <a:p>
              <a:endParaRPr sz="2400"/>
            </a:p>
          </p:txBody>
        </p:sp>
        <p:sp>
          <p:nvSpPr>
            <p:cNvPr id="41" name="object 41"/>
            <p:cNvSpPr/>
            <p:nvPr/>
          </p:nvSpPr>
          <p:spPr>
            <a:xfrm>
              <a:off x="4710611" y="2506156"/>
              <a:ext cx="43815" cy="31750"/>
            </a:xfrm>
            <a:custGeom>
              <a:avLst/>
              <a:gdLst/>
              <a:ahLst/>
              <a:cxnLst/>
              <a:rect l="l" t="t" r="r" b="b"/>
              <a:pathLst>
                <a:path w="43814" h="31750">
                  <a:moveTo>
                    <a:pt x="0" y="31464"/>
                  </a:moveTo>
                  <a:lnTo>
                    <a:pt x="267" y="0"/>
                  </a:lnTo>
                  <a:lnTo>
                    <a:pt x="43357" y="16099"/>
                  </a:lnTo>
                  <a:lnTo>
                    <a:pt x="0" y="31464"/>
                  </a:lnTo>
                  <a:close/>
                </a:path>
              </a:pathLst>
            </a:custGeom>
            <a:solidFill>
              <a:srgbClr val="595959"/>
            </a:solidFill>
          </p:spPr>
          <p:txBody>
            <a:bodyPr wrap="square" lIns="0" tIns="0" rIns="0" bIns="0" rtlCol="0"/>
            <a:lstStyle/>
            <a:p>
              <a:endParaRPr sz="2400"/>
            </a:p>
          </p:txBody>
        </p:sp>
        <p:sp>
          <p:nvSpPr>
            <p:cNvPr id="42" name="object 42"/>
            <p:cNvSpPr/>
            <p:nvPr/>
          </p:nvSpPr>
          <p:spPr>
            <a:xfrm>
              <a:off x="4710611" y="2506156"/>
              <a:ext cx="43815" cy="31750"/>
            </a:xfrm>
            <a:custGeom>
              <a:avLst/>
              <a:gdLst/>
              <a:ahLst/>
              <a:cxnLst/>
              <a:rect l="l" t="t" r="r" b="b"/>
              <a:pathLst>
                <a:path w="43814" h="31750">
                  <a:moveTo>
                    <a:pt x="0" y="31464"/>
                  </a:moveTo>
                  <a:lnTo>
                    <a:pt x="43357" y="16099"/>
                  </a:lnTo>
                  <a:lnTo>
                    <a:pt x="267" y="0"/>
                  </a:lnTo>
                  <a:lnTo>
                    <a:pt x="0" y="31464"/>
                  </a:lnTo>
                  <a:close/>
                </a:path>
              </a:pathLst>
            </a:custGeom>
            <a:ln w="9524">
              <a:solidFill>
                <a:srgbClr val="595959"/>
              </a:solidFill>
            </a:ln>
          </p:spPr>
          <p:txBody>
            <a:bodyPr wrap="square" lIns="0" tIns="0" rIns="0" bIns="0" rtlCol="0"/>
            <a:lstStyle/>
            <a:p>
              <a:endParaRPr sz="2400"/>
            </a:p>
          </p:txBody>
        </p:sp>
        <p:sp>
          <p:nvSpPr>
            <p:cNvPr id="43" name="object 43"/>
            <p:cNvSpPr/>
            <p:nvPr/>
          </p:nvSpPr>
          <p:spPr>
            <a:xfrm>
              <a:off x="4767880" y="2420817"/>
              <a:ext cx="302895" cy="203835"/>
            </a:xfrm>
            <a:custGeom>
              <a:avLst/>
              <a:gdLst/>
              <a:ahLst/>
              <a:cxnLst/>
              <a:rect l="l" t="t" r="r" b="b"/>
              <a:pathLst>
                <a:path w="302895" h="203835">
                  <a:moveTo>
                    <a:pt x="268799" y="203399"/>
                  </a:moveTo>
                  <a:lnTo>
                    <a:pt x="33900" y="203399"/>
                  </a:lnTo>
                  <a:lnTo>
                    <a:pt x="20705" y="200735"/>
                  </a:lnTo>
                  <a:lnTo>
                    <a:pt x="9929" y="193470"/>
                  </a:lnTo>
                  <a:lnTo>
                    <a:pt x="2664" y="182695"/>
                  </a:lnTo>
                  <a:lnTo>
                    <a:pt x="0" y="169499"/>
                  </a:lnTo>
                  <a:lnTo>
                    <a:pt x="0" y="33900"/>
                  </a:lnTo>
                  <a:lnTo>
                    <a:pt x="2664" y="20705"/>
                  </a:lnTo>
                  <a:lnTo>
                    <a:pt x="9929" y="9929"/>
                  </a:lnTo>
                  <a:lnTo>
                    <a:pt x="20705" y="2664"/>
                  </a:lnTo>
                  <a:lnTo>
                    <a:pt x="33900" y="0"/>
                  </a:lnTo>
                  <a:lnTo>
                    <a:pt x="268799" y="0"/>
                  </a:lnTo>
                  <a:lnTo>
                    <a:pt x="302042" y="27256"/>
                  </a:lnTo>
                  <a:lnTo>
                    <a:pt x="302699" y="33900"/>
                  </a:lnTo>
                  <a:lnTo>
                    <a:pt x="302699" y="169499"/>
                  </a:lnTo>
                  <a:lnTo>
                    <a:pt x="300035" y="182695"/>
                  </a:lnTo>
                  <a:lnTo>
                    <a:pt x="292770" y="193470"/>
                  </a:lnTo>
                  <a:lnTo>
                    <a:pt x="281995" y="200735"/>
                  </a:lnTo>
                  <a:lnTo>
                    <a:pt x="268799" y="203399"/>
                  </a:lnTo>
                  <a:close/>
                </a:path>
              </a:pathLst>
            </a:custGeom>
            <a:solidFill>
              <a:srgbClr val="FAADB3"/>
            </a:solidFill>
          </p:spPr>
          <p:txBody>
            <a:bodyPr wrap="square" lIns="0" tIns="0" rIns="0" bIns="0" rtlCol="0"/>
            <a:lstStyle/>
            <a:p>
              <a:endParaRPr sz="2400"/>
            </a:p>
          </p:txBody>
        </p:sp>
        <p:sp>
          <p:nvSpPr>
            <p:cNvPr id="44" name="object 44"/>
            <p:cNvSpPr/>
            <p:nvPr/>
          </p:nvSpPr>
          <p:spPr>
            <a:xfrm>
              <a:off x="4767880" y="2420817"/>
              <a:ext cx="302895" cy="203835"/>
            </a:xfrm>
            <a:custGeom>
              <a:avLst/>
              <a:gdLst/>
              <a:ahLst/>
              <a:cxnLst/>
              <a:rect l="l" t="t" r="r" b="b"/>
              <a:pathLst>
                <a:path w="302895" h="203835">
                  <a:moveTo>
                    <a:pt x="0" y="33900"/>
                  </a:moveTo>
                  <a:lnTo>
                    <a:pt x="2664" y="20705"/>
                  </a:lnTo>
                  <a:lnTo>
                    <a:pt x="9929" y="9929"/>
                  </a:lnTo>
                  <a:lnTo>
                    <a:pt x="20705" y="2664"/>
                  </a:lnTo>
                  <a:lnTo>
                    <a:pt x="33900" y="0"/>
                  </a:lnTo>
                  <a:lnTo>
                    <a:pt x="268799" y="0"/>
                  </a:lnTo>
                  <a:lnTo>
                    <a:pt x="302042" y="27256"/>
                  </a:lnTo>
                  <a:lnTo>
                    <a:pt x="302699" y="33900"/>
                  </a:lnTo>
                  <a:lnTo>
                    <a:pt x="302699" y="169499"/>
                  </a:lnTo>
                  <a:lnTo>
                    <a:pt x="300035" y="182695"/>
                  </a:lnTo>
                  <a:lnTo>
                    <a:pt x="292770" y="193470"/>
                  </a:lnTo>
                  <a:lnTo>
                    <a:pt x="281995" y="200735"/>
                  </a:lnTo>
                  <a:lnTo>
                    <a:pt x="268799" y="203399"/>
                  </a:lnTo>
                  <a:lnTo>
                    <a:pt x="33900" y="203399"/>
                  </a:lnTo>
                  <a:lnTo>
                    <a:pt x="20705" y="200735"/>
                  </a:lnTo>
                  <a:lnTo>
                    <a:pt x="9929" y="193470"/>
                  </a:lnTo>
                  <a:lnTo>
                    <a:pt x="2664" y="182695"/>
                  </a:lnTo>
                  <a:lnTo>
                    <a:pt x="0" y="169499"/>
                  </a:lnTo>
                  <a:lnTo>
                    <a:pt x="0" y="33900"/>
                  </a:lnTo>
                  <a:close/>
                </a:path>
              </a:pathLst>
            </a:custGeom>
            <a:ln w="5474">
              <a:solidFill>
                <a:srgbClr val="595959"/>
              </a:solidFill>
            </a:ln>
          </p:spPr>
          <p:txBody>
            <a:bodyPr wrap="square" lIns="0" tIns="0" rIns="0" bIns="0" rtlCol="0"/>
            <a:lstStyle/>
            <a:p>
              <a:endParaRPr sz="2400"/>
            </a:p>
          </p:txBody>
        </p:sp>
        <p:sp>
          <p:nvSpPr>
            <p:cNvPr id="45" name="object 45"/>
            <p:cNvSpPr/>
            <p:nvPr/>
          </p:nvSpPr>
          <p:spPr>
            <a:xfrm>
              <a:off x="5607322" y="2409425"/>
              <a:ext cx="532130" cy="220345"/>
            </a:xfrm>
            <a:custGeom>
              <a:avLst/>
              <a:gdLst/>
              <a:ahLst/>
              <a:cxnLst/>
              <a:rect l="l" t="t" r="r" b="b"/>
              <a:pathLst>
                <a:path w="532129" h="220344">
                  <a:moveTo>
                    <a:pt x="4952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close/>
                </a:path>
              </a:pathLst>
            </a:custGeom>
            <a:solidFill>
              <a:srgbClr val="E9F1F4"/>
            </a:solidFill>
          </p:spPr>
          <p:txBody>
            <a:bodyPr wrap="square" lIns="0" tIns="0" rIns="0" bIns="0" rtlCol="0"/>
            <a:lstStyle/>
            <a:p>
              <a:endParaRPr sz="2400"/>
            </a:p>
          </p:txBody>
        </p:sp>
        <p:sp>
          <p:nvSpPr>
            <p:cNvPr id="46" name="object 46"/>
            <p:cNvSpPr/>
            <p:nvPr/>
          </p:nvSpPr>
          <p:spPr>
            <a:xfrm>
              <a:off x="5607322" y="2409425"/>
              <a:ext cx="532130" cy="220345"/>
            </a:xfrm>
            <a:custGeom>
              <a:avLst/>
              <a:gdLst/>
              <a:ahLst/>
              <a:cxnLst/>
              <a:rect l="l" t="t" r="r" b="b"/>
              <a:pathLst>
                <a:path w="532129" h="220344">
                  <a:moveTo>
                    <a:pt x="0" y="36650"/>
                  </a:move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sp>
          <p:nvSpPr>
            <p:cNvPr id="47" name="object 47"/>
            <p:cNvSpPr/>
            <p:nvPr/>
          </p:nvSpPr>
          <p:spPr>
            <a:xfrm>
              <a:off x="5075299" y="2409425"/>
              <a:ext cx="532130" cy="220345"/>
            </a:xfrm>
            <a:custGeom>
              <a:avLst/>
              <a:gdLst/>
              <a:ahLst/>
              <a:cxnLst/>
              <a:rect l="l" t="t" r="r" b="b"/>
              <a:pathLst>
                <a:path w="532129" h="220344">
                  <a:moveTo>
                    <a:pt x="4952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close/>
                </a:path>
              </a:pathLst>
            </a:custGeom>
            <a:solidFill>
              <a:srgbClr val="E9F1F4"/>
            </a:solidFill>
          </p:spPr>
          <p:txBody>
            <a:bodyPr wrap="square" lIns="0" tIns="0" rIns="0" bIns="0" rtlCol="0"/>
            <a:lstStyle/>
            <a:p>
              <a:endParaRPr sz="2400"/>
            </a:p>
          </p:txBody>
        </p:sp>
        <p:sp>
          <p:nvSpPr>
            <p:cNvPr id="48" name="object 48"/>
            <p:cNvSpPr/>
            <p:nvPr/>
          </p:nvSpPr>
          <p:spPr>
            <a:xfrm>
              <a:off x="5075299" y="2409425"/>
              <a:ext cx="532130" cy="220345"/>
            </a:xfrm>
            <a:custGeom>
              <a:avLst/>
              <a:gdLst/>
              <a:ahLst/>
              <a:cxnLst/>
              <a:rect l="l" t="t" r="r" b="b"/>
              <a:pathLst>
                <a:path w="532129" h="220344">
                  <a:moveTo>
                    <a:pt x="0" y="36650"/>
                  </a:move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sp>
          <p:nvSpPr>
            <p:cNvPr id="49" name="object 49"/>
            <p:cNvSpPr/>
            <p:nvPr/>
          </p:nvSpPr>
          <p:spPr>
            <a:xfrm>
              <a:off x="6551749" y="2584671"/>
              <a:ext cx="91440" cy="42545"/>
            </a:xfrm>
            <a:custGeom>
              <a:avLst/>
              <a:gdLst/>
              <a:ahLst/>
              <a:cxnLst/>
              <a:rect l="l" t="t" r="r" b="b"/>
              <a:pathLst>
                <a:path w="91440" h="42544">
                  <a:moveTo>
                    <a:pt x="90899" y="42299"/>
                  </a:moveTo>
                  <a:lnTo>
                    <a:pt x="0" y="42299"/>
                  </a:lnTo>
                  <a:lnTo>
                    <a:pt x="0" y="0"/>
                  </a:lnTo>
                  <a:lnTo>
                    <a:pt x="90899" y="0"/>
                  </a:lnTo>
                  <a:lnTo>
                    <a:pt x="90899" y="42299"/>
                  </a:lnTo>
                  <a:close/>
                </a:path>
              </a:pathLst>
            </a:custGeom>
            <a:solidFill>
              <a:srgbClr val="DAF7FF"/>
            </a:solidFill>
          </p:spPr>
          <p:txBody>
            <a:bodyPr wrap="square" lIns="0" tIns="0" rIns="0" bIns="0" rtlCol="0"/>
            <a:lstStyle/>
            <a:p>
              <a:endParaRPr sz="2400"/>
            </a:p>
          </p:txBody>
        </p:sp>
        <p:sp>
          <p:nvSpPr>
            <p:cNvPr id="50" name="object 50"/>
            <p:cNvSpPr/>
            <p:nvPr/>
          </p:nvSpPr>
          <p:spPr>
            <a:xfrm>
              <a:off x="6551749" y="2584671"/>
              <a:ext cx="91440" cy="42545"/>
            </a:xfrm>
            <a:custGeom>
              <a:avLst/>
              <a:gdLst/>
              <a:ahLst/>
              <a:cxnLst/>
              <a:rect l="l" t="t" r="r" b="b"/>
              <a:pathLst>
                <a:path w="91440" h="42544">
                  <a:moveTo>
                    <a:pt x="0" y="0"/>
                  </a:moveTo>
                  <a:lnTo>
                    <a:pt x="90899" y="0"/>
                  </a:lnTo>
                  <a:lnTo>
                    <a:pt x="90899" y="42299"/>
                  </a:lnTo>
                  <a:lnTo>
                    <a:pt x="0" y="42299"/>
                  </a:lnTo>
                  <a:lnTo>
                    <a:pt x="0" y="0"/>
                  </a:lnTo>
                  <a:close/>
                </a:path>
              </a:pathLst>
            </a:custGeom>
            <a:ln w="3175">
              <a:solidFill>
                <a:srgbClr val="237A94"/>
              </a:solidFill>
            </a:ln>
          </p:spPr>
          <p:txBody>
            <a:bodyPr wrap="square" lIns="0" tIns="0" rIns="0" bIns="0" rtlCol="0"/>
            <a:lstStyle/>
            <a:p>
              <a:endParaRPr sz="2400"/>
            </a:p>
          </p:txBody>
        </p:sp>
        <p:sp>
          <p:nvSpPr>
            <p:cNvPr id="51" name="object 51"/>
            <p:cNvSpPr/>
            <p:nvPr/>
          </p:nvSpPr>
          <p:spPr>
            <a:xfrm>
              <a:off x="6324324" y="2519371"/>
              <a:ext cx="91440" cy="107314"/>
            </a:xfrm>
            <a:custGeom>
              <a:avLst/>
              <a:gdLst/>
              <a:ahLst/>
              <a:cxnLst/>
              <a:rect l="l" t="t" r="r" b="b"/>
              <a:pathLst>
                <a:path w="91439" h="107314">
                  <a:moveTo>
                    <a:pt x="90899" y="106799"/>
                  </a:moveTo>
                  <a:lnTo>
                    <a:pt x="0" y="106799"/>
                  </a:lnTo>
                  <a:lnTo>
                    <a:pt x="0" y="0"/>
                  </a:lnTo>
                  <a:lnTo>
                    <a:pt x="90899" y="0"/>
                  </a:lnTo>
                  <a:lnTo>
                    <a:pt x="90899" y="106799"/>
                  </a:lnTo>
                  <a:close/>
                </a:path>
              </a:pathLst>
            </a:custGeom>
            <a:solidFill>
              <a:srgbClr val="DAF7FF"/>
            </a:solidFill>
          </p:spPr>
          <p:txBody>
            <a:bodyPr wrap="square" lIns="0" tIns="0" rIns="0" bIns="0" rtlCol="0"/>
            <a:lstStyle/>
            <a:p>
              <a:endParaRPr sz="2400"/>
            </a:p>
          </p:txBody>
        </p:sp>
        <p:sp>
          <p:nvSpPr>
            <p:cNvPr id="52" name="object 52"/>
            <p:cNvSpPr/>
            <p:nvPr/>
          </p:nvSpPr>
          <p:spPr>
            <a:xfrm>
              <a:off x="6324324" y="2519371"/>
              <a:ext cx="91440" cy="107314"/>
            </a:xfrm>
            <a:custGeom>
              <a:avLst/>
              <a:gdLst/>
              <a:ahLst/>
              <a:cxnLst/>
              <a:rect l="l" t="t" r="r" b="b"/>
              <a:pathLst>
                <a:path w="91439" h="107314">
                  <a:moveTo>
                    <a:pt x="0" y="0"/>
                  </a:moveTo>
                  <a:lnTo>
                    <a:pt x="90899" y="0"/>
                  </a:lnTo>
                  <a:lnTo>
                    <a:pt x="90899" y="106799"/>
                  </a:lnTo>
                  <a:lnTo>
                    <a:pt x="0" y="106799"/>
                  </a:lnTo>
                  <a:lnTo>
                    <a:pt x="0" y="0"/>
                  </a:lnTo>
                  <a:close/>
                </a:path>
              </a:pathLst>
            </a:custGeom>
            <a:ln w="3175">
              <a:solidFill>
                <a:srgbClr val="237A94"/>
              </a:solidFill>
            </a:ln>
          </p:spPr>
          <p:txBody>
            <a:bodyPr wrap="square" lIns="0" tIns="0" rIns="0" bIns="0" rtlCol="0"/>
            <a:lstStyle/>
            <a:p>
              <a:endParaRPr sz="2400"/>
            </a:p>
          </p:txBody>
        </p:sp>
        <p:sp>
          <p:nvSpPr>
            <p:cNvPr id="53" name="object 53"/>
            <p:cNvSpPr/>
            <p:nvPr/>
          </p:nvSpPr>
          <p:spPr>
            <a:xfrm>
              <a:off x="6438049" y="2532672"/>
              <a:ext cx="91440" cy="93980"/>
            </a:xfrm>
            <a:custGeom>
              <a:avLst/>
              <a:gdLst/>
              <a:ahLst/>
              <a:cxnLst/>
              <a:rect l="l" t="t" r="r" b="b"/>
              <a:pathLst>
                <a:path w="91440" h="93980">
                  <a:moveTo>
                    <a:pt x="90899" y="93599"/>
                  </a:moveTo>
                  <a:lnTo>
                    <a:pt x="0" y="93599"/>
                  </a:lnTo>
                  <a:lnTo>
                    <a:pt x="0" y="0"/>
                  </a:lnTo>
                  <a:lnTo>
                    <a:pt x="90899" y="0"/>
                  </a:lnTo>
                  <a:lnTo>
                    <a:pt x="90899" y="93599"/>
                  </a:lnTo>
                  <a:close/>
                </a:path>
              </a:pathLst>
            </a:custGeom>
            <a:solidFill>
              <a:srgbClr val="DAF7FF"/>
            </a:solidFill>
          </p:spPr>
          <p:txBody>
            <a:bodyPr wrap="square" lIns="0" tIns="0" rIns="0" bIns="0" rtlCol="0"/>
            <a:lstStyle/>
            <a:p>
              <a:endParaRPr sz="2400"/>
            </a:p>
          </p:txBody>
        </p:sp>
        <p:sp>
          <p:nvSpPr>
            <p:cNvPr id="54" name="object 54"/>
            <p:cNvSpPr/>
            <p:nvPr/>
          </p:nvSpPr>
          <p:spPr>
            <a:xfrm>
              <a:off x="6438049" y="2532672"/>
              <a:ext cx="91440" cy="93980"/>
            </a:xfrm>
            <a:custGeom>
              <a:avLst/>
              <a:gdLst/>
              <a:ahLst/>
              <a:cxnLst/>
              <a:rect l="l" t="t" r="r" b="b"/>
              <a:pathLst>
                <a:path w="91440" h="93980">
                  <a:moveTo>
                    <a:pt x="0" y="0"/>
                  </a:moveTo>
                  <a:lnTo>
                    <a:pt x="90899" y="0"/>
                  </a:lnTo>
                  <a:lnTo>
                    <a:pt x="90899" y="93599"/>
                  </a:lnTo>
                  <a:lnTo>
                    <a:pt x="0" y="93599"/>
                  </a:lnTo>
                  <a:lnTo>
                    <a:pt x="0" y="0"/>
                  </a:lnTo>
                  <a:close/>
                </a:path>
              </a:pathLst>
            </a:custGeom>
            <a:ln w="3175">
              <a:solidFill>
                <a:srgbClr val="237A94"/>
              </a:solidFill>
            </a:ln>
          </p:spPr>
          <p:txBody>
            <a:bodyPr wrap="square" lIns="0" tIns="0" rIns="0" bIns="0" rtlCol="0"/>
            <a:lstStyle/>
            <a:p>
              <a:endParaRPr sz="2400"/>
            </a:p>
          </p:txBody>
        </p:sp>
        <p:sp>
          <p:nvSpPr>
            <p:cNvPr id="55" name="object 55"/>
            <p:cNvSpPr/>
            <p:nvPr/>
          </p:nvSpPr>
          <p:spPr>
            <a:xfrm>
              <a:off x="6210599" y="2499775"/>
              <a:ext cx="91440" cy="127635"/>
            </a:xfrm>
            <a:custGeom>
              <a:avLst/>
              <a:gdLst/>
              <a:ahLst/>
              <a:cxnLst/>
              <a:rect l="l" t="t" r="r" b="b"/>
              <a:pathLst>
                <a:path w="91439" h="127635">
                  <a:moveTo>
                    <a:pt x="90899" y="127499"/>
                  </a:moveTo>
                  <a:lnTo>
                    <a:pt x="0" y="127499"/>
                  </a:lnTo>
                  <a:lnTo>
                    <a:pt x="0" y="0"/>
                  </a:lnTo>
                  <a:lnTo>
                    <a:pt x="90899" y="0"/>
                  </a:lnTo>
                  <a:lnTo>
                    <a:pt x="90899" y="127499"/>
                  </a:lnTo>
                  <a:close/>
                </a:path>
              </a:pathLst>
            </a:custGeom>
            <a:solidFill>
              <a:srgbClr val="DAF7FF"/>
            </a:solidFill>
          </p:spPr>
          <p:txBody>
            <a:bodyPr wrap="square" lIns="0" tIns="0" rIns="0" bIns="0" rtlCol="0"/>
            <a:lstStyle/>
            <a:p>
              <a:endParaRPr sz="2400"/>
            </a:p>
          </p:txBody>
        </p:sp>
        <p:sp>
          <p:nvSpPr>
            <p:cNvPr id="56" name="object 56"/>
            <p:cNvSpPr/>
            <p:nvPr/>
          </p:nvSpPr>
          <p:spPr>
            <a:xfrm>
              <a:off x="6210599" y="2499775"/>
              <a:ext cx="91440" cy="127635"/>
            </a:xfrm>
            <a:custGeom>
              <a:avLst/>
              <a:gdLst/>
              <a:ahLst/>
              <a:cxnLst/>
              <a:rect l="l" t="t" r="r" b="b"/>
              <a:pathLst>
                <a:path w="91439" h="127635">
                  <a:moveTo>
                    <a:pt x="0" y="0"/>
                  </a:moveTo>
                  <a:lnTo>
                    <a:pt x="90899" y="0"/>
                  </a:lnTo>
                  <a:lnTo>
                    <a:pt x="90899" y="127499"/>
                  </a:lnTo>
                  <a:lnTo>
                    <a:pt x="0" y="127499"/>
                  </a:lnTo>
                  <a:lnTo>
                    <a:pt x="0" y="0"/>
                  </a:lnTo>
                  <a:close/>
                </a:path>
              </a:pathLst>
            </a:custGeom>
            <a:ln w="3175">
              <a:solidFill>
                <a:srgbClr val="237A94"/>
              </a:solidFill>
            </a:ln>
          </p:spPr>
          <p:txBody>
            <a:bodyPr wrap="square" lIns="0" tIns="0" rIns="0" bIns="0" rtlCol="0"/>
            <a:lstStyle/>
            <a:p>
              <a:endParaRPr sz="2400"/>
            </a:p>
          </p:txBody>
        </p:sp>
        <p:sp>
          <p:nvSpPr>
            <p:cNvPr id="57" name="object 57"/>
            <p:cNvSpPr/>
            <p:nvPr/>
          </p:nvSpPr>
          <p:spPr>
            <a:xfrm>
              <a:off x="6162124" y="2628425"/>
              <a:ext cx="514984" cy="1270"/>
            </a:xfrm>
            <a:custGeom>
              <a:avLst/>
              <a:gdLst/>
              <a:ahLst/>
              <a:cxnLst/>
              <a:rect l="l" t="t" r="r" b="b"/>
              <a:pathLst>
                <a:path w="514984" h="1269">
                  <a:moveTo>
                    <a:pt x="0" y="899"/>
                  </a:moveTo>
                  <a:lnTo>
                    <a:pt x="514499" y="0"/>
                  </a:lnTo>
                </a:path>
              </a:pathLst>
            </a:custGeom>
            <a:ln w="3175">
              <a:solidFill>
                <a:srgbClr val="4285F4"/>
              </a:solidFill>
            </a:ln>
          </p:spPr>
          <p:txBody>
            <a:bodyPr wrap="square" lIns="0" tIns="0" rIns="0" bIns="0" rtlCol="0"/>
            <a:lstStyle/>
            <a:p>
              <a:endParaRPr sz="2400"/>
            </a:p>
          </p:txBody>
        </p:sp>
        <p:sp>
          <p:nvSpPr>
            <p:cNvPr id="58" name="object 58"/>
            <p:cNvSpPr/>
            <p:nvPr/>
          </p:nvSpPr>
          <p:spPr>
            <a:xfrm>
              <a:off x="7082462" y="2607383"/>
              <a:ext cx="91440" cy="27940"/>
            </a:xfrm>
            <a:custGeom>
              <a:avLst/>
              <a:gdLst/>
              <a:ahLst/>
              <a:cxnLst/>
              <a:rect l="l" t="t" r="r" b="b"/>
              <a:pathLst>
                <a:path w="91440" h="27939">
                  <a:moveTo>
                    <a:pt x="90899" y="27599"/>
                  </a:moveTo>
                  <a:lnTo>
                    <a:pt x="0" y="27599"/>
                  </a:lnTo>
                  <a:lnTo>
                    <a:pt x="0" y="0"/>
                  </a:lnTo>
                  <a:lnTo>
                    <a:pt x="90899" y="0"/>
                  </a:lnTo>
                  <a:lnTo>
                    <a:pt x="90899" y="27599"/>
                  </a:lnTo>
                  <a:close/>
                </a:path>
              </a:pathLst>
            </a:custGeom>
            <a:solidFill>
              <a:srgbClr val="E3C1E1"/>
            </a:solidFill>
          </p:spPr>
          <p:txBody>
            <a:bodyPr wrap="square" lIns="0" tIns="0" rIns="0" bIns="0" rtlCol="0"/>
            <a:lstStyle/>
            <a:p>
              <a:endParaRPr sz="2400"/>
            </a:p>
          </p:txBody>
        </p:sp>
        <p:sp>
          <p:nvSpPr>
            <p:cNvPr id="59" name="object 59"/>
            <p:cNvSpPr/>
            <p:nvPr/>
          </p:nvSpPr>
          <p:spPr>
            <a:xfrm>
              <a:off x="7082462" y="2607383"/>
              <a:ext cx="91440" cy="27940"/>
            </a:xfrm>
            <a:custGeom>
              <a:avLst/>
              <a:gdLst/>
              <a:ahLst/>
              <a:cxnLst/>
              <a:rect l="l" t="t" r="r" b="b"/>
              <a:pathLst>
                <a:path w="91440" h="27939">
                  <a:moveTo>
                    <a:pt x="0" y="0"/>
                  </a:moveTo>
                  <a:lnTo>
                    <a:pt x="90899" y="0"/>
                  </a:lnTo>
                  <a:lnTo>
                    <a:pt x="90899" y="27599"/>
                  </a:lnTo>
                  <a:lnTo>
                    <a:pt x="0" y="27599"/>
                  </a:lnTo>
                  <a:lnTo>
                    <a:pt x="0" y="0"/>
                  </a:lnTo>
                  <a:close/>
                </a:path>
              </a:pathLst>
            </a:custGeom>
            <a:ln w="3175">
              <a:solidFill>
                <a:srgbClr val="965AC8"/>
              </a:solidFill>
            </a:ln>
          </p:spPr>
          <p:txBody>
            <a:bodyPr wrap="square" lIns="0" tIns="0" rIns="0" bIns="0" rtlCol="0"/>
            <a:lstStyle/>
            <a:p>
              <a:endParaRPr sz="2400"/>
            </a:p>
          </p:txBody>
        </p:sp>
        <p:sp>
          <p:nvSpPr>
            <p:cNvPr id="60" name="object 60"/>
            <p:cNvSpPr/>
            <p:nvPr/>
          </p:nvSpPr>
          <p:spPr>
            <a:xfrm>
              <a:off x="6855024" y="2482100"/>
              <a:ext cx="91440" cy="152400"/>
            </a:xfrm>
            <a:custGeom>
              <a:avLst/>
              <a:gdLst/>
              <a:ahLst/>
              <a:cxnLst/>
              <a:rect l="l" t="t" r="r" b="b"/>
              <a:pathLst>
                <a:path w="91440" h="152400">
                  <a:moveTo>
                    <a:pt x="90899" y="152099"/>
                  </a:moveTo>
                  <a:lnTo>
                    <a:pt x="0" y="152099"/>
                  </a:lnTo>
                  <a:lnTo>
                    <a:pt x="0" y="0"/>
                  </a:lnTo>
                  <a:lnTo>
                    <a:pt x="90899" y="0"/>
                  </a:lnTo>
                  <a:lnTo>
                    <a:pt x="90899" y="152099"/>
                  </a:lnTo>
                  <a:close/>
                </a:path>
              </a:pathLst>
            </a:custGeom>
            <a:solidFill>
              <a:srgbClr val="E3C1E1"/>
            </a:solidFill>
          </p:spPr>
          <p:txBody>
            <a:bodyPr wrap="square" lIns="0" tIns="0" rIns="0" bIns="0" rtlCol="0"/>
            <a:lstStyle/>
            <a:p>
              <a:endParaRPr sz="2400"/>
            </a:p>
          </p:txBody>
        </p:sp>
        <p:sp>
          <p:nvSpPr>
            <p:cNvPr id="61" name="object 61"/>
            <p:cNvSpPr/>
            <p:nvPr/>
          </p:nvSpPr>
          <p:spPr>
            <a:xfrm>
              <a:off x="6855024" y="2482100"/>
              <a:ext cx="91440" cy="152400"/>
            </a:xfrm>
            <a:custGeom>
              <a:avLst/>
              <a:gdLst/>
              <a:ahLst/>
              <a:cxnLst/>
              <a:rect l="l" t="t" r="r" b="b"/>
              <a:pathLst>
                <a:path w="91440" h="152400">
                  <a:moveTo>
                    <a:pt x="0" y="0"/>
                  </a:moveTo>
                  <a:lnTo>
                    <a:pt x="90899" y="0"/>
                  </a:lnTo>
                  <a:lnTo>
                    <a:pt x="90899" y="152099"/>
                  </a:lnTo>
                  <a:lnTo>
                    <a:pt x="0" y="152099"/>
                  </a:lnTo>
                  <a:lnTo>
                    <a:pt x="0" y="0"/>
                  </a:lnTo>
                  <a:close/>
                </a:path>
              </a:pathLst>
            </a:custGeom>
            <a:ln w="3175">
              <a:solidFill>
                <a:srgbClr val="965AC8"/>
              </a:solidFill>
            </a:ln>
          </p:spPr>
          <p:txBody>
            <a:bodyPr wrap="square" lIns="0" tIns="0" rIns="0" bIns="0" rtlCol="0"/>
            <a:lstStyle/>
            <a:p>
              <a:endParaRPr sz="2400"/>
            </a:p>
          </p:txBody>
        </p:sp>
        <p:sp>
          <p:nvSpPr>
            <p:cNvPr id="62" name="object 62"/>
            <p:cNvSpPr/>
            <p:nvPr/>
          </p:nvSpPr>
          <p:spPr>
            <a:xfrm>
              <a:off x="6968749" y="2568949"/>
              <a:ext cx="91440" cy="65405"/>
            </a:xfrm>
            <a:custGeom>
              <a:avLst/>
              <a:gdLst/>
              <a:ahLst/>
              <a:cxnLst/>
              <a:rect l="l" t="t" r="r" b="b"/>
              <a:pathLst>
                <a:path w="91440" h="65405">
                  <a:moveTo>
                    <a:pt x="90899" y="65399"/>
                  </a:moveTo>
                  <a:lnTo>
                    <a:pt x="0" y="65399"/>
                  </a:lnTo>
                  <a:lnTo>
                    <a:pt x="0" y="0"/>
                  </a:lnTo>
                  <a:lnTo>
                    <a:pt x="90899" y="0"/>
                  </a:lnTo>
                  <a:lnTo>
                    <a:pt x="90899" y="65399"/>
                  </a:lnTo>
                  <a:close/>
                </a:path>
              </a:pathLst>
            </a:custGeom>
            <a:solidFill>
              <a:srgbClr val="E3C1E1"/>
            </a:solidFill>
          </p:spPr>
          <p:txBody>
            <a:bodyPr wrap="square" lIns="0" tIns="0" rIns="0" bIns="0" rtlCol="0"/>
            <a:lstStyle/>
            <a:p>
              <a:endParaRPr sz="2400"/>
            </a:p>
          </p:txBody>
        </p:sp>
        <p:sp>
          <p:nvSpPr>
            <p:cNvPr id="63" name="object 63"/>
            <p:cNvSpPr/>
            <p:nvPr/>
          </p:nvSpPr>
          <p:spPr>
            <a:xfrm>
              <a:off x="6968749" y="2568949"/>
              <a:ext cx="91440" cy="65405"/>
            </a:xfrm>
            <a:custGeom>
              <a:avLst/>
              <a:gdLst/>
              <a:ahLst/>
              <a:cxnLst/>
              <a:rect l="l" t="t" r="r" b="b"/>
              <a:pathLst>
                <a:path w="91440" h="65405">
                  <a:moveTo>
                    <a:pt x="0" y="0"/>
                  </a:moveTo>
                  <a:lnTo>
                    <a:pt x="90899" y="0"/>
                  </a:lnTo>
                  <a:lnTo>
                    <a:pt x="90899" y="65399"/>
                  </a:lnTo>
                  <a:lnTo>
                    <a:pt x="0" y="65399"/>
                  </a:lnTo>
                  <a:lnTo>
                    <a:pt x="0" y="0"/>
                  </a:lnTo>
                  <a:close/>
                </a:path>
              </a:pathLst>
            </a:custGeom>
            <a:ln w="3175">
              <a:solidFill>
                <a:srgbClr val="965AC8"/>
              </a:solidFill>
            </a:ln>
          </p:spPr>
          <p:txBody>
            <a:bodyPr wrap="square" lIns="0" tIns="0" rIns="0" bIns="0" rtlCol="0"/>
            <a:lstStyle/>
            <a:p>
              <a:endParaRPr sz="2400"/>
            </a:p>
          </p:txBody>
        </p:sp>
        <p:sp>
          <p:nvSpPr>
            <p:cNvPr id="64" name="object 64"/>
            <p:cNvSpPr/>
            <p:nvPr/>
          </p:nvSpPr>
          <p:spPr>
            <a:xfrm>
              <a:off x="6741299" y="2429400"/>
              <a:ext cx="91440" cy="206375"/>
            </a:xfrm>
            <a:custGeom>
              <a:avLst/>
              <a:gdLst/>
              <a:ahLst/>
              <a:cxnLst/>
              <a:rect l="l" t="t" r="r" b="b"/>
              <a:pathLst>
                <a:path w="91440" h="206375">
                  <a:moveTo>
                    <a:pt x="90899" y="205799"/>
                  </a:moveTo>
                  <a:lnTo>
                    <a:pt x="0" y="205799"/>
                  </a:lnTo>
                  <a:lnTo>
                    <a:pt x="0" y="0"/>
                  </a:lnTo>
                  <a:lnTo>
                    <a:pt x="90899" y="0"/>
                  </a:lnTo>
                  <a:lnTo>
                    <a:pt x="90899" y="205799"/>
                  </a:lnTo>
                  <a:close/>
                </a:path>
              </a:pathLst>
            </a:custGeom>
            <a:solidFill>
              <a:srgbClr val="E3C1E1"/>
            </a:solidFill>
          </p:spPr>
          <p:txBody>
            <a:bodyPr wrap="square" lIns="0" tIns="0" rIns="0" bIns="0" rtlCol="0"/>
            <a:lstStyle/>
            <a:p>
              <a:endParaRPr sz="2400"/>
            </a:p>
          </p:txBody>
        </p:sp>
        <p:sp>
          <p:nvSpPr>
            <p:cNvPr id="65" name="object 65"/>
            <p:cNvSpPr/>
            <p:nvPr/>
          </p:nvSpPr>
          <p:spPr>
            <a:xfrm>
              <a:off x="6741299" y="2429400"/>
              <a:ext cx="91440" cy="206375"/>
            </a:xfrm>
            <a:custGeom>
              <a:avLst/>
              <a:gdLst/>
              <a:ahLst/>
              <a:cxnLst/>
              <a:rect l="l" t="t" r="r" b="b"/>
              <a:pathLst>
                <a:path w="91440" h="206375">
                  <a:moveTo>
                    <a:pt x="0" y="0"/>
                  </a:moveTo>
                  <a:lnTo>
                    <a:pt x="90899" y="0"/>
                  </a:lnTo>
                  <a:lnTo>
                    <a:pt x="90899" y="205799"/>
                  </a:lnTo>
                  <a:lnTo>
                    <a:pt x="0" y="205799"/>
                  </a:lnTo>
                  <a:lnTo>
                    <a:pt x="0" y="0"/>
                  </a:lnTo>
                  <a:close/>
                </a:path>
              </a:pathLst>
            </a:custGeom>
            <a:ln w="3175">
              <a:solidFill>
                <a:srgbClr val="965AC8"/>
              </a:solidFill>
            </a:ln>
          </p:spPr>
          <p:txBody>
            <a:bodyPr wrap="square" lIns="0" tIns="0" rIns="0" bIns="0" rtlCol="0"/>
            <a:lstStyle/>
            <a:p>
              <a:endParaRPr sz="2400"/>
            </a:p>
          </p:txBody>
        </p:sp>
        <p:sp>
          <p:nvSpPr>
            <p:cNvPr id="66" name="object 66"/>
            <p:cNvSpPr/>
            <p:nvPr/>
          </p:nvSpPr>
          <p:spPr>
            <a:xfrm>
              <a:off x="6692824" y="2636425"/>
              <a:ext cx="514984" cy="1270"/>
            </a:xfrm>
            <a:custGeom>
              <a:avLst/>
              <a:gdLst/>
              <a:ahLst/>
              <a:cxnLst/>
              <a:rect l="l" t="t" r="r" b="b"/>
              <a:pathLst>
                <a:path w="514984" h="1269">
                  <a:moveTo>
                    <a:pt x="0" y="899"/>
                  </a:moveTo>
                  <a:lnTo>
                    <a:pt x="514499" y="0"/>
                  </a:lnTo>
                </a:path>
              </a:pathLst>
            </a:custGeom>
            <a:ln w="3175">
              <a:solidFill>
                <a:srgbClr val="4285F4"/>
              </a:solidFill>
            </a:ln>
          </p:spPr>
          <p:txBody>
            <a:bodyPr wrap="square" lIns="0" tIns="0" rIns="0" bIns="0" rtlCol="0"/>
            <a:lstStyle/>
            <a:p>
              <a:endParaRPr sz="2400"/>
            </a:p>
          </p:txBody>
        </p:sp>
      </p:grpSp>
      <p:grpSp>
        <p:nvGrpSpPr>
          <p:cNvPr id="67" name="object 67"/>
          <p:cNvGrpSpPr/>
          <p:nvPr/>
        </p:nvGrpSpPr>
        <p:grpSpPr>
          <a:xfrm>
            <a:off x="6353524" y="2718799"/>
            <a:ext cx="1129453" cy="306493"/>
            <a:chOff x="4765143" y="2039099"/>
            <a:chExt cx="847090" cy="229870"/>
          </a:xfrm>
        </p:grpSpPr>
        <p:sp>
          <p:nvSpPr>
            <p:cNvPr id="68" name="object 68"/>
            <p:cNvSpPr/>
            <p:nvPr/>
          </p:nvSpPr>
          <p:spPr>
            <a:xfrm>
              <a:off x="4767880" y="2048167"/>
              <a:ext cx="302895" cy="203835"/>
            </a:xfrm>
            <a:custGeom>
              <a:avLst/>
              <a:gdLst/>
              <a:ahLst/>
              <a:cxnLst/>
              <a:rect l="l" t="t" r="r" b="b"/>
              <a:pathLst>
                <a:path w="302895" h="203835">
                  <a:moveTo>
                    <a:pt x="268799" y="203399"/>
                  </a:moveTo>
                  <a:lnTo>
                    <a:pt x="33900" y="203399"/>
                  </a:lnTo>
                  <a:lnTo>
                    <a:pt x="20705" y="200735"/>
                  </a:lnTo>
                  <a:lnTo>
                    <a:pt x="9929" y="193470"/>
                  </a:lnTo>
                  <a:lnTo>
                    <a:pt x="2664" y="182695"/>
                  </a:lnTo>
                  <a:lnTo>
                    <a:pt x="0" y="169499"/>
                  </a:lnTo>
                  <a:lnTo>
                    <a:pt x="0" y="33900"/>
                  </a:lnTo>
                  <a:lnTo>
                    <a:pt x="2664" y="20705"/>
                  </a:lnTo>
                  <a:lnTo>
                    <a:pt x="9929" y="9929"/>
                  </a:lnTo>
                  <a:lnTo>
                    <a:pt x="20705" y="2664"/>
                  </a:lnTo>
                  <a:lnTo>
                    <a:pt x="33900" y="0"/>
                  </a:lnTo>
                  <a:lnTo>
                    <a:pt x="268799" y="0"/>
                  </a:lnTo>
                  <a:lnTo>
                    <a:pt x="302042" y="27256"/>
                  </a:lnTo>
                  <a:lnTo>
                    <a:pt x="302699" y="33900"/>
                  </a:lnTo>
                  <a:lnTo>
                    <a:pt x="302699" y="169499"/>
                  </a:lnTo>
                  <a:lnTo>
                    <a:pt x="300035" y="182695"/>
                  </a:lnTo>
                  <a:lnTo>
                    <a:pt x="292770" y="193470"/>
                  </a:lnTo>
                  <a:lnTo>
                    <a:pt x="281995" y="200735"/>
                  </a:lnTo>
                  <a:lnTo>
                    <a:pt x="268799" y="203399"/>
                  </a:lnTo>
                  <a:close/>
                </a:path>
              </a:pathLst>
            </a:custGeom>
            <a:solidFill>
              <a:srgbClr val="FAADB3"/>
            </a:solidFill>
          </p:spPr>
          <p:txBody>
            <a:bodyPr wrap="square" lIns="0" tIns="0" rIns="0" bIns="0" rtlCol="0"/>
            <a:lstStyle/>
            <a:p>
              <a:endParaRPr sz="2400"/>
            </a:p>
          </p:txBody>
        </p:sp>
        <p:sp>
          <p:nvSpPr>
            <p:cNvPr id="69" name="object 69"/>
            <p:cNvSpPr/>
            <p:nvPr/>
          </p:nvSpPr>
          <p:spPr>
            <a:xfrm>
              <a:off x="4767880" y="2048167"/>
              <a:ext cx="302895" cy="203835"/>
            </a:xfrm>
            <a:custGeom>
              <a:avLst/>
              <a:gdLst/>
              <a:ahLst/>
              <a:cxnLst/>
              <a:rect l="l" t="t" r="r" b="b"/>
              <a:pathLst>
                <a:path w="302895" h="203835">
                  <a:moveTo>
                    <a:pt x="0" y="33900"/>
                  </a:moveTo>
                  <a:lnTo>
                    <a:pt x="2664" y="20705"/>
                  </a:lnTo>
                  <a:lnTo>
                    <a:pt x="9929" y="9929"/>
                  </a:lnTo>
                  <a:lnTo>
                    <a:pt x="20705" y="2664"/>
                  </a:lnTo>
                  <a:lnTo>
                    <a:pt x="33900" y="0"/>
                  </a:lnTo>
                  <a:lnTo>
                    <a:pt x="268799" y="0"/>
                  </a:lnTo>
                  <a:lnTo>
                    <a:pt x="302042" y="27256"/>
                  </a:lnTo>
                  <a:lnTo>
                    <a:pt x="302699" y="33900"/>
                  </a:lnTo>
                  <a:lnTo>
                    <a:pt x="302699" y="169499"/>
                  </a:lnTo>
                  <a:lnTo>
                    <a:pt x="300035" y="182695"/>
                  </a:lnTo>
                  <a:lnTo>
                    <a:pt x="292770" y="193470"/>
                  </a:lnTo>
                  <a:lnTo>
                    <a:pt x="281995" y="200735"/>
                  </a:lnTo>
                  <a:lnTo>
                    <a:pt x="268799" y="203399"/>
                  </a:lnTo>
                  <a:lnTo>
                    <a:pt x="33900" y="203399"/>
                  </a:lnTo>
                  <a:lnTo>
                    <a:pt x="20705" y="200735"/>
                  </a:lnTo>
                  <a:lnTo>
                    <a:pt x="9929" y="193470"/>
                  </a:lnTo>
                  <a:lnTo>
                    <a:pt x="2664" y="182695"/>
                  </a:lnTo>
                  <a:lnTo>
                    <a:pt x="0" y="169499"/>
                  </a:lnTo>
                  <a:lnTo>
                    <a:pt x="0" y="33900"/>
                  </a:lnTo>
                  <a:close/>
                </a:path>
              </a:pathLst>
            </a:custGeom>
            <a:ln w="5474">
              <a:solidFill>
                <a:srgbClr val="595959"/>
              </a:solidFill>
            </a:ln>
          </p:spPr>
          <p:txBody>
            <a:bodyPr wrap="square" lIns="0" tIns="0" rIns="0" bIns="0" rtlCol="0"/>
            <a:lstStyle/>
            <a:p>
              <a:endParaRPr sz="2400"/>
            </a:p>
          </p:txBody>
        </p:sp>
        <p:sp>
          <p:nvSpPr>
            <p:cNvPr id="70" name="object 70"/>
            <p:cNvSpPr/>
            <p:nvPr/>
          </p:nvSpPr>
          <p:spPr>
            <a:xfrm>
              <a:off x="5075299" y="2043862"/>
              <a:ext cx="532130" cy="220345"/>
            </a:xfrm>
            <a:custGeom>
              <a:avLst/>
              <a:gdLst/>
              <a:ahLst/>
              <a:cxnLst/>
              <a:rect l="l" t="t" r="r" b="b"/>
              <a:pathLst>
                <a:path w="532129" h="220344">
                  <a:moveTo>
                    <a:pt x="4952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495249" y="0"/>
                  </a:lnTo>
                  <a:lnTo>
                    <a:pt x="529110" y="22624"/>
                  </a:lnTo>
                  <a:lnTo>
                    <a:pt x="531899" y="36650"/>
                  </a:lnTo>
                  <a:lnTo>
                    <a:pt x="531899" y="183249"/>
                  </a:lnTo>
                  <a:lnTo>
                    <a:pt x="529019" y="197515"/>
                  </a:lnTo>
                  <a:lnTo>
                    <a:pt x="521165" y="209165"/>
                  </a:lnTo>
                  <a:lnTo>
                    <a:pt x="509515" y="217019"/>
                  </a:lnTo>
                  <a:lnTo>
                    <a:pt x="495249" y="219899"/>
                  </a:lnTo>
                  <a:close/>
                </a:path>
              </a:pathLst>
            </a:custGeom>
            <a:solidFill>
              <a:srgbClr val="E9F1F4"/>
            </a:solidFill>
          </p:spPr>
          <p:txBody>
            <a:bodyPr wrap="square" lIns="0" tIns="0" rIns="0" bIns="0" rtlCol="0"/>
            <a:lstStyle/>
            <a:p>
              <a:endParaRPr sz="2400"/>
            </a:p>
          </p:txBody>
        </p:sp>
        <p:sp>
          <p:nvSpPr>
            <p:cNvPr id="71" name="object 71"/>
            <p:cNvSpPr/>
            <p:nvPr/>
          </p:nvSpPr>
          <p:spPr>
            <a:xfrm>
              <a:off x="5075299" y="2043862"/>
              <a:ext cx="532130" cy="220345"/>
            </a:xfrm>
            <a:custGeom>
              <a:avLst/>
              <a:gdLst/>
              <a:ahLst/>
              <a:cxnLst/>
              <a:rect l="l" t="t" r="r" b="b"/>
              <a:pathLst>
                <a:path w="532129" h="220344">
                  <a:moveTo>
                    <a:pt x="0" y="36650"/>
                  </a:moveTo>
                  <a:lnTo>
                    <a:pt x="2880" y="22384"/>
                  </a:lnTo>
                  <a:lnTo>
                    <a:pt x="10734" y="10734"/>
                  </a:lnTo>
                  <a:lnTo>
                    <a:pt x="22384" y="2880"/>
                  </a:lnTo>
                  <a:lnTo>
                    <a:pt x="36650" y="0"/>
                  </a:lnTo>
                  <a:lnTo>
                    <a:pt x="495249" y="0"/>
                  </a:lnTo>
                  <a:lnTo>
                    <a:pt x="529110" y="22624"/>
                  </a:lnTo>
                  <a:lnTo>
                    <a:pt x="531899" y="36650"/>
                  </a:lnTo>
                  <a:lnTo>
                    <a:pt x="531899" y="183249"/>
                  </a:lnTo>
                  <a:lnTo>
                    <a:pt x="529019" y="197515"/>
                  </a:lnTo>
                  <a:lnTo>
                    <a:pt x="521165" y="209165"/>
                  </a:lnTo>
                  <a:lnTo>
                    <a:pt x="509515" y="217019"/>
                  </a:lnTo>
                  <a:lnTo>
                    <a:pt x="4952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sp>
          <p:nvSpPr>
            <p:cNvPr id="72" name="object 72"/>
            <p:cNvSpPr/>
            <p:nvPr/>
          </p:nvSpPr>
          <p:spPr>
            <a:xfrm>
              <a:off x="5075299" y="2043862"/>
              <a:ext cx="532130" cy="220345"/>
            </a:xfrm>
            <a:custGeom>
              <a:avLst/>
              <a:gdLst/>
              <a:ahLst/>
              <a:cxnLst/>
              <a:rect l="l" t="t" r="r" b="b"/>
              <a:pathLst>
                <a:path w="532129" h="220344">
                  <a:moveTo>
                    <a:pt x="4952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495249" y="0"/>
                  </a:lnTo>
                  <a:lnTo>
                    <a:pt x="529110" y="22624"/>
                  </a:lnTo>
                  <a:lnTo>
                    <a:pt x="531899" y="36650"/>
                  </a:lnTo>
                  <a:lnTo>
                    <a:pt x="531899" y="183249"/>
                  </a:lnTo>
                  <a:lnTo>
                    <a:pt x="529019" y="197515"/>
                  </a:lnTo>
                  <a:lnTo>
                    <a:pt x="521165" y="209165"/>
                  </a:lnTo>
                  <a:lnTo>
                    <a:pt x="509515" y="217019"/>
                  </a:lnTo>
                  <a:lnTo>
                    <a:pt x="495249" y="219899"/>
                  </a:lnTo>
                  <a:close/>
                </a:path>
              </a:pathLst>
            </a:custGeom>
            <a:solidFill>
              <a:srgbClr val="B6D7A8"/>
            </a:solidFill>
          </p:spPr>
          <p:txBody>
            <a:bodyPr wrap="square" lIns="0" tIns="0" rIns="0" bIns="0" rtlCol="0"/>
            <a:lstStyle/>
            <a:p>
              <a:endParaRPr sz="2400"/>
            </a:p>
          </p:txBody>
        </p:sp>
        <p:sp>
          <p:nvSpPr>
            <p:cNvPr id="73" name="object 73"/>
            <p:cNvSpPr/>
            <p:nvPr/>
          </p:nvSpPr>
          <p:spPr>
            <a:xfrm>
              <a:off x="5075299" y="2043862"/>
              <a:ext cx="532130" cy="220345"/>
            </a:xfrm>
            <a:custGeom>
              <a:avLst/>
              <a:gdLst/>
              <a:ahLst/>
              <a:cxnLst/>
              <a:rect l="l" t="t" r="r" b="b"/>
              <a:pathLst>
                <a:path w="532129" h="220344">
                  <a:moveTo>
                    <a:pt x="0" y="36650"/>
                  </a:moveTo>
                  <a:lnTo>
                    <a:pt x="2880" y="22384"/>
                  </a:lnTo>
                  <a:lnTo>
                    <a:pt x="10734" y="10734"/>
                  </a:lnTo>
                  <a:lnTo>
                    <a:pt x="22384" y="2880"/>
                  </a:lnTo>
                  <a:lnTo>
                    <a:pt x="36650" y="0"/>
                  </a:lnTo>
                  <a:lnTo>
                    <a:pt x="495249" y="0"/>
                  </a:lnTo>
                  <a:lnTo>
                    <a:pt x="529110" y="22624"/>
                  </a:lnTo>
                  <a:lnTo>
                    <a:pt x="531899" y="36650"/>
                  </a:lnTo>
                  <a:lnTo>
                    <a:pt x="531899" y="183249"/>
                  </a:lnTo>
                  <a:lnTo>
                    <a:pt x="529019" y="197515"/>
                  </a:lnTo>
                  <a:lnTo>
                    <a:pt x="521165" y="209165"/>
                  </a:lnTo>
                  <a:lnTo>
                    <a:pt x="509515" y="217019"/>
                  </a:lnTo>
                  <a:lnTo>
                    <a:pt x="4952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grpSp>
      <p:grpSp>
        <p:nvGrpSpPr>
          <p:cNvPr id="74" name="object 74"/>
          <p:cNvGrpSpPr/>
          <p:nvPr/>
        </p:nvGrpSpPr>
        <p:grpSpPr>
          <a:xfrm>
            <a:off x="6353524" y="2276806"/>
            <a:ext cx="411480" cy="278553"/>
            <a:chOff x="4765143" y="1707604"/>
            <a:chExt cx="308610" cy="208915"/>
          </a:xfrm>
        </p:grpSpPr>
        <p:sp>
          <p:nvSpPr>
            <p:cNvPr id="75" name="object 75"/>
            <p:cNvSpPr/>
            <p:nvPr/>
          </p:nvSpPr>
          <p:spPr>
            <a:xfrm>
              <a:off x="4767880" y="1710342"/>
              <a:ext cx="302895" cy="203835"/>
            </a:xfrm>
            <a:custGeom>
              <a:avLst/>
              <a:gdLst/>
              <a:ahLst/>
              <a:cxnLst/>
              <a:rect l="l" t="t" r="r" b="b"/>
              <a:pathLst>
                <a:path w="302895" h="203835">
                  <a:moveTo>
                    <a:pt x="268799" y="203399"/>
                  </a:moveTo>
                  <a:lnTo>
                    <a:pt x="33900" y="203399"/>
                  </a:lnTo>
                  <a:lnTo>
                    <a:pt x="20705" y="200735"/>
                  </a:lnTo>
                  <a:lnTo>
                    <a:pt x="9929" y="193470"/>
                  </a:lnTo>
                  <a:lnTo>
                    <a:pt x="2664" y="182695"/>
                  </a:lnTo>
                  <a:lnTo>
                    <a:pt x="0" y="169499"/>
                  </a:lnTo>
                  <a:lnTo>
                    <a:pt x="0" y="33900"/>
                  </a:lnTo>
                  <a:lnTo>
                    <a:pt x="2664" y="20705"/>
                  </a:lnTo>
                  <a:lnTo>
                    <a:pt x="9929" y="9929"/>
                  </a:lnTo>
                  <a:lnTo>
                    <a:pt x="20705" y="2664"/>
                  </a:lnTo>
                  <a:lnTo>
                    <a:pt x="33900" y="0"/>
                  </a:lnTo>
                  <a:lnTo>
                    <a:pt x="268799" y="0"/>
                  </a:lnTo>
                  <a:lnTo>
                    <a:pt x="302042" y="27256"/>
                  </a:lnTo>
                  <a:lnTo>
                    <a:pt x="302699" y="33900"/>
                  </a:lnTo>
                  <a:lnTo>
                    <a:pt x="302699" y="169499"/>
                  </a:lnTo>
                  <a:lnTo>
                    <a:pt x="300035" y="182695"/>
                  </a:lnTo>
                  <a:lnTo>
                    <a:pt x="292770" y="193470"/>
                  </a:lnTo>
                  <a:lnTo>
                    <a:pt x="281995" y="200735"/>
                  </a:lnTo>
                  <a:lnTo>
                    <a:pt x="268799" y="203399"/>
                  </a:lnTo>
                  <a:close/>
                </a:path>
              </a:pathLst>
            </a:custGeom>
            <a:solidFill>
              <a:srgbClr val="FAADB3"/>
            </a:solidFill>
          </p:spPr>
          <p:txBody>
            <a:bodyPr wrap="square" lIns="0" tIns="0" rIns="0" bIns="0" rtlCol="0"/>
            <a:lstStyle/>
            <a:p>
              <a:endParaRPr sz="2400"/>
            </a:p>
          </p:txBody>
        </p:sp>
        <p:sp>
          <p:nvSpPr>
            <p:cNvPr id="76" name="object 76"/>
            <p:cNvSpPr/>
            <p:nvPr/>
          </p:nvSpPr>
          <p:spPr>
            <a:xfrm>
              <a:off x="4767880" y="1710342"/>
              <a:ext cx="302895" cy="203835"/>
            </a:xfrm>
            <a:custGeom>
              <a:avLst/>
              <a:gdLst/>
              <a:ahLst/>
              <a:cxnLst/>
              <a:rect l="l" t="t" r="r" b="b"/>
              <a:pathLst>
                <a:path w="302895" h="203835">
                  <a:moveTo>
                    <a:pt x="0" y="33900"/>
                  </a:moveTo>
                  <a:lnTo>
                    <a:pt x="2664" y="20705"/>
                  </a:lnTo>
                  <a:lnTo>
                    <a:pt x="9929" y="9929"/>
                  </a:lnTo>
                  <a:lnTo>
                    <a:pt x="20705" y="2664"/>
                  </a:lnTo>
                  <a:lnTo>
                    <a:pt x="33900" y="0"/>
                  </a:lnTo>
                  <a:lnTo>
                    <a:pt x="268799" y="0"/>
                  </a:lnTo>
                  <a:lnTo>
                    <a:pt x="302042" y="27256"/>
                  </a:lnTo>
                  <a:lnTo>
                    <a:pt x="302699" y="33900"/>
                  </a:lnTo>
                  <a:lnTo>
                    <a:pt x="302699" y="169499"/>
                  </a:lnTo>
                  <a:lnTo>
                    <a:pt x="300035" y="182695"/>
                  </a:lnTo>
                  <a:lnTo>
                    <a:pt x="292770" y="193470"/>
                  </a:lnTo>
                  <a:lnTo>
                    <a:pt x="281995" y="200735"/>
                  </a:lnTo>
                  <a:lnTo>
                    <a:pt x="268799" y="203399"/>
                  </a:lnTo>
                  <a:lnTo>
                    <a:pt x="33900" y="203399"/>
                  </a:lnTo>
                  <a:lnTo>
                    <a:pt x="20705" y="200735"/>
                  </a:lnTo>
                  <a:lnTo>
                    <a:pt x="9929" y="193470"/>
                  </a:lnTo>
                  <a:lnTo>
                    <a:pt x="2664" y="182695"/>
                  </a:lnTo>
                  <a:lnTo>
                    <a:pt x="0" y="169499"/>
                  </a:lnTo>
                  <a:lnTo>
                    <a:pt x="0" y="33900"/>
                  </a:lnTo>
                  <a:close/>
                </a:path>
              </a:pathLst>
            </a:custGeom>
            <a:ln w="5474">
              <a:solidFill>
                <a:srgbClr val="595959"/>
              </a:solidFill>
            </a:ln>
          </p:spPr>
          <p:txBody>
            <a:bodyPr wrap="square" lIns="0" tIns="0" rIns="0" bIns="0" rtlCol="0"/>
            <a:lstStyle/>
            <a:p>
              <a:endParaRPr sz="2400"/>
            </a:p>
          </p:txBody>
        </p:sp>
      </p:grpSp>
      <p:sp>
        <p:nvSpPr>
          <p:cNvPr id="77" name="object 77"/>
          <p:cNvSpPr txBox="1"/>
          <p:nvPr/>
        </p:nvSpPr>
        <p:spPr>
          <a:xfrm>
            <a:off x="6482782" y="2268515"/>
            <a:ext cx="153247" cy="264175"/>
          </a:xfrm>
          <a:prstGeom prst="rect">
            <a:avLst/>
          </a:prstGeom>
        </p:spPr>
        <p:txBody>
          <a:bodyPr vert="horz" wrap="square" lIns="0" tIns="17780" rIns="0" bIns="0" rtlCol="0">
            <a:spAutoFit/>
          </a:bodyPr>
          <a:lstStyle/>
          <a:p>
            <a:pPr marL="16933">
              <a:spcBef>
                <a:spcPts val="140"/>
              </a:spcBef>
            </a:pPr>
            <a:r>
              <a:rPr sz="1600" spc="-740" dirty="0">
                <a:latin typeface="Lucida Sans Unicode"/>
                <a:cs typeface="Lucida Sans Unicode"/>
              </a:rPr>
              <a:t>…</a:t>
            </a:r>
            <a:endParaRPr sz="1600">
              <a:latin typeface="Lucida Sans Unicode"/>
              <a:cs typeface="Lucida Sans Unicode"/>
            </a:endParaRPr>
          </a:p>
        </p:txBody>
      </p:sp>
      <p:sp>
        <p:nvSpPr>
          <p:cNvPr id="78" name="object 78"/>
          <p:cNvSpPr txBox="1"/>
          <p:nvPr/>
        </p:nvSpPr>
        <p:spPr>
          <a:xfrm>
            <a:off x="8199051" y="3694978"/>
            <a:ext cx="1258992" cy="796927"/>
          </a:xfrm>
          <a:prstGeom prst="rect">
            <a:avLst/>
          </a:prstGeom>
        </p:spPr>
        <p:txBody>
          <a:bodyPr vert="horz" wrap="square" lIns="0" tIns="16933" rIns="0" bIns="0" rtlCol="0">
            <a:spAutoFit/>
          </a:bodyPr>
          <a:lstStyle/>
          <a:p>
            <a:pPr marL="16933">
              <a:spcBef>
                <a:spcPts val="133"/>
              </a:spcBef>
            </a:pPr>
            <a:r>
              <a:rPr sz="1867" spc="60" dirty="0">
                <a:latin typeface="Lucida Sans Unicode"/>
                <a:cs typeface="Lucida Sans Unicode"/>
              </a:rPr>
              <a:t>Which</a:t>
            </a:r>
            <a:endParaRPr sz="1867">
              <a:latin typeface="Lucida Sans Unicode"/>
              <a:cs typeface="Lucida Sans Unicode"/>
            </a:endParaRPr>
          </a:p>
          <a:p>
            <a:pPr marL="22859">
              <a:spcBef>
                <a:spcPts val="1560"/>
              </a:spcBef>
              <a:tabLst>
                <a:tab pos="1059154" algn="l"/>
              </a:tabLst>
            </a:pPr>
            <a:r>
              <a:rPr sz="1867" spc="60" dirty="0">
                <a:latin typeface="Lucida Sans Unicode"/>
                <a:cs typeface="Lucida Sans Unicode"/>
              </a:rPr>
              <a:t>Which</a:t>
            </a:r>
            <a:r>
              <a:rPr sz="1867" dirty="0">
                <a:latin typeface="Lucida Sans Unicode"/>
                <a:cs typeface="Lucida Sans Unicode"/>
              </a:rPr>
              <a:t>	</a:t>
            </a:r>
            <a:r>
              <a:rPr sz="1867" spc="-33" dirty="0">
                <a:latin typeface="Lucida Sans Unicode"/>
                <a:cs typeface="Lucida Sans Unicode"/>
              </a:rPr>
              <a:t>is</a:t>
            </a:r>
            <a:endParaRPr sz="1867">
              <a:latin typeface="Lucida Sans Unicode"/>
              <a:cs typeface="Lucida Sans Unicode"/>
            </a:endParaRPr>
          </a:p>
        </p:txBody>
      </p:sp>
      <p:grpSp>
        <p:nvGrpSpPr>
          <p:cNvPr id="79" name="object 79"/>
          <p:cNvGrpSpPr/>
          <p:nvPr/>
        </p:nvGrpSpPr>
        <p:grpSpPr>
          <a:xfrm>
            <a:off x="6760716" y="4193150"/>
            <a:ext cx="3679613" cy="306493"/>
            <a:chOff x="5070537" y="3144862"/>
            <a:chExt cx="2759710" cy="229870"/>
          </a:xfrm>
        </p:grpSpPr>
        <p:sp>
          <p:nvSpPr>
            <p:cNvPr id="80" name="object 80"/>
            <p:cNvSpPr/>
            <p:nvPr/>
          </p:nvSpPr>
          <p:spPr>
            <a:xfrm>
              <a:off x="5075299" y="3149624"/>
              <a:ext cx="532130" cy="220345"/>
            </a:xfrm>
            <a:custGeom>
              <a:avLst/>
              <a:gdLst/>
              <a:ahLst/>
              <a:cxnLst/>
              <a:rect l="l" t="t" r="r" b="b"/>
              <a:pathLst>
                <a:path w="532129" h="220345">
                  <a:moveTo>
                    <a:pt x="4952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close/>
                </a:path>
              </a:pathLst>
            </a:custGeom>
            <a:solidFill>
              <a:srgbClr val="E9F1F4"/>
            </a:solidFill>
          </p:spPr>
          <p:txBody>
            <a:bodyPr wrap="square" lIns="0" tIns="0" rIns="0" bIns="0" rtlCol="0"/>
            <a:lstStyle/>
            <a:p>
              <a:endParaRPr sz="2400"/>
            </a:p>
          </p:txBody>
        </p:sp>
        <p:sp>
          <p:nvSpPr>
            <p:cNvPr id="81" name="object 81"/>
            <p:cNvSpPr/>
            <p:nvPr/>
          </p:nvSpPr>
          <p:spPr>
            <a:xfrm>
              <a:off x="5075299" y="3149624"/>
              <a:ext cx="532130" cy="220345"/>
            </a:xfrm>
            <a:custGeom>
              <a:avLst/>
              <a:gdLst/>
              <a:ahLst/>
              <a:cxnLst/>
              <a:rect l="l" t="t" r="r" b="b"/>
              <a:pathLst>
                <a:path w="532129" h="220345">
                  <a:moveTo>
                    <a:pt x="0" y="36650"/>
                  </a:move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sp>
          <p:nvSpPr>
            <p:cNvPr id="82" name="object 82"/>
            <p:cNvSpPr/>
            <p:nvPr/>
          </p:nvSpPr>
          <p:spPr>
            <a:xfrm>
              <a:off x="7704512" y="3339583"/>
              <a:ext cx="91440" cy="27940"/>
            </a:xfrm>
            <a:custGeom>
              <a:avLst/>
              <a:gdLst/>
              <a:ahLst/>
              <a:cxnLst/>
              <a:rect l="l" t="t" r="r" b="b"/>
              <a:pathLst>
                <a:path w="91440" h="27939">
                  <a:moveTo>
                    <a:pt x="90899" y="27599"/>
                  </a:moveTo>
                  <a:lnTo>
                    <a:pt x="0" y="27599"/>
                  </a:lnTo>
                  <a:lnTo>
                    <a:pt x="0" y="0"/>
                  </a:lnTo>
                  <a:lnTo>
                    <a:pt x="90899" y="0"/>
                  </a:lnTo>
                  <a:lnTo>
                    <a:pt x="90899" y="27599"/>
                  </a:lnTo>
                  <a:close/>
                </a:path>
              </a:pathLst>
            </a:custGeom>
            <a:solidFill>
              <a:srgbClr val="DAF7FF"/>
            </a:solidFill>
          </p:spPr>
          <p:txBody>
            <a:bodyPr wrap="square" lIns="0" tIns="0" rIns="0" bIns="0" rtlCol="0"/>
            <a:lstStyle/>
            <a:p>
              <a:endParaRPr sz="2400"/>
            </a:p>
          </p:txBody>
        </p:sp>
        <p:sp>
          <p:nvSpPr>
            <p:cNvPr id="83" name="object 83"/>
            <p:cNvSpPr/>
            <p:nvPr/>
          </p:nvSpPr>
          <p:spPr>
            <a:xfrm>
              <a:off x="7704512" y="3339583"/>
              <a:ext cx="91440" cy="27940"/>
            </a:xfrm>
            <a:custGeom>
              <a:avLst/>
              <a:gdLst/>
              <a:ahLst/>
              <a:cxnLst/>
              <a:rect l="l" t="t" r="r" b="b"/>
              <a:pathLst>
                <a:path w="91440" h="27939">
                  <a:moveTo>
                    <a:pt x="0" y="0"/>
                  </a:moveTo>
                  <a:lnTo>
                    <a:pt x="90899" y="0"/>
                  </a:lnTo>
                  <a:lnTo>
                    <a:pt x="90899" y="27599"/>
                  </a:lnTo>
                  <a:lnTo>
                    <a:pt x="0" y="27599"/>
                  </a:lnTo>
                  <a:lnTo>
                    <a:pt x="0" y="0"/>
                  </a:lnTo>
                  <a:close/>
                </a:path>
              </a:pathLst>
            </a:custGeom>
            <a:ln w="3175">
              <a:solidFill>
                <a:srgbClr val="237A94"/>
              </a:solidFill>
            </a:ln>
          </p:spPr>
          <p:txBody>
            <a:bodyPr wrap="square" lIns="0" tIns="0" rIns="0" bIns="0" rtlCol="0"/>
            <a:lstStyle/>
            <a:p>
              <a:endParaRPr sz="2400"/>
            </a:p>
          </p:txBody>
        </p:sp>
        <p:sp>
          <p:nvSpPr>
            <p:cNvPr id="84" name="object 84"/>
            <p:cNvSpPr/>
            <p:nvPr/>
          </p:nvSpPr>
          <p:spPr>
            <a:xfrm>
              <a:off x="7477074" y="3187551"/>
              <a:ext cx="91440" cy="179070"/>
            </a:xfrm>
            <a:custGeom>
              <a:avLst/>
              <a:gdLst/>
              <a:ahLst/>
              <a:cxnLst/>
              <a:rect l="l" t="t" r="r" b="b"/>
              <a:pathLst>
                <a:path w="91440" h="179070">
                  <a:moveTo>
                    <a:pt x="90899" y="178799"/>
                  </a:moveTo>
                  <a:lnTo>
                    <a:pt x="0" y="178799"/>
                  </a:lnTo>
                  <a:lnTo>
                    <a:pt x="0" y="0"/>
                  </a:lnTo>
                  <a:lnTo>
                    <a:pt x="90899" y="0"/>
                  </a:lnTo>
                  <a:lnTo>
                    <a:pt x="90899" y="178799"/>
                  </a:lnTo>
                  <a:close/>
                </a:path>
              </a:pathLst>
            </a:custGeom>
            <a:solidFill>
              <a:srgbClr val="DAF7FF"/>
            </a:solidFill>
          </p:spPr>
          <p:txBody>
            <a:bodyPr wrap="square" lIns="0" tIns="0" rIns="0" bIns="0" rtlCol="0"/>
            <a:lstStyle/>
            <a:p>
              <a:endParaRPr sz="2400"/>
            </a:p>
          </p:txBody>
        </p:sp>
        <p:sp>
          <p:nvSpPr>
            <p:cNvPr id="85" name="object 85"/>
            <p:cNvSpPr/>
            <p:nvPr/>
          </p:nvSpPr>
          <p:spPr>
            <a:xfrm>
              <a:off x="7477074" y="3187551"/>
              <a:ext cx="91440" cy="179070"/>
            </a:xfrm>
            <a:custGeom>
              <a:avLst/>
              <a:gdLst/>
              <a:ahLst/>
              <a:cxnLst/>
              <a:rect l="l" t="t" r="r" b="b"/>
              <a:pathLst>
                <a:path w="91440" h="179070">
                  <a:moveTo>
                    <a:pt x="0" y="0"/>
                  </a:moveTo>
                  <a:lnTo>
                    <a:pt x="90899" y="0"/>
                  </a:lnTo>
                  <a:lnTo>
                    <a:pt x="90899" y="178799"/>
                  </a:lnTo>
                  <a:lnTo>
                    <a:pt x="0" y="178799"/>
                  </a:lnTo>
                  <a:lnTo>
                    <a:pt x="0" y="0"/>
                  </a:lnTo>
                  <a:close/>
                </a:path>
              </a:pathLst>
            </a:custGeom>
            <a:ln w="3175">
              <a:solidFill>
                <a:srgbClr val="237A94"/>
              </a:solidFill>
            </a:ln>
          </p:spPr>
          <p:txBody>
            <a:bodyPr wrap="square" lIns="0" tIns="0" rIns="0" bIns="0" rtlCol="0"/>
            <a:lstStyle/>
            <a:p>
              <a:endParaRPr sz="2400"/>
            </a:p>
          </p:txBody>
        </p:sp>
        <p:sp>
          <p:nvSpPr>
            <p:cNvPr id="86" name="object 86"/>
            <p:cNvSpPr/>
            <p:nvPr/>
          </p:nvSpPr>
          <p:spPr>
            <a:xfrm>
              <a:off x="7590799" y="3338728"/>
              <a:ext cx="91440" cy="27940"/>
            </a:xfrm>
            <a:custGeom>
              <a:avLst/>
              <a:gdLst/>
              <a:ahLst/>
              <a:cxnLst/>
              <a:rect l="l" t="t" r="r" b="b"/>
              <a:pathLst>
                <a:path w="91440" h="27939">
                  <a:moveTo>
                    <a:pt x="90899" y="27599"/>
                  </a:moveTo>
                  <a:lnTo>
                    <a:pt x="0" y="27599"/>
                  </a:lnTo>
                  <a:lnTo>
                    <a:pt x="0" y="0"/>
                  </a:lnTo>
                  <a:lnTo>
                    <a:pt x="90899" y="0"/>
                  </a:lnTo>
                  <a:lnTo>
                    <a:pt x="90899" y="27599"/>
                  </a:lnTo>
                  <a:close/>
                </a:path>
              </a:pathLst>
            </a:custGeom>
            <a:solidFill>
              <a:srgbClr val="DAF7FF"/>
            </a:solidFill>
          </p:spPr>
          <p:txBody>
            <a:bodyPr wrap="square" lIns="0" tIns="0" rIns="0" bIns="0" rtlCol="0"/>
            <a:lstStyle/>
            <a:p>
              <a:endParaRPr sz="2400"/>
            </a:p>
          </p:txBody>
        </p:sp>
        <p:sp>
          <p:nvSpPr>
            <p:cNvPr id="87" name="object 87"/>
            <p:cNvSpPr/>
            <p:nvPr/>
          </p:nvSpPr>
          <p:spPr>
            <a:xfrm>
              <a:off x="7590799" y="3338728"/>
              <a:ext cx="91440" cy="27940"/>
            </a:xfrm>
            <a:custGeom>
              <a:avLst/>
              <a:gdLst/>
              <a:ahLst/>
              <a:cxnLst/>
              <a:rect l="l" t="t" r="r" b="b"/>
              <a:pathLst>
                <a:path w="91440" h="27939">
                  <a:moveTo>
                    <a:pt x="0" y="0"/>
                  </a:moveTo>
                  <a:lnTo>
                    <a:pt x="90899" y="0"/>
                  </a:lnTo>
                  <a:lnTo>
                    <a:pt x="90899" y="27599"/>
                  </a:lnTo>
                  <a:lnTo>
                    <a:pt x="0" y="27599"/>
                  </a:lnTo>
                  <a:lnTo>
                    <a:pt x="0" y="0"/>
                  </a:lnTo>
                  <a:close/>
                </a:path>
              </a:pathLst>
            </a:custGeom>
            <a:ln w="3175">
              <a:solidFill>
                <a:srgbClr val="237A94"/>
              </a:solidFill>
            </a:ln>
          </p:spPr>
          <p:txBody>
            <a:bodyPr wrap="square" lIns="0" tIns="0" rIns="0" bIns="0" rtlCol="0"/>
            <a:lstStyle/>
            <a:p>
              <a:endParaRPr sz="2400"/>
            </a:p>
          </p:txBody>
        </p:sp>
        <p:sp>
          <p:nvSpPr>
            <p:cNvPr id="88" name="object 88"/>
            <p:cNvSpPr/>
            <p:nvPr/>
          </p:nvSpPr>
          <p:spPr>
            <a:xfrm>
              <a:off x="7363353" y="3149624"/>
              <a:ext cx="91440" cy="217804"/>
            </a:xfrm>
            <a:custGeom>
              <a:avLst/>
              <a:gdLst/>
              <a:ahLst/>
              <a:cxnLst/>
              <a:rect l="l" t="t" r="r" b="b"/>
              <a:pathLst>
                <a:path w="91440" h="217804">
                  <a:moveTo>
                    <a:pt x="90899" y="217799"/>
                  </a:moveTo>
                  <a:lnTo>
                    <a:pt x="0" y="217799"/>
                  </a:lnTo>
                  <a:lnTo>
                    <a:pt x="0" y="0"/>
                  </a:lnTo>
                  <a:lnTo>
                    <a:pt x="90899" y="0"/>
                  </a:lnTo>
                  <a:lnTo>
                    <a:pt x="90899" y="217799"/>
                  </a:lnTo>
                  <a:close/>
                </a:path>
              </a:pathLst>
            </a:custGeom>
            <a:solidFill>
              <a:srgbClr val="DAF7FF"/>
            </a:solidFill>
          </p:spPr>
          <p:txBody>
            <a:bodyPr wrap="square" lIns="0" tIns="0" rIns="0" bIns="0" rtlCol="0"/>
            <a:lstStyle/>
            <a:p>
              <a:endParaRPr sz="2400"/>
            </a:p>
          </p:txBody>
        </p:sp>
        <p:sp>
          <p:nvSpPr>
            <p:cNvPr id="89" name="object 89"/>
            <p:cNvSpPr/>
            <p:nvPr/>
          </p:nvSpPr>
          <p:spPr>
            <a:xfrm>
              <a:off x="7363353" y="3149624"/>
              <a:ext cx="91440" cy="217804"/>
            </a:xfrm>
            <a:custGeom>
              <a:avLst/>
              <a:gdLst/>
              <a:ahLst/>
              <a:cxnLst/>
              <a:rect l="l" t="t" r="r" b="b"/>
              <a:pathLst>
                <a:path w="91440" h="217804">
                  <a:moveTo>
                    <a:pt x="0" y="0"/>
                  </a:moveTo>
                  <a:lnTo>
                    <a:pt x="90899" y="0"/>
                  </a:lnTo>
                  <a:lnTo>
                    <a:pt x="90899" y="217799"/>
                  </a:lnTo>
                  <a:lnTo>
                    <a:pt x="0" y="217799"/>
                  </a:lnTo>
                  <a:lnTo>
                    <a:pt x="0" y="0"/>
                  </a:lnTo>
                  <a:close/>
                </a:path>
              </a:pathLst>
            </a:custGeom>
            <a:ln w="3175">
              <a:solidFill>
                <a:srgbClr val="237A94"/>
              </a:solidFill>
            </a:ln>
          </p:spPr>
          <p:txBody>
            <a:bodyPr wrap="square" lIns="0" tIns="0" rIns="0" bIns="0" rtlCol="0"/>
            <a:lstStyle/>
            <a:p>
              <a:endParaRPr sz="2400"/>
            </a:p>
          </p:txBody>
        </p:sp>
        <p:sp>
          <p:nvSpPr>
            <p:cNvPr id="90" name="object 90"/>
            <p:cNvSpPr/>
            <p:nvPr/>
          </p:nvSpPr>
          <p:spPr>
            <a:xfrm>
              <a:off x="7314874" y="3368625"/>
              <a:ext cx="514984" cy="1270"/>
            </a:xfrm>
            <a:custGeom>
              <a:avLst/>
              <a:gdLst/>
              <a:ahLst/>
              <a:cxnLst/>
              <a:rect l="l" t="t" r="r" b="b"/>
              <a:pathLst>
                <a:path w="514984" h="1270">
                  <a:moveTo>
                    <a:pt x="0" y="899"/>
                  </a:moveTo>
                  <a:lnTo>
                    <a:pt x="514499" y="0"/>
                  </a:lnTo>
                </a:path>
              </a:pathLst>
            </a:custGeom>
            <a:ln w="3175">
              <a:solidFill>
                <a:srgbClr val="4285F4"/>
              </a:solidFill>
            </a:ln>
          </p:spPr>
          <p:txBody>
            <a:bodyPr wrap="square" lIns="0" tIns="0" rIns="0" bIns="0" rtlCol="0"/>
            <a:lstStyle/>
            <a:p>
              <a:endParaRPr sz="2400"/>
            </a:p>
          </p:txBody>
        </p:sp>
      </p:grpSp>
      <p:sp>
        <p:nvSpPr>
          <p:cNvPr id="91" name="object 91" descr="$PPTXTitle"/>
          <p:cNvSpPr txBox="1">
            <a:spLocks noGrp="1"/>
          </p:cNvSpPr>
          <p:nvPr>
            <p:ph type="title"/>
          </p:nvPr>
        </p:nvSpPr>
        <p:spPr>
          <a:xfrm>
            <a:off x="309316" y="671823"/>
            <a:ext cx="14020800" cy="509541"/>
          </a:xfrm>
          <a:prstGeom prst="rect">
            <a:avLst/>
          </a:prstGeom>
        </p:spPr>
        <p:txBody>
          <a:bodyPr vert="horz" wrap="square" lIns="0" tIns="16933" rIns="0" bIns="0" rtlCol="0" anchor="ctr">
            <a:spAutoFit/>
          </a:bodyPr>
          <a:lstStyle/>
          <a:p>
            <a:pPr marL="279393">
              <a:spcBef>
                <a:spcPts val="133"/>
              </a:spcBef>
            </a:pPr>
            <a:r>
              <a:rPr dirty="0"/>
              <a:t>How</a:t>
            </a:r>
            <a:r>
              <a:rPr spc="-140" dirty="0"/>
              <a:t> </a:t>
            </a:r>
            <a:r>
              <a:rPr spc="93" dirty="0"/>
              <a:t>do</a:t>
            </a:r>
            <a:r>
              <a:rPr spc="-140" dirty="0"/>
              <a:t> </a:t>
            </a:r>
            <a:r>
              <a:rPr spc="93" dirty="0"/>
              <a:t>you</a:t>
            </a:r>
            <a:r>
              <a:rPr spc="-140" dirty="0"/>
              <a:t> </a:t>
            </a:r>
            <a:r>
              <a:rPr dirty="0"/>
              <a:t>verify</a:t>
            </a:r>
            <a:r>
              <a:rPr spc="-140" dirty="0"/>
              <a:t> </a:t>
            </a:r>
            <a:r>
              <a:rPr spc="-13" dirty="0"/>
              <a:t>tokens?</a:t>
            </a:r>
          </a:p>
        </p:txBody>
      </p:sp>
      <p:grpSp>
        <p:nvGrpSpPr>
          <p:cNvPr id="92" name="object 92"/>
          <p:cNvGrpSpPr/>
          <p:nvPr/>
        </p:nvGrpSpPr>
        <p:grpSpPr>
          <a:xfrm>
            <a:off x="6840334" y="2278450"/>
            <a:ext cx="1431713" cy="296333"/>
            <a:chOff x="5130250" y="1708837"/>
            <a:chExt cx="1073785" cy="222250"/>
          </a:xfrm>
        </p:grpSpPr>
        <p:sp>
          <p:nvSpPr>
            <p:cNvPr id="93" name="object 93"/>
            <p:cNvSpPr/>
            <p:nvPr/>
          </p:nvSpPr>
          <p:spPr>
            <a:xfrm>
              <a:off x="5520637" y="1900308"/>
              <a:ext cx="91440" cy="27940"/>
            </a:xfrm>
            <a:custGeom>
              <a:avLst/>
              <a:gdLst/>
              <a:ahLst/>
              <a:cxnLst/>
              <a:rect l="l" t="t" r="r" b="b"/>
              <a:pathLst>
                <a:path w="91439" h="27939">
                  <a:moveTo>
                    <a:pt x="90899" y="27599"/>
                  </a:moveTo>
                  <a:lnTo>
                    <a:pt x="0" y="27599"/>
                  </a:lnTo>
                  <a:lnTo>
                    <a:pt x="0" y="0"/>
                  </a:lnTo>
                  <a:lnTo>
                    <a:pt x="90899" y="0"/>
                  </a:lnTo>
                  <a:lnTo>
                    <a:pt x="90899" y="27599"/>
                  </a:lnTo>
                  <a:close/>
                </a:path>
              </a:pathLst>
            </a:custGeom>
            <a:solidFill>
              <a:srgbClr val="DAF7FF"/>
            </a:solidFill>
          </p:spPr>
          <p:txBody>
            <a:bodyPr wrap="square" lIns="0" tIns="0" rIns="0" bIns="0" rtlCol="0"/>
            <a:lstStyle/>
            <a:p>
              <a:endParaRPr sz="2400"/>
            </a:p>
          </p:txBody>
        </p:sp>
        <p:sp>
          <p:nvSpPr>
            <p:cNvPr id="94" name="object 94"/>
            <p:cNvSpPr/>
            <p:nvPr/>
          </p:nvSpPr>
          <p:spPr>
            <a:xfrm>
              <a:off x="5520637" y="1900308"/>
              <a:ext cx="91440" cy="27940"/>
            </a:xfrm>
            <a:custGeom>
              <a:avLst/>
              <a:gdLst/>
              <a:ahLst/>
              <a:cxnLst/>
              <a:rect l="l" t="t" r="r" b="b"/>
              <a:pathLst>
                <a:path w="91439" h="27939">
                  <a:moveTo>
                    <a:pt x="0" y="0"/>
                  </a:moveTo>
                  <a:lnTo>
                    <a:pt x="90899" y="0"/>
                  </a:lnTo>
                  <a:lnTo>
                    <a:pt x="90899" y="27599"/>
                  </a:lnTo>
                  <a:lnTo>
                    <a:pt x="0" y="27599"/>
                  </a:lnTo>
                  <a:lnTo>
                    <a:pt x="0" y="0"/>
                  </a:lnTo>
                  <a:close/>
                </a:path>
              </a:pathLst>
            </a:custGeom>
            <a:ln w="3175">
              <a:solidFill>
                <a:srgbClr val="237A94"/>
              </a:solidFill>
            </a:ln>
          </p:spPr>
          <p:txBody>
            <a:bodyPr wrap="square" lIns="0" tIns="0" rIns="0" bIns="0" rtlCol="0"/>
            <a:lstStyle/>
            <a:p>
              <a:endParaRPr sz="2400"/>
            </a:p>
          </p:txBody>
        </p:sp>
        <p:sp>
          <p:nvSpPr>
            <p:cNvPr id="95" name="object 95"/>
            <p:cNvSpPr/>
            <p:nvPr/>
          </p:nvSpPr>
          <p:spPr>
            <a:xfrm>
              <a:off x="5293198" y="1771065"/>
              <a:ext cx="91440" cy="156210"/>
            </a:xfrm>
            <a:custGeom>
              <a:avLst/>
              <a:gdLst/>
              <a:ahLst/>
              <a:cxnLst/>
              <a:rect l="l" t="t" r="r" b="b"/>
              <a:pathLst>
                <a:path w="91439" h="156210">
                  <a:moveTo>
                    <a:pt x="90899" y="155999"/>
                  </a:moveTo>
                  <a:lnTo>
                    <a:pt x="0" y="155999"/>
                  </a:lnTo>
                  <a:lnTo>
                    <a:pt x="0" y="0"/>
                  </a:lnTo>
                  <a:lnTo>
                    <a:pt x="90899" y="0"/>
                  </a:lnTo>
                  <a:lnTo>
                    <a:pt x="90899" y="155999"/>
                  </a:lnTo>
                  <a:close/>
                </a:path>
              </a:pathLst>
            </a:custGeom>
            <a:solidFill>
              <a:srgbClr val="DAF7FF"/>
            </a:solidFill>
          </p:spPr>
          <p:txBody>
            <a:bodyPr wrap="square" lIns="0" tIns="0" rIns="0" bIns="0" rtlCol="0"/>
            <a:lstStyle/>
            <a:p>
              <a:endParaRPr sz="2400"/>
            </a:p>
          </p:txBody>
        </p:sp>
        <p:sp>
          <p:nvSpPr>
            <p:cNvPr id="96" name="object 96"/>
            <p:cNvSpPr/>
            <p:nvPr/>
          </p:nvSpPr>
          <p:spPr>
            <a:xfrm>
              <a:off x="5293198" y="1771065"/>
              <a:ext cx="91440" cy="156210"/>
            </a:xfrm>
            <a:custGeom>
              <a:avLst/>
              <a:gdLst/>
              <a:ahLst/>
              <a:cxnLst/>
              <a:rect l="l" t="t" r="r" b="b"/>
              <a:pathLst>
                <a:path w="91439" h="156210">
                  <a:moveTo>
                    <a:pt x="0" y="0"/>
                  </a:moveTo>
                  <a:lnTo>
                    <a:pt x="90899" y="0"/>
                  </a:lnTo>
                  <a:lnTo>
                    <a:pt x="90899" y="155999"/>
                  </a:lnTo>
                  <a:lnTo>
                    <a:pt x="0" y="155999"/>
                  </a:lnTo>
                  <a:lnTo>
                    <a:pt x="0" y="0"/>
                  </a:lnTo>
                  <a:close/>
                </a:path>
              </a:pathLst>
            </a:custGeom>
            <a:ln w="3175">
              <a:solidFill>
                <a:srgbClr val="237A94"/>
              </a:solidFill>
            </a:ln>
          </p:spPr>
          <p:txBody>
            <a:bodyPr wrap="square" lIns="0" tIns="0" rIns="0" bIns="0" rtlCol="0"/>
            <a:lstStyle/>
            <a:p>
              <a:endParaRPr sz="2400"/>
            </a:p>
          </p:txBody>
        </p:sp>
        <p:sp>
          <p:nvSpPr>
            <p:cNvPr id="97" name="object 97"/>
            <p:cNvSpPr/>
            <p:nvPr/>
          </p:nvSpPr>
          <p:spPr>
            <a:xfrm>
              <a:off x="5406915" y="1859256"/>
              <a:ext cx="91440" cy="67945"/>
            </a:xfrm>
            <a:custGeom>
              <a:avLst/>
              <a:gdLst/>
              <a:ahLst/>
              <a:cxnLst/>
              <a:rect l="l" t="t" r="r" b="b"/>
              <a:pathLst>
                <a:path w="91439" h="67944">
                  <a:moveTo>
                    <a:pt x="90899" y="67799"/>
                  </a:moveTo>
                  <a:lnTo>
                    <a:pt x="0" y="67799"/>
                  </a:lnTo>
                  <a:lnTo>
                    <a:pt x="0" y="0"/>
                  </a:lnTo>
                  <a:lnTo>
                    <a:pt x="90899" y="0"/>
                  </a:lnTo>
                  <a:lnTo>
                    <a:pt x="90899" y="67799"/>
                  </a:lnTo>
                  <a:close/>
                </a:path>
              </a:pathLst>
            </a:custGeom>
            <a:solidFill>
              <a:srgbClr val="DAF7FF"/>
            </a:solidFill>
          </p:spPr>
          <p:txBody>
            <a:bodyPr wrap="square" lIns="0" tIns="0" rIns="0" bIns="0" rtlCol="0"/>
            <a:lstStyle/>
            <a:p>
              <a:endParaRPr sz="2400"/>
            </a:p>
          </p:txBody>
        </p:sp>
        <p:sp>
          <p:nvSpPr>
            <p:cNvPr id="98" name="object 98"/>
            <p:cNvSpPr/>
            <p:nvPr/>
          </p:nvSpPr>
          <p:spPr>
            <a:xfrm>
              <a:off x="5406915" y="1859256"/>
              <a:ext cx="91440" cy="67945"/>
            </a:xfrm>
            <a:custGeom>
              <a:avLst/>
              <a:gdLst/>
              <a:ahLst/>
              <a:cxnLst/>
              <a:rect l="l" t="t" r="r" b="b"/>
              <a:pathLst>
                <a:path w="91439" h="67944">
                  <a:moveTo>
                    <a:pt x="0" y="0"/>
                  </a:moveTo>
                  <a:lnTo>
                    <a:pt x="90899" y="0"/>
                  </a:lnTo>
                  <a:lnTo>
                    <a:pt x="90899" y="67799"/>
                  </a:lnTo>
                  <a:lnTo>
                    <a:pt x="0" y="67799"/>
                  </a:lnTo>
                  <a:lnTo>
                    <a:pt x="0" y="0"/>
                  </a:lnTo>
                  <a:close/>
                </a:path>
              </a:pathLst>
            </a:custGeom>
            <a:ln w="3175">
              <a:solidFill>
                <a:srgbClr val="237A94"/>
              </a:solidFill>
            </a:ln>
          </p:spPr>
          <p:txBody>
            <a:bodyPr wrap="square" lIns="0" tIns="0" rIns="0" bIns="0" rtlCol="0"/>
            <a:lstStyle/>
            <a:p>
              <a:endParaRPr sz="2400"/>
            </a:p>
          </p:txBody>
        </p:sp>
        <p:sp>
          <p:nvSpPr>
            <p:cNvPr id="99" name="object 99"/>
            <p:cNvSpPr/>
            <p:nvPr/>
          </p:nvSpPr>
          <p:spPr>
            <a:xfrm>
              <a:off x="5179479" y="1710350"/>
              <a:ext cx="91440" cy="217804"/>
            </a:xfrm>
            <a:custGeom>
              <a:avLst/>
              <a:gdLst/>
              <a:ahLst/>
              <a:cxnLst/>
              <a:rect l="l" t="t" r="r" b="b"/>
              <a:pathLst>
                <a:path w="91439" h="217805">
                  <a:moveTo>
                    <a:pt x="90899" y="217799"/>
                  </a:moveTo>
                  <a:lnTo>
                    <a:pt x="0" y="217799"/>
                  </a:lnTo>
                  <a:lnTo>
                    <a:pt x="0" y="0"/>
                  </a:lnTo>
                  <a:lnTo>
                    <a:pt x="90899" y="0"/>
                  </a:lnTo>
                  <a:lnTo>
                    <a:pt x="90899" y="217799"/>
                  </a:lnTo>
                  <a:close/>
                </a:path>
              </a:pathLst>
            </a:custGeom>
            <a:solidFill>
              <a:srgbClr val="DAF7FF"/>
            </a:solidFill>
          </p:spPr>
          <p:txBody>
            <a:bodyPr wrap="square" lIns="0" tIns="0" rIns="0" bIns="0" rtlCol="0"/>
            <a:lstStyle/>
            <a:p>
              <a:endParaRPr sz="2400"/>
            </a:p>
          </p:txBody>
        </p:sp>
        <p:sp>
          <p:nvSpPr>
            <p:cNvPr id="100" name="object 100"/>
            <p:cNvSpPr/>
            <p:nvPr/>
          </p:nvSpPr>
          <p:spPr>
            <a:xfrm>
              <a:off x="5179479" y="1710350"/>
              <a:ext cx="91440" cy="217804"/>
            </a:xfrm>
            <a:custGeom>
              <a:avLst/>
              <a:gdLst/>
              <a:ahLst/>
              <a:cxnLst/>
              <a:rect l="l" t="t" r="r" b="b"/>
              <a:pathLst>
                <a:path w="91439" h="217805">
                  <a:moveTo>
                    <a:pt x="0" y="0"/>
                  </a:moveTo>
                  <a:lnTo>
                    <a:pt x="90899" y="0"/>
                  </a:lnTo>
                  <a:lnTo>
                    <a:pt x="90899" y="217799"/>
                  </a:lnTo>
                  <a:lnTo>
                    <a:pt x="0" y="217799"/>
                  </a:lnTo>
                  <a:lnTo>
                    <a:pt x="0" y="0"/>
                  </a:lnTo>
                  <a:close/>
                </a:path>
              </a:pathLst>
            </a:custGeom>
            <a:ln w="3175">
              <a:solidFill>
                <a:srgbClr val="237A94"/>
              </a:solidFill>
            </a:ln>
          </p:spPr>
          <p:txBody>
            <a:bodyPr wrap="square" lIns="0" tIns="0" rIns="0" bIns="0" rtlCol="0"/>
            <a:lstStyle/>
            <a:p>
              <a:endParaRPr sz="2400"/>
            </a:p>
          </p:txBody>
        </p:sp>
        <p:sp>
          <p:nvSpPr>
            <p:cNvPr id="101" name="object 101"/>
            <p:cNvSpPr/>
            <p:nvPr/>
          </p:nvSpPr>
          <p:spPr>
            <a:xfrm>
              <a:off x="5131000" y="1929350"/>
              <a:ext cx="514984" cy="1270"/>
            </a:xfrm>
            <a:custGeom>
              <a:avLst/>
              <a:gdLst/>
              <a:ahLst/>
              <a:cxnLst/>
              <a:rect l="l" t="t" r="r" b="b"/>
              <a:pathLst>
                <a:path w="514985" h="1269">
                  <a:moveTo>
                    <a:pt x="0" y="899"/>
                  </a:moveTo>
                  <a:lnTo>
                    <a:pt x="514499" y="0"/>
                  </a:lnTo>
                </a:path>
              </a:pathLst>
            </a:custGeom>
            <a:ln w="3175">
              <a:solidFill>
                <a:srgbClr val="4285F4"/>
              </a:solidFill>
            </a:ln>
          </p:spPr>
          <p:txBody>
            <a:bodyPr wrap="square" lIns="0" tIns="0" rIns="0" bIns="0" rtlCol="0"/>
            <a:lstStyle/>
            <a:p>
              <a:endParaRPr sz="2400"/>
            </a:p>
          </p:txBody>
        </p:sp>
        <p:sp>
          <p:nvSpPr>
            <p:cNvPr id="102" name="object 102"/>
            <p:cNvSpPr/>
            <p:nvPr/>
          </p:nvSpPr>
          <p:spPr>
            <a:xfrm>
              <a:off x="6078412" y="1900308"/>
              <a:ext cx="91440" cy="27940"/>
            </a:xfrm>
            <a:custGeom>
              <a:avLst/>
              <a:gdLst/>
              <a:ahLst/>
              <a:cxnLst/>
              <a:rect l="l" t="t" r="r" b="b"/>
              <a:pathLst>
                <a:path w="91439" h="27939">
                  <a:moveTo>
                    <a:pt x="90899" y="27599"/>
                  </a:moveTo>
                  <a:lnTo>
                    <a:pt x="0" y="27599"/>
                  </a:lnTo>
                  <a:lnTo>
                    <a:pt x="0" y="0"/>
                  </a:lnTo>
                  <a:lnTo>
                    <a:pt x="90899" y="0"/>
                  </a:lnTo>
                  <a:lnTo>
                    <a:pt x="90899" y="27599"/>
                  </a:lnTo>
                  <a:close/>
                </a:path>
              </a:pathLst>
            </a:custGeom>
            <a:solidFill>
              <a:srgbClr val="E3C1E1"/>
            </a:solidFill>
          </p:spPr>
          <p:txBody>
            <a:bodyPr wrap="square" lIns="0" tIns="0" rIns="0" bIns="0" rtlCol="0"/>
            <a:lstStyle/>
            <a:p>
              <a:endParaRPr sz="2400"/>
            </a:p>
          </p:txBody>
        </p:sp>
        <p:sp>
          <p:nvSpPr>
            <p:cNvPr id="103" name="object 103"/>
            <p:cNvSpPr/>
            <p:nvPr/>
          </p:nvSpPr>
          <p:spPr>
            <a:xfrm>
              <a:off x="6078412" y="1900308"/>
              <a:ext cx="91440" cy="27940"/>
            </a:xfrm>
            <a:custGeom>
              <a:avLst/>
              <a:gdLst/>
              <a:ahLst/>
              <a:cxnLst/>
              <a:rect l="l" t="t" r="r" b="b"/>
              <a:pathLst>
                <a:path w="91439" h="27939">
                  <a:moveTo>
                    <a:pt x="0" y="0"/>
                  </a:moveTo>
                  <a:lnTo>
                    <a:pt x="90899" y="0"/>
                  </a:lnTo>
                  <a:lnTo>
                    <a:pt x="90899" y="27599"/>
                  </a:lnTo>
                  <a:lnTo>
                    <a:pt x="0" y="27599"/>
                  </a:lnTo>
                  <a:lnTo>
                    <a:pt x="0" y="0"/>
                  </a:lnTo>
                  <a:close/>
                </a:path>
              </a:pathLst>
            </a:custGeom>
            <a:ln w="3175">
              <a:solidFill>
                <a:srgbClr val="965AC8"/>
              </a:solidFill>
            </a:ln>
          </p:spPr>
          <p:txBody>
            <a:bodyPr wrap="square" lIns="0" tIns="0" rIns="0" bIns="0" rtlCol="0"/>
            <a:lstStyle/>
            <a:p>
              <a:endParaRPr sz="2400"/>
            </a:p>
          </p:txBody>
        </p:sp>
        <p:sp>
          <p:nvSpPr>
            <p:cNvPr id="104" name="object 104"/>
            <p:cNvSpPr/>
            <p:nvPr/>
          </p:nvSpPr>
          <p:spPr>
            <a:xfrm>
              <a:off x="5850975" y="1806474"/>
              <a:ext cx="91440" cy="120650"/>
            </a:xfrm>
            <a:custGeom>
              <a:avLst/>
              <a:gdLst/>
              <a:ahLst/>
              <a:cxnLst/>
              <a:rect l="l" t="t" r="r" b="b"/>
              <a:pathLst>
                <a:path w="91439" h="120650">
                  <a:moveTo>
                    <a:pt x="90899" y="120599"/>
                  </a:moveTo>
                  <a:lnTo>
                    <a:pt x="0" y="120599"/>
                  </a:lnTo>
                  <a:lnTo>
                    <a:pt x="0" y="0"/>
                  </a:lnTo>
                  <a:lnTo>
                    <a:pt x="90899" y="0"/>
                  </a:lnTo>
                  <a:lnTo>
                    <a:pt x="90899" y="120599"/>
                  </a:lnTo>
                  <a:close/>
                </a:path>
              </a:pathLst>
            </a:custGeom>
            <a:solidFill>
              <a:srgbClr val="E3C1E1"/>
            </a:solidFill>
          </p:spPr>
          <p:txBody>
            <a:bodyPr wrap="square" lIns="0" tIns="0" rIns="0" bIns="0" rtlCol="0"/>
            <a:lstStyle/>
            <a:p>
              <a:endParaRPr sz="2400"/>
            </a:p>
          </p:txBody>
        </p:sp>
        <p:sp>
          <p:nvSpPr>
            <p:cNvPr id="105" name="object 105"/>
            <p:cNvSpPr/>
            <p:nvPr/>
          </p:nvSpPr>
          <p:spPr>
            <a:xfrm>
              <a:off x="5850975" y="1806474"/>
              <a:ext cx="91440" cy="120650"/>
            </a:xfrm>
            <a:custGeom>
              <a:avLst/>
              <a:gdLst/>
              <a:ahLst/>
              <a:cxnLst/>
              <a:rect l="l" t="t" r="r" b="b"/>
              <a:pathLst>
                <a:path w="91439" h="120650">
                  <a:moveTo>
                    <a:pt x="0" y="0"/>
                  </a:moveTo>
                  <a:lnTo>
                    <a:pt x="90899" y="0"/>
                  </a:lnTo>
                  <a:lnTo>
                    <a:pt x="90899" y="120599"/>
                  </a:lnTo>
                  <a:lnTo>
                    <a:pt x="0" y="120599"/>
                  </a:lnTo>
                  <a:lnTo>
                    <a:pt x="0" y="0"/>
                  </a:lnTo>
                  <a:close/>
                </a:path>
              </a:pathLst>
            </a:custGeom>
            <a:ln w="3175">
              <a:solidFill>
                <a:srgbClr val="965AC8"/>
              </a:solidFill>
            </a:ln>
          </p:spPr>
          <p:txBody>
            <a:bodyPr wrap="square" lIns="0" tIns="0" rIns="0" bIns="0" rtlCol="0"/>
            <a:lstStyle/>
            <a:p>
              <a:endParaRPr sz="2400"/>
            </a:p>
          </p:txBody>
        </p:sp>
        <p:sp>
          <p:nvSpPr>
            <p:cNvPr id="106" name="object 106"/>
            <p:cNvSpPr/>
            <p:nvPr/>
          </p:nvSpPr>
          <p:spPr>
            <a:xfrm>
              <a:off x="5964700" y="1877351"/>
              <a:ext cx="91440" cy="50165"/>
            </a:xfrm>
            <a:custGeom>
              <a:avLst/>
              <a:gdLst/>
              <a:ahLst/>
              <a:cxnLst/>
              <a:rect l="l" t="t" r="r" b="b"/>
              <a:pathLst>
                <a:path w="91439" h="50164">
                  <a:moveTo>
                    <a:pt x="90899" y="49799"/>
                  </a:moveTo>
                  <a:lnTo>
                    <a:pt x="0" y="49799"/>
                  </a:lnTo>
                  <a:lnTo>
                    <a:pt x="0" y="0"/>
                  </a:lnTo>
                  <a:lnTo>
                    <a:pt x="90899" y="0"/>
                  </a:lnTo>
                  <a:lnTo>
                    <a:pt x="90899" y="49799"/>
                  </a:lnTo>
                  <a:close/>
                </a:path>
              </a:pathLst>
            </a:custGeom>
            <a:solidFill>
              <a:srgbClr val="E3C1E1"/>
            </a:solidFill>
          </p:spPr>
          <p:txBody>
            <a:bodyPr wrap="square" lIns="0" tIns="0" rIns="0" bIns="0" rtlCol="0"/>
            <a:lstStyle/>
            <a:p>
              <a:endParaRPr sz="2400"/>
            </a:p>
          </p:txBody>
        </p:sp>
        <p:sp>
          <p:nvSpPr>
            <p:cNvPr id="107" name="object 107"/>
            <p:cNvSpPr/>
            <p:nvPr/>
          </p:nvSpPr>
          <p:spPr>
            <a:xfrm>
              <a:off x="5964700" y="1877351"/>
              <a:ext cx="91440" cy="50165"/>
            </a:xfrm>
            <a:custGeom>
              <a:avLst/>
              <a:gdLst/>
              <a:ahLst/>
              <a:cxnLst/>
              <a:rect l="l" t="t" r="r" b="b"/>
              <a:pathLst>
                <a:path w="91439" h="50164">
                  <a:moveTo>
                    <a:pt x="0" y="0"/>
                  </a:moveTo>
                  <a:lnTo>
                    <a:pt x="90899" y="0"/>
                  </a:lnTo>
                  <a:lnTo>
                    <a:pt x="90899" y="49799"/>
                  </a:lnTo>
                  <a:lnTo>
                    <a:pt x="0" y="49799"/>
                  </a:lnTo>
                  <a:lnTo>
                    <a:pt x="0" y="0"/>
                  </a:lnTo>
                  <a:close/>
                </a:path>
              </a:pathLst>
            </a:custGeom>
            <a:ln w="3175">
              <a:solidFill>
                <a:srgbClr val="965AC8"/>
              </a:solidFill>
            </a:ln>
          </p:spPr>
          <p:txBody>
            <a:bodyPr wrap="square" lIns="0" tIns="0" rIns="0" bIns="0" rtlCol="0"/>
            <a:lstStyle/>
            <a:p>
              <a:endParaRPr sz="2400"/>
            </a:p>
          </p:txBody>
        </p:sp>
        <p:sp>
          <p:nvSpPr>
            <p:cNvPr id="108" name="object 108"/>
            <p:cNvSpPr/>
            <p:nvPr/>
          </p:nvSpPr>
          <p:spPr>
            <a:xfrm>
              <a:off x="5737250" y="1722325"/>
              <a:ext cx="91440" cy="206375"/>
            </a:xfrm>
            <a:custGeom>
              <a:avLst/>
              <a:gdLst/>
              <a:ahLst/>
              <a:cxnLst/>
              <a:rect l="l" t="t" r="r" b="b"/>
              <a:pathLst>
                <a:path w="91439" h="206375">
                  <a:moveTo>
                    <a:pt x="90899" y="205799"/>
                  </a:moveTo>
                  <a:lnTo>
                    <a:pt x="0" y="205799"/>
                  </a:lnTo>
                  <a:lnTo>
                    <a:pt x="0" y="0"/>
                  </a:lnTo>
                  <a:lnTo>
                    <a:pt x="90899" y="0"/>
                  </a:lnTo>
                  <a:lnTo>
                    <a:pt x="90899" y="205799"/>
                  </a:lnTo>
                  <a:close/>
                </a:path>
              </a:pathLst>
            </a:custGeom>
            <a:solidFill>
              <a:srgbClr val="E3C1E1"/>
            </a:solidFill>
          </p:spPr>
          <p:txBody>
            <a:bodyPr wrap="square" lIns="0" tIns="0" rIns="0" bIns="0" rtlCol="0"/>
            <a:lstStyle/>
            <a:p>
              <a:endParaRPr sz="2400"/>
            </a:p>
          </p:txBody>
        </p:sp>
        <p:sp>
          <p:nvSpPr>
            <p:cNvPr id="109" name="object 109"/>
            <p:cNvSpPr/>
            <p:nvPr/>
          </p:nvSpPr>
          <p:spPr>
            <a:xfrm>
              <a:off x="5737250" y="1722325"/>
              <a:ext cx="91440" cy="206375"/>
            </a:xfrm>
            <a:custGeom>
              <a:avLst/>
              <a:gdLst/>
              <a:ahLst/>
              <a:cxnLst/>
              <a:rect l="l" t="t" r="r" b="b"/>
              <a:pathLst>
                <a:path w="91439" h="206375">
                  <a:moveTo>
                    <a:pt x="0" y="0"/>
                  </a:moveTo>
                  <a:lnTo>
                    <a:pt x="90899" y="0"/>
                  </a:lnTo>
                  <a:lnTo>
                    <a:pt x="90899" y="205799"/>
                  </a:lnTo>
                  <a:lnTo>
                    <a:pt x="0" y="205799"/>
                  </a:lnTo>
                  <a:lnTo>
                    <a:pt x="0" y="0"/>
                  </a:lnTo>
                  <a:close/>
                </a:path>
              </a:pathLst>
            </a:custGeom>
            <a:ln w="3175">
              <a:solidFill>
                <a:srgbClr val="965AC8"/>
              </a:solidFill>
            </a:ln>
          </p:spPr>
          <p:txBody>
            <a:bodyPr wrap="square" lIns="0" tIns="0" rIns="0" bIns="0" rtlCol="0"/>
            <a:lstStyle/>
            <a:p>
              <a:endParaRPr sz="2400"/>
            </a:p>
          </p:txBody>
        </p:sp>
        <p:sp>
          <p:nvSpPr>
            <p:cNvPr id="110" name="object 110"/>
            <p:cNvSpPr/>
            <p:nvPr/>
          </p:nvSpPr>
          <p:spPr>
            <a:xfrm>
              <a:off x="5688775" y="1929350"/>
              <a:ext cx="514984" cy="1270"/>
            </a:xfrm>
            <a:custGeom>
              <a:avLst/>
              <a:gdLst/>
              <a:ahLst/>
              <a:cxnLst/>
              <a:rect l="l" t="t" r="r" b="b"/>
              <a:pathLst>
                <a:path w="514985" h="1269">
                  <a:moveTo>
                    <a:pt x="0" y="899"/>
                  </a:moveTo>
                  <a:lnTo>
                    <a:pt x="514499" y="0"/>
                  </a:lnTo>
                </a:path>
              </a:pathLst>
            </a:custGeom>
            <a:ln w="3175">
              <a:solidFill>
                <a:srgbClr val="4285F4"/>
              </a:solidFill>
            </a:ln>
          </p:spPr>
          <p:txBody>
            <a:bodyPr wrap="square" lIns="0" tIns="0" rIns="0" bIns="0" rtlCol="0"/>
            <a:lstStyle/>
            <a:p>
              <a:endParaRPr sz="2400"/>
            </a:p>
          </p:txBody>
        </p:sp>
      </p:grpSp>
      <p:grpSp>
        <p:nvGrpSpPr>
          <p:cNvPr id="111" name="object 111"/>
          <p:cNvGrpSpPr/>
          <p:nvPr/>
        </p:nvGrpSpPr>
        <p:grpSpPr>
          <a:xfrm>
            <a:off x="7543734" y="2705517"/>
            <a:ext cx="1414780" cy="322580"/>
            <a:chOff x="5657800" y="2029137"/>
            <a:chExt cx="1061085" cy="241935"/>
          </a:xfrm>
        </p:grpSpPr>
        <p:sp>
          <p:nvSpPr>
            <p:cNvPr id="112" name="object 112"/>
            <p:cNvSpPr/>
            <p:nvPr/>
          </p:nvSpPr>
          <p:spPr>
            <a:xfrm>
              <a:off x="6048175" y="2249628"/>
              <a:ext cx="91440" cy="17145"/>
            </a:xfrm>
            <a:custGeom>
              <a:avLst/>
              <a:gdLst/>
              <a:ahLst/>
              <a:cxnLst/>
              <a:rect l="l" t="t" r="r" b="b"/>
              <a:pathLst>
                <a:path w="91439" h="17144">
                  <a:moveTo>
                    <a:pt x="90899" y="16799"/>
                  </a:moveTo>
                  <a:lnTo>
                    <a:pt x="0" y="16799"/>
                  </a:lnTo>
                  <a:lnTo>
                    <a:pt x="0" y="0"/>
                  </a:lnTo>
                  <a:lnTo>
                    <a:pt x="90899" y="0"/>
                  </a:lnTo>
                  <a:lnTo>
                    <a:pt x="90899" y="16799"/>
                  </a:lnTo>
                  <a:close/>
                </a:path>
              </a:pathLst>
            </a:custGeom>
            <a:solidFill>
              <a:srgbClr val="DAF7FF"/>
            </a:solidFill>
          </p:spPr>
          <p:txBody>
            <a:bodyPr wrap="square" lIns="0" tIns="0" rIns="0" bIns="0" rtlCol="0"/>
            <a:lstStyle/>
            <a:p>
              <a:endParaRPr sz="2400"/>
            </a:p>
          </p:txBody>
        </p:sp>
        <p:sp>
          <p:nvSpPr>
            <p:cNvPr id="113" name="object 113"/>
            <p:cNvSpPr/>
            <p:nvPr/>
          </p:nvSpPr>
          <p:spPr>
            <a:xfrm>
              <a:off x="6048175" y="2249628"/>
              <a:ext cx="91440" cy="17145"/>
            </a:xfrm>
            <a:custGeom>
              <a:avLst/>
              <a:gdLst/>
              <a:ahLst/>
              <a:cxnLst/>
              <a:rect l="l" t="t" r="r" b="b"/>
              <a:pathLst>
                <a:path w="91439" h="17144">
                  <a:moveTo>
                    <a:pt x="0" y="0"/>
                  </a:moveTo>
                  <a:lnTo>
                    <a:pt x="90899" y="0"/>
                  </a:lnTo>
                  <a:lnTo>
                    <a:pt x="90899" y="16799"/>
                  </a:lnTo>
                  <a:lnTo>
                    <a:pt x="0" y="16799"/>
                  </a:lnTo>
                  <a:lnTo>
                    <a:pt x="0" y="0"/>
                  </a:lnTo>
                  <a:close/>
                </a:path>
              </a:pathLst>
            </a:custGeom>
            <a:ln w="3175">
              <a:solidFill>
                <a:srgbClr val="237A94"/>
              </a:solidFill>
            </a:ln>
          </p:spPr>
          <p:txBody>
            <a:bodyPr wrap="square" lIns="0" tIns="0" rIns="0" bIns="0" rtlCol="0"/>
            <a:lstStyle/>
            <a:p>
              <a:endParaRPr sz="2400"/>
            </a:p>
          </p:txBody>
        </p:sp>
        <p:sp>
          <p:nvSpPr>
            <p:cNvPr id="114" name="object 114"/>
            <p:cNvSpPr/>
            <p:nvPr/>
          </p:nvSpPr>
          <p:spPr>
            <a:xfrm>
              <a:off x="5820750" y="2223299"/>
              <a:ext cx="91440" cy="42545"/>
            </a:xfrm>
            <a:custGeom>
              <a:avLst/>
              <a:gdLst/>
              <a:ahLst/>
              <a:cxnLst/>
              <a:rect l="l" t="t" r="r" b="b"/>
              <a:pathLst>
                <a:path w="91439" h="42544">
                  <a:moveTo>
                    <a:pt x="90899" y="42299"/>
                  </a:moveTo>
                  <a:lnTo>
                    <a:pt x="0" y="42299"/>
                  </a:lnTo>
                  <a:lnTo>
                    <a:pt x="0" y="0"/>
                  </a:lnTo>
                  <a:lnTo>
                    <a:pt x="90899" y="0"/>
                  </a:lnTo>
                  <a:lnTo>
                    <a:pt x="90899" y="42299"/>
                  </a:lnTo>
                  <a:close/>
                </a:path>
              </a:pathLst>
            </a:custGeom>
            <a:solidFill>
              <a:srgbClr val="DAF7FF"/>
            </a:solidFill>
          </p:spPr>
          <p:txBody>
            <a:bodyPr wrap="square" lIns="0" tIns="0" rIns="0" bIns="0" rtlCol="0"/>
            <a:lstStyle/>
            <a:p>
              <a:endParaRPr sz="2400"/>
            </a:p>
          </p:txBody>
        </p:sp>
        <p:sp>
          <p:nvSpPr>
            <p:cNvPr id="115" name="object 115"/>
            <p:cNvSpPr/>
            <p:nvPr/>
          </p:nvSpPr>
          <p:spPr>
            <a:xfrm>
              <a:off x="5820750" y="2223299"/>
              <a:ext cx="91440" cy="42545"/>
            </a:xfrm>
            <a:custGeom>
              <a:avLst/>
              <a:gdLst/>
              <a:ahLst/>
              <a:cxnLst/>
              <a:rect l="l" t="t" r="r" b="b"/>
              <a:pathLst>
                <a:path w="91439" h="42544">
                  <a:moveTo>
                    <a:pt x="0" y="0"/>
                  </a:moveTo>
                  <a:lnTo>
                    <a:pt x="90899" y="0"/>
                  </a:lnTo>
                  <a:lnTo>
                    <a:pt x="90899" y="42299"/>
                  </a:lnTo>
                  <a:lnTo>
                    <a:pt x="0" y="42299"/>
                  </a:lnTo>
                  <a:lnTo>
                    <a:pt x="0" y="0"/>
                  </a:lnTo>
                  <a:close/>
                </a:path>
              </a:pathLst>
            </a:custGeom>
            <a:ln w="3175">
              <a:solidFill>
                <a:srgbClr val="237A94"/>
              </a:solidFill>
            </a:ln>
          </p:spPr>
          <p:txBody>
            <a:bodyPr wrap="square" lIns="0" tIns="0" rIns="0" bIns="0" rtlCol="0"/>
            <a:lstStyle/>
            <a:p>
              <a:endParaRPr sz="2400"/>
            </a:p>
          </p:txBody>
        </p:sp>
        <p:sp>
          <p:nvSpPr>
            <p:cNvPr id="116" name="object 116"/>
            <p:cNvSpPr/>
            <p:nvPr/>
          </p:nvSpPr>
          <p:spPr>
            <a:xfrm>
              <a:off x="5934474" y="2237974"/>
              <a:ext cx="91440" cy="27940"/>
            </a:xfrm>
            <a:custGeom>
              <a:avLst/>
              <a:gdLst/>
              <a:ahLst/>
              <a:cxnLst/>
              <a:rect l="l" t="t" r="r" b="b"/>
              <a:pathLst>
                <a:path w="91439" h="27939">
                  <a:moveTo>
                    <a:pt x="90899" y="27599"/>
                  </a:moveTo>
                  <a:lnTo>
                    <a:pt x="0" y="27599"/>
                  </a:lnTo>
                  <a:lnTo>
                    <a:pt x="0" y="0"/>
                  </a:lnTo>
                  <a:lnTo>
                    <a:pt x="90899" y="0"/>
                  </a:lnTo>
                  <a:lnTo>
                    <a:pt x="90899" y="27599"/>
                  </a:lnTo>
                  <a:close/>
                </a:path>
              </a:pathLst>
            </a:custGeom>
            <a:solidFill>
              <a:srgbClr val="DAF7FF"/>
            </a:solidFill>
          </p:spPr>
          <p:txBody>
            <a:bodyPr wrap="square" lIns="0" tIns="0" rIns="0" bIns="0" rtlCol="0"/>
            <a:lstStyle/>
            <a:p>
              <a:endParaRPr sz="2400"/>
            </a:p>
          </p:txBody>
        </p:sp>
        <p:sp>
          <p:nvSpPr>
            <p:cNvPr id="117" name="object 117"/>
            <p:cNvSpPr/>
            <p:nvPr/>
          </p:nvSpPr>
          <p:spPr>
            <a:xfrm>
              <a:off x="5934474" y="2237974"/>
              <a:ext cx="91440" cy="27940"/>
            </a:xfrm>
            <a:custGeom>
              <a:avLst/>
              <a:gdLst/>
              <a:ahLst/>
              <a:cxnLst/>
              <a:rect l="l" t="t" r="r" b="b"/>
              <a:pathLst>
                <a:path w="91439" h="27939">
                  <a:moveTo>
                    <a:pt x="0" y="0"/>
                  </a:moveTo>
                  <a:lnTo>
                    <a:pt x="90899" y="0"/>
                  </a:lnTo>
                  <a:lnTo>
                    <a:pt x="90899" y="27599"/>
                  </a:lnTo>
                  <a:lnTo>
                    <a:pt x="0" y="27599"/>
                  </a:lnTo>
                  <a:lnTo>
                    <a:pt x="0" y="0"/>
                  </a:lnTo>
                  <a:close/>
                </a:path>
              </a:pathLst>
            </a:custGeom>
            <a:ln w="3175">
              <a:solidFill>
                <a:srgbClr val="237A94"/>
              </a:solidFill>
            </a:ln>
          </p:spPr>
          <p:txBody>
            <a:bodyPr wrap="square" lIns="0" tIns="0" rIns="0" bIns="0" rtlCol="0"/>
            <a:lstStyle/>
            <a:p>
              <a:endParaRPr sz="2400"/>
            </a:p>
          </p:txBody>
        </p:sp>
        <p:sp>
          <p:nvSpPr>
            <p:cNvPr id="118" name="object 118"/>
            <p:cNvSpPr/>
            <p:nvPr/>
          </p:nvSpPr>
          <p:spPr>
            <a:xfrm>
              <a:off x="5707025" y="2062950"/>
              <a:ext cx="91440" cy="203835"/>
            </a:xfrm>
            <a:custGeom>
              <a:avLst/>
              <a:gdLst/>
              <a:ahLst/>
              <a:cxnLst/>
              <a:rect l="l" t="t" r="r" b="b"/>
              <a:pathLst>
                <a:path w="91439" h="203835">
                  <a:moveTo>
                    <a:pt x="90899" y="203699"/>
                  </a:moveTo>
                  <a:lnTo>
                    <a:pt x="0" y="203699"/>
                  </a:lnTo>
                  <a:lnTo>
                    <a:pt x="0" y="0"/>
                  </a:lnTo>
                  <a:lnTo>
                    <a:pt x="90899" y="0"/>
                  </a:lnTo>
                  <a:lnTo>
                    <a:pt x="90899" y="203699"/>
                  </a:lnTo>
                  <a:close/>
                </a:path>
              </a:pathLst>
            </a:custGeom>
            <a:solidFill>
              <a:srgbClr val="DAF7FF"/>
            </a:solidFill>
          </p:spPr>
          <p:txBody>
            <a:bodyPr wrap="square" lIns="0" tIns="0" rIns="0" bIns="0" rtlCol="0"/>
            <a:lstStyle/>
            <a:p>
              <a:endParaRPr sz="2400"/>
            </a:p>
          </p:txBody>
        </p:sp>
        <p:sp>
          <p:nvSpPr>
            <p:cNvPr id="119" name="object 119"/>
            <p:cNvSpPr/>
            <p:nvPr/>
          </p:nvSpPr>
          <p:spPr>
            <a:xfrm>
              <a:off x="5707025" y="2062950"/>
              <a:ext cx="91440" cy="203835"/>
            </a:xfrm>
            <a:custGeom>
              <a:avLst/>
              <a:gdLst/>
              <a:ahLst/>
              <a:cxnLst/>
              <a:rect l="l" t="t" r="r" b="b"/>
              <a:pathLst>
                <a:path w="91439" h="203835">
                  <a:moveTo>
                    <a:pt x="0" y="0"/>
                  </a:moveTo>
                  <a:lnTo>
                    <a:pt x="90899" y="0"/>
                  </a:lnTo>
                  <a:lnTo>
                    <a:pt x="90899" y="203699"/>
                  </a:lnTo>
                  <a:lnTo>
                    <a:pt x="0" y="203699"/>
                  </a:lnTo>
                  <a:lnTo>
                    <a:pt x="0" y="0"/>
                  </a:lnTo>
                  <a:close/>
                </a:path>
              </a:pathLst>
            </a:custGeom>
            <a:ln w="3175">
              <a:solidFill>
                <a:srgbClr val="237A94"/>
              </a:solidFill>
            </a:ln>
          </p:spPr>
          <p:txBody>
            <a:bodyPr wrap="square" lIns="0" tIns="0" rIns="0" bIns="0" rtlCol="0"/>
            <a:lstStyle/>
            <a:p>
              <a:endParaRPr sz="2400"/>
            </a:p>
          </p:txBody>
        </p:sp>
        <p:sp>
          <p:nvSpPr>
            <p:cNvPr id="120" name="object 120"/>
            <p:cNvSpPr/>
            <p:nvPr/>
          </p:nvSpPr>
          <p:spPr>
            <a:xfrm>
              <a:off x="5658550" y="2267875"/>
              <a:ext cx="514984" cy="1270"/>
            </a:xfrm>
            <a:custGeom>
              <a:avLst/>
              <a:gdLst/>
              <a:ahLst/>
              <a:cxnLst/>
              <a:rect l="l" t="t" r="r" b="b"/>
              <a:pathLst>
                <a:path w="514985" h="1269">
                  <a:moveTo>
                    <a:pt x="0" y="899"/>
                  </a:moveTo>
                  <a:lnTo>
                    <a:pt x="514499" y="0"/>
                  </a:lnTo>
                </a:path>
              </a:pathLst>
            </a:custGeom>
            <a:ln w="3175">
              <a:solidFill>
                <a:srgbClr val="4285F4"/>
              </a:solidFill>
            </a:ln>
          </p:spPr>
          <p:txBody>
            <a:bodyPr wrap="square" lIns="0" tIns="0" rIns="0" bIns="0" rtlCol="0"/>
            <a:lstStyle/>
            <a:p>
              <a:endParaRPr sz="2400"/>
            </a:p>
          </p:txBody>
        </p:sp>
        <p:sp>
          <p:nvSpPr>
            <p:cNvPr id="121" name="object 121"/>
            <p:cNvSpPr/>
            <p:nvPr/>
          </p:nvSpPr>
          <p:spPr>
            <a:xfrm>
              <a:off x="6592912" y="2239883"/>
              <a:ext cx="91440" cy="27940"/>
            </a:xfrm>
            <a:custGeom>
              <a:avLst/>
              <a:gdLst/>
              <a:ahLst/>
              <a:cxnLst/>
              <a:rect l="l" t="t" r="r" b="b"/>
              <a:pathLst>
                <a:path w="91440" h="27939">
                  <a:moveTo>
                    <a:pt x="90899" y="27599"/>
                  </a:moveTo>
                  <a:lnTo>
                    <a:pt x="0" y="27599"/>
                  </a:lnTo>
                  <a:lnTo>
                    <a:pt x="0" y="0"/>
                  </a:lnTo>
                  <a:lnTo>
                    <a:pt x="90899" y="0"/>
                  </a:lnTo>
                  <a:lnTo>
                    <a:pt x="90899" y="27599"/>
                  </a:lnTo>
                  <a:close/>
                </a:path>
              </a:pathLst>
            </a:custGeom>
            <a:solidFill>
              <a:srgbClr val="E3C1E1"/>
            </a:solidFill>
          </p:spPr>
          <p:txBody>
            <a:bodyPr wrap="square" lIns="0" tIns="0" rIns="0" bIns="0" rtlCol="0"/>
            <a:lstStyle/>
            <a:p>
              <a:endParaRPr sz="2400"/>
            </a:p>
          </p:txBody>
        </p:sp>
        <p:sp>
          <p:nvSpPr>
            <p:cNvPr id="122" name="object 122"/>
            <p:cNvSpPr/>
            <p:nvPr/>
          </p:nvSpPr>
          <p:spPr>
            <a:xfrm>
              <a:off x="6592912" y="2239883"/>
              <a:ext cx="91440" cy="27940"/>
            </a:xfrm>
            <a:custGeom>
              <a:avLst/>
              <a:gdLst/>
              <a:ahLst/>
              <a:cxnLst/>
              <a:rect l="l" t="t" r="r" b="b"/>
              <a:pathLst>
                <a:path w="91440" h="27939">
                  <a:moveTo>
                    <a:pt x="0" y="0"/>
                  </a:moveTo>
                  <a:lnTo>
                    <a:pt x="90899" y="0"/>
                  </a:lnTo>
                  <a:lnTo>
                    <a:pt x="90899" y="27599"/>
                  </a:lnTo>
                  <a:lnTo>
                    <a:pt x="0" y="27599"/>
                  </a:lnTo>
                  <a:lnTo>
                    <a:pt x="0" y="0"/>
                  </a:lnTo>
                  <a:close/>
                </a:path>
              </a:pathLst>
            </a:custGeom>
            <a:ln w="3175">
              <a:solidFill>
                <a:srgbClr val="965AC8"/>
              </a:solidFill>
            </a:ln>
          </p:spPr>
          <p:txBody>
            <a:bodyPr wrap="square" lIns="0" tIns="0" rIns="0" bIns="0" rtlCol="0"/>
            <a:lstStyle/>
            <a:p>
              <a:endParaRPr sz="2400"/>
            </a:p>
          </p:txBody>
        </p:sp>
        <p:sp>
          <p:nvSpPr>
            <p:cNvPr id="123" name="object 123"/>
            <p:cNvSpPr/>
            <p:nvPr/>
          </p:nvSpPr>
          <p:spPr>
            <a:xfrm>
              <a:off x="6365475" y="2146049"/>
              <a:ext cx="91440" cy="120650"/>
            </a:xfrm>
            <a:custGeom>
              <a:avLst/>
              <a:gdLst/>
              <a:ahLst/>
              <a:cxnLst/>
              <a:rect l="l" t="t" r="r" b="b"/>
              <a:pathLst>
                <a:path w="91439" h="120650">
                  <a:moveTo>
                    <a:pt x="90899" y="120599"/>
                  </a:moveTo>
                  <a:lnTo>
                    <a:pt x="0" y="120599"/>
                  </a:lnTo>
                  <a:lnTo>
                    <a:pt x="0" y="0"/>
                  </a:lnTo>
                  <a:lnTo>
                    <a:pt x="90899" y="0"/>
                  </a:lnTo>
                  <a:lnTo>
                    <a:pt x="90899" y="120599"/>
                  </a:lnTo>
                  <a:close/>
                </a:path>
              </a:pathLst>
            </a:custGeom>
            <a:solidFill>
              <a:srgbClr val="E3C1E1"/>
            </a:solidFill>
          </p:spPr>
          <p:txBody>
            <a:bodyPr wrap="square" lIns="0" tIns="0" rIns="0" bIns="0" rtlCol="0"/>
            <a:lstStyle/>
            <a:p>
              <a:endParaRPr sz="2400"/>
            </a:p>
          </p:txBody>
        </p:sp>
        <p:sp>
          <p:nvSpPr>
            <p:cNvPr id="124" name="object 124"/>
            <p:cNvSpPr/>
            <p:nvPr/>
          </p:nvSpPr>
          <p:spPr>
            <a:xfrm>
              <a:off x="6365475" y="2146049"/>
              <a:ext cx="91440" cy="120650"/>
            </a:xfrm>
            <a:custGeom>
              <a:avLst/>
              <a:gdLst/>
              <a:ahLst/>
              <a:cxnLst/>
              <a:rect l="l" t="t" r="r" b="b"/>
              <a:pathLst>
                <a:path w="91439" h="120650">
                  <a:moveTo>
                    <a:pt x="0" y="0"/>
                  </a:moveTo>
                  <a:lnTo>
                    <a:pt x="90899" y="0"/>
                  </a:lnTo>
                  <a:lnTo>
                    <a:pt x="90899" y="120599"/>
                  </a:lnTo>
                  <a:lnTo>
                    <a:pt x="0" y="120599"/>
                  </a:lnTo>
                  <a:lnTo>
                    <a:pt x="0" y="0"/>
                  </a:lnTo>
                  <a:close/>
                </a:path>
              </a:pathLst>
            </a:custGeom>
            <a:ln w="3175">
              <a:solidFill>
                <a:srgbClr val="965AC8"/>
              </a:solidFill>
            </a:ln>
          </p:spPr>
          <p:txBody>
            <a:bodyPr wrap="square" lIns="0" tIns="0" rIns="0" bIns="0" rtlCol="0"/>
            <a:lstStyle/>
            <a:p>
              <a:endParaRPr sz="2400"/>
            </a:p>
          </p:txBody>
        </p:sp>
        <p:sp>
          <p:nvSpPr>
            <p:cNvPr id="125" name="object 125"/>
            <p:cNvSpPr/>
            <p:nvPr/>
          </p:nvSpPr>
          <p:spPr>
            <a:xfrm>
              <a:off x="6479199" y="2216926"/>
              <a:ext cx="91440" cy="50165"/>
            </a:xfrm>
            <a:custGeom>
              <a:avLst/>
              <a:gdLst/>
              <a:ahLst/>
              <a:cxnLst/>
              <a:rect l="l" t="t" r="r" b="b"/>
              <a:pathLst>
                <a:path w="91440" h="50164">
                  <a:moveTo>
                    <a:pt x="90899" y="49799"/>
                  </a:moveTo>
                  <a:lnTo>
                    <a:pt x="0" y="49799"/>
                  </a:lnTo>
                  <a:lnTo>
                    <a:pt x="0" y="0"/>
                  </a:lnTo>
                  <a:lnTo>
                    <a:pt x="90899" y="0"/>
                  </a:lnTo>
                  <a:lnTo>
                    <a:pt x="90899" y="49799"/>
                  </a:lnTo>
                  <a:close/>
                </a:path>
              </a:pathLst>
            </a:custGeom>
            <a:solidFill>
              <a:srgbClr val="E3C1E1"/>
            </a:solidFill>
          </p:spPr>
          <p:txBody>
            <a:bodyPr wrap="square" lIns="0" tIns="0" rIns="0" bIns="0" rtlCol="0"/>
            <a:lstStyle/>
            <a:p>
              <a:endParaRPr sz="2400"/>
            </a:p>
          </p:txBody>
        </p:sp>
        <p:sp>
          <p:nvSpPr>
            <p:cNvPr id="126" name="object 126"/>
            <p:cNvSpPr/>
            <p:nvPr/>
          </p:nvSpPr>
          <p:spPr>
            <a:xfrm>
              <a:off x="6479199" y="2216926"/>
              <a:ext cx="91440" cy="50165"/>
            </a:xfrm>
            <a:custGeom>
              <a:avLst/>
              <a:gdLst/>
              <a:ahLst/>
              <a:cxnLst/>
              <a:rect l="l" t="t" r="r" b="b"/>
              <a:pathLst>
                <a:path w="91440" h="50164">
                  <a:moveTo>
                    <a:pt x="0" y="0"/>
                  </a:moveTo>
                  <a:lnTo>
                    <a:pt x="90899" y="0"/>
                  </a:lnTo>
                  <a:lnTo>
                    <a:pt x="90899" y="49799"/>
                  </a:lnTo>
                  <a:lnTo>
                    <a:pt x="0" y="49799"/>
                  </a:lnTo>
                  <a:lnTo>
                    <a:pt x="0" y="0"/>
                  </a:lnTo>
                  <a:close/>
                </a:path>
              </a:pathLst>
            </a:custGeom>
            <a:ln w="3175">
              <a:solidFill>
                <a:srgbClr val="965AC8"/>
              </a:solidFill>
            </a:ln>
          </p:spPr>
          <p:txBody>
            <a:bodyPr wrap="square" lIns="0" tIns="0" rIns="0" bIns="0" rtlCol="0"/>
            <a:lstStyle/>
            <a:p>
              <a:endParaRPr sz="2400"/>
            </a:p>
          </p:txBody>
        </p:sp>
        <p:sp>
          <p:nvSpPr>
            <p:cNvPr id="127" name="object 127"/>
            <p:cNvSpPr/>
            <p:nvPr/>
          </p:nvSpPr>
          <p:spPr>
            <a:xfrm>
              <a:off x="6251749" y="2030650"/>
              <a:ext cx="91440" cy="237490"/>
            </a:xfrm>
            <a:custGeom>
              <a:avLst/>
              <a:gdLst/>
              <a:ahLst/>
              <a:cxnLst/>
              <a:rect l="l" t="t" r="r" b="b"/>
              <a:pathLst>
                <a:path w="91439" h="237489">
                  <a:moveTo>
                    <a:pt x="90899" y="236999"/>
                  </a:moveTo>
                  <a:lnTo>
                    <a:pt x="0" y="236999"/>
                  </a:lnTo>
                  <a:lnTo>
                    <a:pt x="0" y="0"/>
                  </a:lnTo>
                  <a:lnTo>
                    <a:pt x="90899" y="0"/>
                  </a:lnTo>
                  <a:lnTo>
                    <a:pt x="90899" y="236999"/>
                  </a:lnTo>
                  <a:close/>
                </a:path>
              </a:pathLst>
            </a:custGeom>
            <a:solidFill>
              <a:srgbClr val="E3C1E1"/>
            </a:solidFill>
          </p:spPr>
          <p:txBody>
            <a:bodyPr wrap="square" lIns="0" tIns="0" rIns="0" bIns="0" rtlCol="0"/>
            <a:lstStyle/>
            <a:p>
              <a:endParaRPr sz="2400"/>
            </a:p>
          </p:txBody>
        </p:sp>
        <p:sp>
          <p:nvSpPr>
            <p:cNvPr id="128" name="object 128"/>
            <p:cNvSpPr/>
            <p:nvPr/>
          </p:nvSpPr>
          <p:spPr>
            <a:xfrm>
              <a:off x="6251749" y="2030650"/>
              <a:ext cx="91440" cy="237490"/>
            </a:xfrm>
            <a:custGeom>
              <a:avLst/>
              <a:gdLst/>
              <a:ahLst/>
              <a:cxnLst/>
              <a:rect l="l" t="t" r="r" b="b"/>
              <a:pathLst>
                <a:path w="91439" h="237489">
                  <a:moveTo>
                    <a:pt x="0" y="0"/>
                  </a:moveTo>
                  <a:lnTo>
                    <a:pt x="90899" y="0"/>
                  </a:lnTo>
                  <a:lnTo>
                    <a:pt x="90899" y="236999"/>
                  </a:lnTo>
                  <a:lnTo>
                    <a:pt x="0" y="236999"/>
                  </a:lnTo>
                  <a:lnTo>
                    <a:pt x="0" y="0"/>
                  </a:lnTo>
                  <a:close/>
                </a:path>
              </a:pathLst>
            </a:custGeom>
            <a:ln w="3175">
              <a:solidFill>
                <a:srgbClr val="965AC8"/>
              </a:solidFill>
            </a:ln>
          </p:spPr>
          <p:txBody>
            <a:bodyPr wrap="square" lIns="0" tIns="0" rIns="0" bIns="0" rtlCol="0"/>
            <a:lstStyle/>
            <a:p>
              <a:endParaRPr sz="2400"/>
            </a:p>
          </p:txBody>
        </p:sp>
        <p:sp>
          <p:nvSpPr>
            <p:cNvPr id="129" name="object 129"/>
            <p:cNvSpPr/>
            <p:nvPr/>
          </p:nvSpPr>
          <p:spPr>
            <a:xfrm>
              <a:off x="6203274" y="2268925"/>
              <a:ext cx="514984" cy="1270"/>
            </a:xfrm>
            <a:custGeom>
              <a:avLst/>
              <a:gdLst/>
              <a:ahLst/>
              <a:cxnLst/>
              <a:rect l="l" t="t" r="r" b="b"/>
              <a:pathLst>
                <a:path w="514984" h="1269">
                  <a:moveTo>
                    <a:pt x="0" y="899"/>
                  </a:moveTo>
                  <a:lnTo>
                    <a:pt x="514499" y="0"/>
                  </a:lnTo>
                </a:path>
              </a:pathLst>
            </a:custGeom>
            <a:ln w="3175">
              <a:solidFill>
                <a:srgbClr val="4285F4"/>
              </a:solidFill>
            </a:ln>
          </p:spPr>
          <p:txBody>
            <a:bodyPr wrap="square" lIns="0" tIns="0" rIns="0" bIns="0" rtlCol="0"/>
            <a:lstStyle/>
            <a:p>
              <a:endParaRPr sz="2400"/>
            </a:p>
          </p:txBody>
        </p:sp>
      </p:grpSp>
      <p:grpSp>
        <p:nvGrpSpPr>
          <p:cNvPr id="130" name="object 130"/>
          <p:cNvGrpSpPr/>
          <p:nvPr/>
        </p:nvGrpSpPr>
        <p:grpSpPr>
          <a:xfrm>
            <a:off x="9017601" y="3727184"/>
            <a:ext cx="1374140" cy="277705"/>
            <a:chOff x="6763200" y="2795387"/>
            <a:chExt cx="1030605" cy="208279"/>
          </a:xfrm>
        </p:grpSpPr>
        <p:sp>
          <p:nvSpPr>
            <p:cNvPr id="131" name="object 131"/>
            <p:cNvSpPr/>
            <p:nvPr/>
          </p:nvSpPr>
          <p:spPr>
            <a:xfrm>
              <a:off x="7153587" y="2972758"/>
              <a:ext cx="91440" cy="27940"/>
            </a:xfrm>
            <a:custGeom>
              <a:avLst/>
              <a:gdLst/>
              <a:ahLst/>
              <a:cxnLst/>
              <a:rect l="l" t="t" r="r" b="b"/>
              <a:pathLst>
                <a:path w="91440" h="27939">
                  <a:moveTo>
                    <a:pt x="90899" y="27599"/>
                  </a:moveTo>
                  <a:lnTo>
                    <a:pt x="0" y="27599"/>
                  </a:lnTo>
                  <a:lnTo>
                    <a:pt x="0" y="0"/>
                  </a:lnTo>
                  <a:lnTo>
                    <a:pt x="90899" y="0"/>
                  </a:lnTo>
                  <a:lnTo>
                    <a:pt x="90899" y="27599"/>
                  </a:lnTo>
                  <a:close/>
                </a:path>
              </a:pathLst>
            </a:custGeom>
            <a:solidFill>
              <a:srgbClr val="DAF7FF"/>
            </a:solidFill>
          </p:spPr>
          <p:txBody>
            <a:bodyPr wrap="square" lIns="0" tIns="0" rIns="0" bIns="0" rtlCol="0"/>
            <a:lstStyle/>
            <a:p>
              <a:endParaRPr sz="2400"/>
            </a:p>
          </p:txBody>
        </p:sp>
        <p:sp>
          <p:nvSpPr>
            <p:cNvPr id="132" name="object 132"/>
            <p:cNvSpPr/>
            <p:nvPr/>
          </p:nvSpPr>
          <p:spPr>
            <a:xfrm>
              <a:off x="7153587" y="2972758"/>
              <a:ext cx="91440" cy="27940"/>
            </a:xfrm>
            <a:custGeom>
              <a:avLst/>
              <a:gdLst/>
              <a:ahLst/>
              <a:cxnLst/>
              <a:rect l="l" t="t" r="r" b="b"/>
              <a:pathLst>
                <a:path w="91440" h="27939">
                  <a:moveTo>
                    <a:pt x="0" y="0"/>
                  </a:moveTo>
                  <a:lnTo>
                    <a:pt x="90899" y="0"/>
                  </a:lnTo>
                  <a:lnTo>
                    <a:pt x="90899" y="27599"/>
                  </a:lnTo>
                  <a:lnTo>
                    <a:pt x="0" y="27599"/>
                  </a:lnTo>
                  <a:lnTo>
                    <a:pt x="0" y="0"/>
                  </a:lnTo>
                  <a:close/>
                </a:path>
              </a:pathLst>
            </a:custGeom>
            <a:ln w="3175">
              <a:solidFill>
                <a:srgbClr val="237A94"/>
              </a:solidFill>
            </a:ln>
          </p:spPr>
          <p:txBody>
            <a:bodyPr wrap="square" lIns="0" tIns="0" rIns="0" bIns="0" rtlCol="0"/>
            <a:lstStyle/>
            <a:p>
              <a:endParaRPr sz="2400"/>
            </a:p>
          </p:txBody>
        </p:sp>
        <p:sp>
          <p:nvSpPr>
            <p:cNvPr id="133" name="object 133"/>
            <p:cNvSpPr/>
            <p:nvPr/>
          </p:nvSpPr>
          <p:spPr>
            <a:xfrm>
              <a:off x="6926150" y="2843525"/>
              <a:ext cx="91440" cy="156210"/>
            </a:xfrm>
            <a:custGeom>
              <a:avLst/>
              <a:gdLst/>
              <a:ahLst/>
              <a:cxnLst/>
              <a:rect l="l" t="t" r="r" b="b"/>
              <a:pathLst>
                <a:path w="91440" h="156210">
                  <a:moveTo>
                    <a:pt x="90899" y="155999"/>
                  </a:moveTo>
                  <a:lnTo>
                    <a:pt x="0" y="155999"/>
                  </a:lnTo>
                  <a:lnTo>
                    <a:pt x="0" y="0"/>
                  </a:lnTo>
                  <a:lnTo>
                    <a:pt x="90899" y="0"/>
                  </a:lnTo>
                  <a:lnTo>
                    <a:pt x="90899" y="155999"/>
                  </a:lnTo>
                  <a:close/>
                </a:path>
              </a:pathLst>
            </a:custGeom>
            <a:solidFill>
              <a:srgbClr val="DAF7FF"/>
            </a:solidFill>
          </p:spPr>
          <p:txBody>
            <a:bodyPr wrap="square" lIns="0" tIns="0" rIns="0" bIns="0" rtlCol="0"/>
            <a:lstStyle/>
            <a:p>
              <a:endParaRPr sz="2400"/>
            </a:p>
          </p:txBody>
        </p:sp>
        <p:sp>
          <p:nvSpPr>
            <p:cNvPr id="134" name="object 134"/>
            <p:cNvSpPr/>
            <p:nvPr/>
          </p:nvSpPr>
          <p:spPr>
            <a:xfrm>
              <a:off x="6926150" y="2843525"/>
              <a:ext cx="91440" cy="156210"/>
            </a:xfrm>
            <a:custGeom>
              <a:avLst/>
              <a:gdLst/>
              <a:ahLst/>
              <a:cxnLst/>
              <a:rect l="l" t="t" r="r" b="b"/>
              <a:pathLst>
                <a:path w="91440" h="156210">
                  <a:moveTo>
                    <a:pt x="0" y="0"/>
                  </a:moveTo>
                  <a:lnTo>
                    <a:pt x="90899" y="0"/>
                  </a:lnTo>
                  <a:lnTo>
                    <a:pt x="90899" y="155999"/>
                  </a:lnTo>
                  <a:lnTo>
                    <a:pt x="0" y="155999"/>
                  </a:lnTo>
                  <a:lnTo>
                    <a:pt x="0" y="0"/>
                  </a:lnTo>
                  <a:close/>
                </a:path>
              </a:pathLst>
            </a:custGeom>
            <a:ln w="3175">
              <a:solidFill>
                <a:srgbClr val="237A94"/>
              </a:solidFill>
            </a:ln>
          </p:spPr>
          <p:txBody>
            <a:bodyPr wrap="square" lIns="0" tIns="0" rIns="0" bIns="0" rtlCol="0"/>
            <a:lstStyle/>
            <a:p>
              <a:endParaRPr sz="2400"/>
            </a:p>
          </p:txBody>
        </p:sp>
        <p:sp>
          <p:nvSpPr>
            <p:cNvPr id="135" name="object 135"/>
            <p:cNvSpPr/>
            <p:nvPr/>
          </p:nvSpPr>
          <p:spPr>
            <a:xfrm>
              <a:off x="7039875" y="2860317"/>
              <a:ext cx="91440" cy="139700"/>
            </a:xfrm>
            <a:custGeom>
              <a:avLst/>
              <a:gdLst/>
              <a:ahLst/>
              <a:cxnLst/>
              <a:rect l="l" t="t" r="r" b="b"/>
              <a:pathLst>
                <a:path w="91440" h="139700">
                  <a:moveTo>
                    <a:pt x="90899" y="139199"/>
                  </a:moveTo>
                  <a:lnTo>
                    <a:pt x="0" y="139199"/>
                  </a:lnTo>
                  <a:lnTo>
                    <a:pt x="0" y="0"/>
                  </a:lnTo>
                  <a:lnTo>
                    <a:pt x="90899" y="0"/>
                  </a:lnTo>
                  <a:lnTo>
                    <a:pt x="90899" y="139199"/>
                  </a:lnTo>
                  <a:close/>
                </a:path>
              </a:pathLst>
            </a:custGeom>
            <a:solidFill>
              <a:srgbClr val="DAF7FF"/>
            </a:solidFill>
          </p:spPr>
          <p:txBody>
            <a:bodyPr wrap="square" lIns="0" tIns="0" rIns="0" bIns="0" rtlCol="0"/>
            <a:lstStyle/>
            <a:p>
              <a:endParaRPr sz="2400"/>
            </a:p>
          </p:txBody>
        </p:sp>
        <p:sp>
          <p:nvSpPr>
            <p:cNvPr id="136" name="object 136"/>
            <p:cNvSpPr/>
            <p:nvPr/>
          </p:nvSpPr>
          <p:spPr>
            <a:xfrm>
              <a:off x="7039875" y="2860317"/>
              <a:ext cx="91440" cy="139700"/>
            </a:xfrm>
            <a:custGeom>
              <a:avLst/>
              <a:gdLst/>
              <a:ahLst/>
              <a:cxnLst/>
              <a:rect l="l" t="t" r="r" b="b"/>
              <a:pathLst>
                <a:path w="91440" h="139700">
                  <a:moveTo>
                    <a:pt x="0" y="0"/>
                  </a:moveTo>
                  <a:lnTo>
                    <a:pt x="90899" y="0"/>
                  </a:lnTo>
                  <a:lnTo>
                    <a:pt x="90899" y="139199"/>
                  </a:lnTo>
                  <a:lnTo>
                    <a:pt x="0" y="139199"/>
                  </a:lnTo>
                  <a:lnTo>
                    <a:pt x="0" y="0"/>
                  </a:lnTo>
                  <a:close/>
                </a:path>
              </a:pathLst>
            </a:custGeom>
            <a:ln w="3175">
              <a:solidFill>
                <a:srgbClr val="237A94"/>
              </a:solidFill>
            </a:ln>
          </p:spPr>
          <p:txBody>
            <a:bodyPr wrap="square" lIns="0" tIns="0" rIns="0" bIns="0" rtlCol="0"/>
            <a:lstStyle/>
            <a:p>
              <a:endParaRPr sz="2400"/>
            </a:p>
          </p:txBody>
        </p:sp>
        <p:sp>
          <p:nvSpPr>
            <p:cNvPr id="137" name="object 137"/>
            <p:cNvSpPr/>
            <p:nvPr/>
          </p:nvSpPr>
          <p:spPr>
            <a:xfrm>
              <a:off x="6812425" y="2796900"/>
              <a:ext cx="91440" cy="203835"/>
            </a:xfrm>
            <a:custGeom>
              <a:avLst/>
              <a:gdLst/>
              <a:ahLst/>
              <a:cxnLst/>
              <a:rect l="l" t="t" r="r" b="b"/>
              <a:pathLst>
                <a:path w="91440" h="203835">
                  <a:moveTo>
                    <a:pt x="90899" y="203699"/>
                  </a:moveTo>
                  <a:lnTo>
                    <a:pt x="0" y="203699"/>
                  </a:lnTo>
                  <a:lnTo>
                    <a:pt x="0" y="0"/>
                  </a:lnTo>
                  <a:lnTo>
                    <a:pt x="90899" y="0"/>
                  </a:lnTo>
                  <a:lnTo>
                    <a:pt x="90899" y="203699"/>
                  </a:lnTo>
                  <a:close/>
                </a:path>
              </a:pathLst>
            </a:custGeom>
            <a:solidFill>
              <a:srgbClr val="DAF7FF"/>
            </a:solidFill>
          </p:spPr>
          <p:txBody>
            <a:bodyPr wrap="square" lIns="0" tIns="0" rIns="0" bIns="0" rtlCol="0"/>
            <a:lstStyle/>
            <a:p>
              <a:endParaRPr sz="2400"/>
            </a:p>
          </p:txBody>
        </p:sp>
        <p:sp>
          <p:nvSpPr>
            <p:cNvPr id="138" name="object 138"/>
            <p:cNvSpPr/>
            <p:nvPr/>
          </p:nvSpPr>
          <p:spPr>
            <a:xfrm>
              <a:off x="6812425" y="2796900"/>
              <a:ext cx="91440" cy="203835"/>
            </a:xfrm>
            <a:custGeom>
              <a:avLst/>
              <a:gdLst/>
              <a:ahLst/>
              <a:cxnLst/>
              <a:rect l="l" t="t" r="r" b="b"/>
              <a:pathLst>
                <a:path w="91440" h="203835">
                  <a:moveTo>
                    <a:pt x="0" y="0"/>
                  </a:moveTo>
                  <a:lnTo>
                    <a:pt x="90899" y="0"/>
                  </a:lnTo>
                  <a:lnTo>
                    <a:pt x="90899" y="203699"/>
                  </a:lnTo>
                  <a:lnTo>
                    <a:pt x="0" y="203699"/>
                  </a:lnTo>
                  <a:lnTo>
                    <a:pt x="0" y="0"/>
                  </a:lnTo>
                  <a:close/>
                </a:path>
              </a:pathLst>
            </a:custGeom>
            <a:ln w="3175">
              <a:solidFill>
                <a:srgbClr val="237A94"/>
              </a:solidFill>
            </a:ln>
          </p:spPr>
          <p:txBody>
            <a:bodyPr wrap="square" lIns="0" tIns="0" rIns="0" bIns="0" rtlCol="0"/>
            <a:lstStyle/>
            <a:p>
              <a:endParaRPr sz="2400"/>
            </a:p>
          </p:txBody>
        </p:sp>
        <p:sp>
          <p:nvSpPr>
            <p:cNvPr id="139" name="object 139"/>
            <p:cNvSpPr/>
            <p:nvPr/>
          </p:nvSpPr>
          <p:spPr>
            <a:xfrm>
              <a:off x="6763950" y="3001800"/>
              <a:ext cx="514984" cy="1270"/>
            </a:xfrm>
            <a:custGeom>
              <a:avLst/>
              <a:gdLst/>
              <a:ahLst/>
              <a:cxnLst/>
              <a:rect l="l" t="t" r="r" b="b"/>
              <a:pathLst>
                <a:path w="514984" h="1269">
                  <a:moveTo>
                    <a:pt x="0" y="899"/>
                  </a:moveTo>
                  <a:lnTo>
                    <a:pt x="514499" y="0"/>
                  </a:lnTo>
                </a:path>
              </a:pathLst>
            </a:custGeom>
            <a:ln w="3175">
              <a:solidFill>
                <a:srgbClr val="4285F4"/>
              </a:solidFill>
            </a:ln>
          </p:spPr>
          <p:txBody>
            <a:bodyPr wrap="square" lIns="0" tIns="0" rIns="0" bIns="0" rtlCol="0"/>
            <a:lstStyle/>
            <a:p>
              <a:endParaRPr sz="2400"/>
            </a:p>
          </p:txBody>
        </p:sp>
        <p:sp>
          <p:nvSpPr>
            <p:cNvPr id="140" name="object 140"/>
            <p:cNvSpPr/>
            <p:nvPr/>
          </p:nvSpPr>
          <p:spPr>
            <a:xfrm>
              <a:off x="7668075" y="2958046"/>
              <a:ext cx="91440" cy="42545"/>
            </a:xfrm>
            <a:custGeom>
              <a:avLst/>
              <a:gdLst/>
              <a:ahLst/>
              <a:cxnLst/>
              <a:rect l="l" t="t" r="r" b="b"/>
              <a:pathLst>
                <a:path w="91440" h="42544">
                  <a:moveTo>
                    <a:pt x="90899" y="42299"/>
                  </a:moveTo>
                  <a:lnTo>
                    <a:pt x="0" y="42299"/>
                  </a:lnTo>
                  <a:lnTo>
                    <a:pt x="0" y="0"/>
                  </a:lnTo>
                  <a:lnTo>
                    <a:pt x="90899" y="0"/>
                  </a:lnTo>
                  <a:lnTo>
                    <a:pt x="90899" y="42299"/>
                  </a:lnTo>
                  <a:close/>
                </a:path>
              </a:pathLst>
            </a:custGeom>
            <a:solidFill>
              <a:srgbClr val="E3C1E1"/>
            </a:solidFill>
          </p:spPr>
          <p:txBody>
            <a:bodyPr wrap="square" lIns="0" tIns="0" rIns="0" bIns="0" rtlCol="0"/>
            <a:lstStyle/>
            <a:p>
              <a:endParaRPr sz="2400"/>
            </a:p>
          </p:txBody>
        </p:sp>
        <p:sp>
          <p:nvSpPr>
            <p:cNvPr id="141" name="object 141"/>
            <p:cNvSpPr/>
            <p:nvPr/>
          </p:nvSpPr>
          <p:spPr>
            <a:xfrm>
              <a:off x="7668075" y="2958046"/>
              <a:ext cx="91440" cy="42545"/>
            </a:xfrm>
            <a:custGeom>
              <a:avLst/>
              <a:gdLst/>
              <a:ahLst/>
              <a:cxnLst/>
              <a:rect l="l" t="t" r="r" b="b"/>
              <a:pathLst>
                <a:path w="91440" h="42544">
                  <a:moveTo>
                    <a:pt x="0" y="0"/>
                  </a:moveTo>
                  <a:lnTo>
                    <a:pt x="90899" y="0"/>
                  </a:lnTo>
                  <a:lnTo>
                    <a:pt x="90899" y="42299"/>
                  </a:lnTo>
                  <a:lnTo>
                    <a:pt x="0" y="42299"/>
                  </a:lnTo>
                  <a:lnTo>
                    <a:pt x="0" y="0"/>
                  </a:lnTo>
                  <a:close/>
                </a:path>
              </a:pathLst>
            </a:custGeom>
            <a:ln w="3175">
              <a:solidFill>
                <a:srgbClr val="965AC8"/>
              </a:solidFill>
            </a:ln>
          </p:spPr>
          <p:txBody>
            <a:bodyPr wrap="square" lIns="0" tIns="0" rIns="0" bIns="0" rtlCol="0"/>
            <a:lstStyle/>
            <a:p>
              <a:endParaRPr sz="2400"/>
            </a:p>
          </p:txBody>
        </p:sp>
        <p:sp>
          <p:nvSpPr>
            <p:cNvPr id="142" name="object 142"/>
            <p:cNvSpPr/>
            <p:nvPr/>
          </p:nvSpPr>
          <p:spPr>
            <a:xfrm>
              <a:off x="7440650" y="2892746"/>
              <a:ext cx="91440" cy="107314"/>
            </a:xfrm>
            <a:custGeom>
              <a:avLst/>
              <a:gdLst/>
              <a:ahLst/>
              <a:cxnLst/>
              <a:rect l="l" t="t" r="r" b="b"/>
              <a:pathLst>
                <a:path w="91440" h="107314">
                  <a:moveTo>
                    <a:pt x="90899" y="106799"/>
                  </a:moveTo>
                  <a:lnTo>
                    <a:pt x="0" y="106799"/>
                  </a:lnTo>
                  <a:lnTo>
                    <a:pt x="0" y="0"/>
                  </a:lnTo>
                  <a:lnTo>
                    <a:pt x="90899" y="0"/>
                  </a:lnTo>
                  <a:lnTo>
                    <a:pt x="90899" y="106799"/>
                  </a:lnTo>
                  <a:close/>
                </a:path>
              </a:pathLst>
            </a:custGeom>
            <a:solidFill>
              <a:srgbClr val="E3C1E1"/>
            </a:solidFill>
          </p:spPr>
          <p:txBody>
            <a:bodyPr wrap="square" lIns="0" tIns="0" rIns="0" bIns="0" rtlCol="0"/>
            <a:lstStyle/>
            <a:p>
              <a:endParaRPr sz="2400"/>
            </a:p>
          </p:txBody>
        </p:sp>
        <p:sp>
          <p:nvSpPr>
            <p:cNvPr id="143" name="object 143"/>
            <p:cNvSpPr/>
            <p:nvPr/>
          </p:nvSpPr>
          <p:spPr>
            <a:xfrm>
              <a:off x="7440650" y="2892746"/>
              <a:ext cx="91440" cy="107314"/>
            </a:xfrm>
            <a:custGeom>
              <a:avLst/>
              <a:gdLst/>
              <a:ahLst/>
              <a:cxnLst/>
              <a:rect l="l" t="t" r="r" b="b"/>
              <a:pathLst>
                <a:path w="91440" h="107314">
                  <a:moveTo>
                    <a:pt x="0" y="0"/>
                  </a:moveTo>
                  <a:lnTo>
                    <a:pt x="90899" y="0"/>
                  </a:lnTo>
                  <a:lnTo>
                    <a:pt x="90899" y="106799"/>
                  </a:lnTo>
                  <a:lnTo>
                    <a:pt x="0" y="106799"/>
                  </a:lnTo>
                  <a:lnTo>
                    <a:pt x="0" y="0"/>
                  </a:lnTo>
                  <a:close/>
                </a:path>
              </a:pathLst>
            </a:custGeom>
            <a:ln w="3175">
              <a:solidFill>
                <a:srgbClr val="965AC8"/>
              </a:solidFill>
            </a:ln>
          </p:spPr>
          <p:txBody>
            <a:bodyPr wrap="square" lIns="0" tIns="0" rIns="0" bIns="0" rtlCol="0"/>
            <a:lstStyle/>
            <a:p>
              <a:endParaRPr sz="2400"/>
            </a:p>
          </p:txBody>
        </p:sp>
        <p:sp>
          <p:nvSpPr>
            <p:cNvPr id="144" name="object 144"/>
            <p:cNvSpPr/>
            <p:nvPr/>
          </p:nvSpPr>
          <p:spPr>
            <a:xfrm>
              <a:off x="7554375" y="2906047"/>
              <a:ext cx="91440" cy="93980"/>
            </a:xfrm>
            <a:custGeom>
              <a:avLst/>
              <a:gdLst/>
              <a:ahLst/>
              <a:cxnLst/>
              <a:rect l="l" t="t" r="r" b="b"/>
              <a:pathLst>
                <a:path w="91440" h="93980">
                  <a:moveTo>
                    <a:pt x="90899" y="93599"/>
                  </a:moveTo>
                  <a:lnTo>
                    <a:pt x="0" y="93599"/>
                  </a:lnTo>
                  <a:lnTo>
                    <a:pt x="0" y="0"/>
                  </a:lnTo>
                  <a:lnTo>
                    <a:pt x="90899" y="0"/>
                  </a:lnTo>
                  <a:lnTo>
                    <a:pt x="90899" y="93599"/>
                  </a:lnTo>
                  <a:close/>
                </a:path>
              </a:pathLst>
            </a:custGeom>
            <a:solidFill>
              <a:srgbClr val="E3C1E1"/>
            </a:solidFill>
          </p:spPr>
          <p:txBody>
            <a:bodyPr wrap="square" lIns="0" tIns="0" rIns="0" bIns="0" rtlCol="0"/>
            <a:lstStyle/>
            <a:p>
              <a:endParaRPr sz="2400"/>
            </a:p>
          </p:txBody>
        </p:sp>
        <p:sp>
          <p:nvSpPr>
            <p:cNvPr id="145" name="object 145"/>
            <p:cNvSpPr/>
            <p:nvPr/>
          </p:nvSpPr>
          <p:spPr>
            <a:xfrm>
              <a:off x="7554375" y="2906047"/>
              <a:ext cx="91440" cy="93980"/>
            </a:xfrm>
            <a:custGeom>
              <a:avLst/>
              <a:gdLst/>
              <a:ahLst/>
              <a:cxnLst/>
              <a:rect l="l" t="t" r="r" b="b"/>
              <a:pathLst>
                <a:path w="91440" h="93980">
                  <a:moveTo>
                    <a:pt x="0" y="0"/>
                  </a:moveTo>
                  <a:lnTo>
                    <a:pt x="90899" y="0"/>
                  </a:lnTo>
                  <a:lnTo>
                    <a:pt x="90899" y="93599"/>
                  </a:lnTo>
                  <a:lnTo>
                    <a:pt x="0" y="93599"/>
                  </a:lnTo>
                  <a:lnTo>
                    <a:pt x="0" y="0"/>
                  </a:lnTo>
                  <a:close/>
                </a:path>
              </a:pathLst>
            </a:custGeom>
            <a:ln w="3175">
              <a:solidFill>
                <a:srgbClr val="965AC8"/>
              </a:solidFill>
            </a:ln>
          </p:spPr>
          <p:txBody>
            <a:bodyPr wrap="square" lIns="0" tIns="0" rIns="0" bIns="0" rtlCol="0"/>
            <a:lstStyle/>
            <a:p>
              <a:endParaRPr sz="2400"/>
            </a:p>
          </p:txBody>
        </p:sp>
        <p:sp>
          <p:nvSpPr>
            <p:cNvPr id="146" name="object 146"/>
            <p:cNvSpPr/>
            <p:nvPr/>
          </p:nvSpPr>
          <p:spPr>
            <a:xfrm>
              <a:off x="7326925" y="2873150"/>
              <a:ext cx="91440" cy="127635"/>
            </a:xfrm>
            <a:custGeom>
              <a:avLst/>
              <a:gdLst/>
              <a:ahLst/>
              <a:cxnLst/>
              <a:rect l="l" t="t" r="r" b="b"/>
              <a:pathLst>
                <a:path w="91440" h="127635">
                  <a:moveTo>
                    <a:pt x="90899" y="127499"/>
                  </a:moveTo>
                  <a:lnTo>
                    <a:pt x="0" y="127499"/>
                  </a:lnTo>
                  <a:lnTo>
                    <a:pt x="0" y="0"/>
                  </a:lnTo>
                  <a:lnTo>
                    <a:pt x="90899" y="0"/>
                  </a:lnTo>
                  <a:lnTo>
                    <a:pt x="90899" y="127499"/>
                  </a:lnTo>
                  <a:close/>
                </a:path>
              </a:pathLst>
            </a:custGeom>
            <a:solidFill>
              <a:srgbClr val="E3C1E1"/>
            </a:solidFill>
          </p:spPr>
          <p:txBody>
            <a:bodyPr wrap="square" lIns="0" tIns="0" rIns="0" bIns="0" rtlCol="0"/>
            <a:lstStyle/>
            <a:p>
              <a:endParaRPr sz="2400"/>
            </a:p>
          </p:txBody>
        </p:sp>
        <p:sp>
          <p:nvSpPr>
            <p:cNvPr id="147" name="object 147"/>
            <p:cNvSpPr/>
            <p:nvPr/>
          </p:nvSpPr>
          <p:spPr>
            <a:xfrm>
              <a:off x="7326925" y="2873150"/>
              <a:ext cx="91440" cy="127635"/>
            </a:xfrm>
            <a:custGeom>
              <a:avLst/>
              <a:gdLst/>
              <a:ahLst/>
              <a:cxnLst/>
              <a:rect l="l" t="t" r="r" b="b"/>
              <a:pathLst>
                <a:path w="91440" h="127635">
                  <a:moveTo>
                    <a:pt x="0" y="0"/>
                  </a:moveTo>
                  <a:lnTo>
                    <a:pt x="90899" y="0"/>
                  </a:lnTo>
                  <a:lnTo>
                    <a:pt x="90899" y="127499"/>
                  </a:lnTo>
                  <a:lnTo>
                    <a:pt x="0" y="127499"/>
                  </a:lnTo>
                  <a:lnTo>
                    <a:pt x="0" y="0"/>
                  </a:lnTo>
                  <a:close/>
                </a:path>
              </a:pathLst>
            </a:custGeom>
            <a:ln w="3175">
              <a:solidFill>
                <a:srgbClr val="965AC8"/>
              </a:solidFill>
            </a:ln>
          </p:spPr>
          <p:txBody>
            <a:bodyPr wrap="square" lIns="0" tIns="0" rIns="0" bIns="0" rtlCol="0"/>
            <a:lstStyle/>
            <a:p>
              <a:endParaRPr sz="2400"/>
            </a:p>
          </p:txBody>
        </p:sp>
        <p:sp>
          <p:nvSpPr>
            <p:cNvPr id="148" name="object 148"/>
            <p:cNvSpPr/>
            <p:nvPr/>
          </p:nvSpPr>
          <p:spPr>
            <a:xfrm>
              <a:off x="7278450" y="3001800"/>
              <a:ext cx="514984" cy="1270"/>
            </a:xfrm>
            <a:custGeom>
              <a:avLst/>
              <a:gdLst/>
              <a:ahLst/>
              <a:cxnLst/>
              <a:rect l="l" t="t" r="r" b="b"/>
              <a:pathLst>
                <a:path w="514984" h="1269">
                  <a:moveTo>
                    <a:pt x="0" y="899"/>
                  </a:moveTo>
                  <a:lnTo>
                    <a:pt x="514499" y="0"/>
                  </a:lnTo>
                </a:path>
              </a:pathLst>
            </a:custGeom>
            <a:ln w="3175">
              <a:solidFill>
                <a:srgbClr val="4285F4"/>
              </a:solidFill>
            </a:ln>
          </p:spPr>
          <p:txBody>
            <a:bodyPr wrap="square" lIns="0" tIns="0" rIns="0" bIns="0" rtlCol="0"/>
            <a:lstStyle/>
            <a:p>
              <a:endParaRPr sz="2400"/>
            </a:p>
          </p:txBody>
        </p:sp>
      </p:grpSp>
      <p:sp>
        <p:nvSpPr>
          <p:cNvPr id="149" name="object 149"/>
          <p:cNvSpPr txBox="1"/>
          <p:nvPr/>
        </p:nvSpPr>
        <p:spPr>
          <a:xfrm>
            <a:off x="6482782" y="2703093"/>
            <a:ext cx="1390225" cy="1794764"/>
          </a:xfrm>
          <a:prstGeom prst="rect">
            <a:avLst/>
          </a:prstGeom>
        </p:spPr>
        <p:txBody>
          <a:bodyPr vert="horz" wrap="square" lIns="0" tIns="16933" rIns="0" bIns="0" rtlCol="0">
            <a:spAutoFit/>
          </a:bodyPr>
          <a:lstStyle/>
          <a:p>
            <a:pPr marL="16933">
              <a:spcBef>
                <a:spcPts val="133"/>
              </a:spcBef>
              <a:tabLst>
                <a:tab pos="354744" algn="l"/>
              </a:tabLst>
            </a:pPr>
            <a:r>
              <a:rPr sz="2400" spc="-1109" baseline="4629" dirty="0">
                <a:latin typeface="Lucida Sans Unicode"/>
                <a:cs typeface="Lucida Sans Unicode"/>
              </a:rPr>
              <a:t>…</a:t>
            </a:r>
            <a:r>
              <a:rPr sz="2400" baseline="4629" dirty="0">
                <a:latin typeface="Lucida Sans Unicode"/>
                <a:cs typeface="Lucida Sans Unicode"/>
              </a:rPr>
              <a:t>	</a:t>
            </a:r>
            <a:r>
              <a:rPr sz="1867" spc="-13" dirty="0">
                <a:latin typeface="Lucida Sans Unicode"/>
                <a:cs typeface="Lucida Sans Unicode"/>
              </a:rPr>
              <a:t>Paris</a:t>
            </a:r>
            <a:endParaRPr sz="1867">
              <a:latin typeface="Lucida Sans Unicode"/>
              <a:cs typeface="Lucida Sans Unicode"/>
            </a:endParaRPr>
          </a:p>
          <a:p>
            <a:pPr marL="16933">
              <a:spcBef>
                <a:spcPts val="1593"/>
              </a:spcBef>
              <a:tabLst>
                <a:tab pos="354744" algn="l"/>
                <a:tab pos="1322459" algn="l"/>
              </a:tabLst>
            </a:pPr>
            <a:r>
              <a:rPr sz="2400" spc="-1109" baseline="2314" dirty="0">
                <a:latin typeface="Lucida Sans Unicode"/>
                <a:cs typeface="Lucida Sans Unicode"/>
              </a:rPr>
              <a:t>…</a:t>
            </a:r>
            <a:r>
              <a:rPr sz="2400" baseline="2314" dirty="0">
                <a:latin typeface="Lucida Sans Unicode"/>
                <a:cs typeface="Lucida Sans Unicode"/>
              </a:rPr>
              <a:t>	</a:t>
            </a:r>
            <a:r>
              <a:rPr sz="1867" spc="-13" dirty="0">
                <a:latin typeface="Lucida Sans Unicode"/>
                <a:cs typeface="Lucida Sans Unicode"/>
              </a:rPr>
              <a:t>Paris</a:t>
            </a:r>
            <a:r>
              <a:rPr sz="1867" dirty="0">
                <a:latin typeface="Lucida Sans Unicode"/>
                <a:cs typeface="Lucida Sans Unicode"/>
              </a:rPr>
              <a:t>	</a:t>
            </a:r>
            <a:r>
              <a:rPr sz="1867" spc="-127" dirty="0">
                <a:latin typeface="Lucida Sans Unicode"/>
                <a:cs typeface="Lucida Sans Unicode"/>
              </a:rPr>
              <a:t>.</a:t>
            </a:r>
            <a:endParaRPr sz="1867">
              <a:latin typeface="Lucida Sans Unicode"/>
              <a:cs typeface="Lucida Sans Unicode"/>
            </a:endParaRPr>
          </a:p>
          <a:p>
            <a:pPr marL="16933">
              <a:spcBef>
                <a:spcPts val="1733"/>
              </a:spcBef>
              <a:tabLst>
                <a:tab pos="347971" algn="l"/>
                <a:tab pos="1316534" algn="l"/>
              </a:tabLst>
            </a:pPr>
            <a:r>
              <a:rPr sz="2400" spc="-1109" baseline="4629" dirty="0">
                <a:latin typeface="Lucida Sans Unicode"/>
                <a:cs typeface="Lucida Sans Unicode"/>
              </a:rPr>
              <a:t>…</a:t>
            </a:r>
            <a:r>
              <a:rPr sz="2400" baseline="4629" dirty="0">
                <a:latin typeface="Lucida Sans Unicode"/>
                <a:cs typeface="Lucida Sans Unicode"/>
              </a:rPr>
              <a:t>	</a:t>
            </a:r>
            <a:r>
              <a:rPr sz="1867" spc="-13" dirty="0">
                <a:latin typeface="Lucida Sans Unicode"/>
                <a:cs typeface="Lucida Sans Unicode"/>
              </a:rPr>
              <a:t>Paris</a:t>
            </a:r>
            <a:r>
              <a:rPr sz="1867" dirty="0">
                <a:latin typeface="Lucida Sans Unicode"/>
                <a:cs typeface="Lucida Sans Unicode"/>
              </a:rPr>
              <a:t>	</a:t>
            </a:r>
            <a:r>
              <a:rPr sz="1867" spc="-80" dirty="0">
                <a:latin typeface="Lucida Sans Unicode"/>
                <a:cs typeface="Lucida Sans Unicode"/>
              </a:rPr>
              <a:t>.</a:t>
            </a:r>
            <a:endParaRPr sz="1867">
              <a:latin typeface="Lucida Sans Unicode"/>
              <a:cs typeface="Lucida Sans Unicode"/>
            </a:endParaRPr>
          </a:p>
          <a:p>
            <a:pPr marL="16933">
              <a:spcBef>
                <a:spcPts val="1560"/>
              </a:spcBef>
              <a:tabLst>
                <a:tab pos="354744" algn="l"/>
                <a:tab pos="1322459" algn="l"/>
              </a:tabLst>
            </a:pPr>
            <a:r>
              <a:rPr sz="1600" spc="-740" dirty="0">
                <a:latin typeface="Lucida Sans Unicode"/>
                <a:cs typeface="Lucida Sans Unicode"/>
              </a:rPr>
              <a:t>…</a:t>
            </a:r>
            <a:r>
              <a:rPr sz="1600" dirty="0">
                <a:latin typeface="Lucida Sans Unicode"/>
                <a:cs typeface="Lucida Sans Unicode"/>
              </a:rPr>
              <a:t>	</a:t>
            </a:r>
            <a:r>
              <a:rPr sz="1867" spc="-13" dirty="0">
                <a:latin typeface="Lucida Sans Unicode"/>
                <a:cs typeface="Lucida Sans Unicode"/>
              </a:rPr>
              <a:t>Paris</a:t>
            </a:r>
            <a:r>
              <a:rPr sz="1867" dirty="0">
                <a:latin typeface="Lucida Sans Unicode"/>
                <a:cs typeface="Lucida Sans Unicode"/>
              </a:rPr>
              <a:t>	</a:t>
            </a:r>
            <a:r>
              <a:rPr sz="1867" spc="-127" dirty="0">
                <a:latin typeface="Lucida Sans Unicode"/>
                <a:cs typeface="Lucida Sans Unicode"/>
              </a:rPr>
              <a:t>.</a:t>
            </a:r>
            <a:endParaRPr sz="1867">
              <a:latin typeface="Lucida Sans Unicode"/>
              <a:cs typeface="Lucida Sans Unicode"/>
            </a:endParaRPr>
          </a:p>
        </p:txBody>
      </p:sp>
      <p:sp>
        <p:nvSpPr>
          <p:cNvPr id="150" name="object 150"/>
          <p:cNvSpPr txBox="1"/>
          <p:nvPr/>
        </p:nvSpPr>
        <p:spPr>
          <a:xfrm>
            <a:off x="7513012" y="1893273"/>
            <a:ext cx="485987" cy="263320"/>
          </a:xfrm>
          <a:prstGeom prst="rect">
            <a:avLst/>
          </a:prstGeom>
        </p:spPr>
        <p:txBody>
          <a:bodyPr vert="horz" wrap="square" lIns="0" tIns="16933" rIns="0" bIns="0" rtlCol="0">
            <a:spAutoFit/>
          </a:bodyPr>
          <a:lstStyle/>
          <a:p>
            <a:pPr marL="16933">
              <a:spcBef>
                <a:spcPts val="133"/>
              </a:spcBef>
            </a:pPr>
            <a:r>
              <a:rPr sz="1600" b="1" spc="-13" dirty="0">
                <a:solidFill>
                  <a:srgbClr val="965AC8"/>
                </a:solidFill>
                <a:latin typeface="Arial"/>
                <a:cs typeface="Arial"/>
              </a:rPr>
              <a:t>draft</a:t>
            </a:r>
            <a:endParaRPr sz="1600">
              <a:latin typeface="Arial"/>
              <a:cs typeface="Arial"/>
            </a:endParaRPr>
          </a:p>
        </p:txBody>
      </p:sp>
      <p:grpSp>
        <p:nvGrpSpPr>
          <p:cNvPr id="151" name="object 151"/>
          <p:cNvGrpSpPr/>
          <p:nvPr/>
        </p:nvGrpSpPr>
        <p:grpSpPr>
          <a:xfrm>
            <a:off x="951401" y="3616098"/>
            <a:ext cx="688340" cy="280247"/>
            <a:chOff x="713550" y="2712073"/>
            <a:chExt cx="516255" cy="210185"/>
          </a:xfrm>
        </p:grpSpPr>
        <p:sp>
          <p:nvSpPr>
            <p:cNvPr id="152" name="object 152"/>
            <p:cNvSpPr/>
            <p:nvPr/>
          </p:nvSpPr>
          <p:spPr>
            <a:xfrm>
              <a:off x="1103937" y="2891569"/>
              <a:ext cx="91440" cy="27940"/>
            </a:xfrm>
            <a:custGeom>
              <a:avLst/>
              <a:gdLst/>
              <a:ahLst/>
              <a:cxnLst/>
              <a:rect l="l" t="t" r="r" b="b"/>
              <a:pathLst>
                <a:path w="91440" h="27939">
                  <a:moveTo>
                    <a:pt x="90899" y="27599"/>
                  </a:moveTo>
                  <a:lnTo>
                    <a:pt x="0" y="27599"/>
                  </a:lnTo>
                  <a:lnTo>
                    <a:pt x="0" y="0"/>
                  </a:lnTo>
                  <a:lnTo>
                    <a:pt x="90899" y="0"/>
                  </a:lnTo>
                  <a:lnTo>
                    <a:pt x="90899" y="27599"/>
                  </a:lnTo>
                  <a:close/>
                </a:path>
              </a:pathLst>
            </a:custGeom>
            <a:solidFill>
              <a:srgbClr val="E3C1E1"/>
            </a:solidFill>
          </p:spPr>
          <p:txBody>
            <a:bodyPr wrap="square" lIns="0" tIns="0" rIns="0" bIns="0" rtlCol="0"/>
            <a:lstStyle/>
            <a:p>
              <a:endParaRPr sz="2400"/>
            </a:p>
          </p:txBody>
        </p:sp>
        <p:sp>
          <p:nvSpPr>
            <p:cNvPr id="153" name="object 153"/>
            <p:cNvSpPr/>
            <p:nvPr/>
          </p:nvSpPr>
          <p:spPr>
            <a:xfrm>
              <a:off x="1103937" y="2891569"/>
              <a:ext cx="91440" cy="27940"/>
            </a:xfrm>
            <a:custGeom>
              <a:avLst/>
              <a:gdLst/>
              <a:ahLst/>
              <a:cxnLst/>
              <a:rect l="l" t="t" r="r" b="b"/>
              <a:pathLst>
                <a:path w="91440" h="27939">
                  <a:moveTo>
                    <a:pt x="0" y="0"/>
                  </a:moveTo>
                  <a:lnTo>
                    <a:pt x="90899" y="0"/>
                  </a:lnTo>
                  <a:lnTo>
                    <a:pt x="90899" y="27599"/>
                  </a:lnTo>
                  <a:lnTo>
                    <a:pt x="0" y="27599"/>
                  </a:lnTo>
                  <a:lnTo>
                    <a:pt x="0" y="0"/>
                  </a:lnTo>
                  <a:close/>
                </a:path>
              </a:pathLst>
            </a:custGeom>
            <a:ln w="3175">
              <a:solidFill>
                <a:srgbClr val="965AC8"/>
              </a:solidFill>
            </a:ln>
          </p:spPr>
          <p:txBody>
            <a:bodyPr wrap="square" lIns="0" tIns="0" rIns="0" bIns="0" rtlCol="0"/>
            <a:lstStyle/>
            <a:p>
              <a:endParaRPr sz="2400"/>
            </a:p>
          </p:txBody>
        </p:sp>
        <p:sp>
          <p:nvSpPr>
            <p:cNvPr id="154" name="object 154"/>
            <p:cNvSpPr/>
            <p:nvPr/>
          </p:nvSpPr>
          <p:spPr>
            <a:xfrm>
              <a:off x="876499" y="2797735"/>
              <a:ext cx="91440" cy="120650"/>
            </a:xfrm>
            <a:custGeom>
              <a:avLst/>
              <a:gdLst/>
              <a:ahLst/>
              <a:cxnLst/>
              <a:rect l="l" t="t" r="r" b="b"/>
              <a:pathLst>
                <a:path w="91440" h="120650">
                  <a:moveTo>
                    <a:pt x="90899" y="120599"/>
                  </a:moveTo>
                  <a:lnTo>
                    <a:pt x="0" y="120599"/>
                  </a:lnTo>
                  <a:lnTo>
                    <a:pt x="0" y="0"/>
                  </a:lnTo>
                  <a:lnTo>
                    <a:pt x="90899" y="0"/>
                  </a:lnTo>
                  <a:lnTo>
                    <a:pt x="90899" y="120599"/>
                  </a:lnTo>
                  <a:close/>
                </a:path>
              </a:pathLst>
            </a:custGeom>
            <a:solidFill>
              <a:srgbClr val="E3C1E1"/>
            </a:solidFill>
          </p:spPr>
          <p:txBody>
            <a:bodyPr wrap="square" lIns="0" tIns="0" rIns="0" bIns="0" rtlCol="0"/>
            <a:lstStyle/>
            <a:p>
              <a:endParaRPr sz="2400"/>
            </a:p>
          </p:txBody>
        </p:sp>
        <p:sp>
          <p:nvSpPr>
            <p:cNvPr id="155" name="object 155"/>
            <p:cNvSpPr/>
            <p:nvPr/>
          </p:nvSpPr>
          <p:spPr>
            <a:xfrm>
              <a:off x="876499" y="2797735"/>
              <a:ext cx="91440" cy="120650"/>
            </a:xfrm>
            <a:custGeom>
              <a:avLst/>
              <a:gdLst/>
              <a:ahLst/>
              <a:cxnLst/>
              <a:rect l="l" t="t" r="r" b="b"/>
              <a:pathLst>
                <a:path w="91440" h="120650">
                  <a:moveTo>
                    <a:pt x="0" y="0"/>
                  </a:moveTo>
                  <a:lnTo>
                    <a:pt x="90899" y="0"/>
                  </a:lnTo>
                  <a:lnTo>
                    <a:pt x="90899" y="120599"/>
                  </a:lnTo>
                  <a:lnTo>
                    <a:pt x="0" y="120599"/>
                  </a:lnTo>
                  <a:lnTo>
                    <a:pt x="0" y="0"/>
                  </a:lnTo>
                  <a:close/>
                </a:path>
              </a:pathLst>
            </a:custGeom>
            <a:ln w="3175">
              <a:solidFill>
                <a:srgbClr val="965AC8"/>
              </a:solidFill>
            </a:ln>
          </p:spPr>
          <p:txBody>
            <a:bodyPr wrap="square" lIns="0" tIns="0" rIns="0" bIns="0" rtlCol="0"/>
            <a:lstStyle/>
            <a:p>
              <a:endParaRPr sz="2400"/>
            </a:p>
          </p:txBody>
        </p:sp>
        <p:sp>
          <p:nvSpPr>
            <p:cNvPr id="156" name="object 156"/>
            <p:cNvSpPr/>
            <p:nvPr/>
          </p:nvSpPr>
          <p:spPr>
            <a:xfrm>
              <a:off x="990224" y="2868612"/>
              <a:ext cx="91440" cy="50165"/>
            </a:xfrm>
            <a:custGeom>
              <a:avLst/>
              <a:gdLst/>
              <a:ahLst/>
              <a:cxnLst/>
              <a:rect l="l" t="t" r="r" b="b"/>
              <a:pathLst>
                <a:path w="91440" h="50164">
                  <a:moveTo>
                    <a:pt x="90899" y="49799"/>
                  </a:moveTo>
                  <a:lnTo>
                    <a:pt x="0" y="49799"/>
                  </a:lnTo>
                  <a:lnTo>
                    <a:pt x="0" y="0"/>
                  </a:lnTo>
                  <a:lnTo>
                    <a:pt x="90899" y="0"/>
                  </a:lnTo>
                  <a:lnTo>
                    <a:pt x="90899" y="49799"/>
                  </a:lnTo>
                  <a:close/>
                </a:path>
              </a:pathLst>
            </a:custGeom>
            <a:solidFill>
              <a:srgbClr val="E3C1E1"/>
            </a:solidFill>
          </p:spPr>
          <p:txBody>
            <a:bodyPr wrap="square" lIns="0" tIns="0" rIns="0" bIns="0" rtlCol="0"/>
            <a:lstStyle/>
            <a:p>
              <a:endParaRPr sz="2400"/>
            </a:p>
          </p:txBody>
        </p:sp>
        <p:sp>
          <p:nvSpPr>
            <p:cNvPr id="157" name="object 157"/>
            <p:cNvSpPr/>
            <p:nvPr/>
          </p:nvSpPr>
          <p:spPr>
            <a:xfrm>
              <a:off x="990224" y="2868612"/>
              <a:ext cx="91440" cy="50165"/>
            </a:xfrm>
            <a:custGeom>
              <a:avLst/>
              <a:gdLst/>
              <a:ahLst/>
              <a:cxnLst/>
              <a:rect l="l" t="t" r="r" b="b"/>
              <a:pathLst>
                <a:path w="91440" h="50164">
                  <a:moveTo>
                    <a:pt x="0" y="0"/>
                  </a:moveTo>
                  <a:lnTo>
                    <a:pt x="90899" y="0"/>
                  </a:lnTo>
                  <a:lnTo>
                    <a:pt x="90899" y="49799"/>
                  </a:lnTo>
                  <a:lnTo>
                    <a:pt x="0" y="49799"/>
                  </a:lnTo>
                  <a:lnTo>
                    <a:pt x="0" y="0"/>
                  </a:lnTo>
                  <a:close/>
                </a:path>
              </a:pathLst>
            </a:custGeom>
            <a:ln w="3175">
              <a:solidFill>
                <a:srgbClr val="965AC8"/>
              </a:solidFill>
            </a:ln>
          </p:spPr>
          <p:txBody>
            <a:bodyPr wrap="square" lIns="0" tIns="0" rIns="0" bIns="0" rtlCol="0"/>
            <a:lstStyle/>
            <a:p>
              <a:endParaRPr sz="2400"/>
            </a:p>
          </p:txBody>
        </p:sp>
        <p:sp>
          <p:nvSpPr>
            <p:cNvPr id="158" name="object 158"/>
            <p:cNvSpPr/>
            <p:nvPr/>
          </p:nvSpPr>
          <p:spPr>
            <a:xfrm>
              <a:off x="762775" y="2713585"/>
              <a:ext cx="91440" cy="206375"/>
            </a:xfrm>
            <a:custGeom>
              <a:avLst/>
              <a:gdLst/>
              <a:ahLst/>
              <a:cxnLst/>
              <a:rect l="l" t="t" r="r" b="b"/>
              <a:pathLst>
                <a:path w="91440" h="206375">
                  <a:moveTo>
                    <a:pt x="90899" y="205799"/>
                  </a:moveTo>
                  <a:lnTo>
                    <a:pt x="0" y="205799"/>
                  </a:lnTo>
                  <a:lnTo>
                    <a:pt x="0" y="0"/>
                  </a:lnTo>
                  <a:lnTo>
                    <a:pt x="90899" y="0"/>
                  </a:lnTo>
                  <a:lnTo>
                    <a:pt x="90899" y="205799"/>
                  </a:lnTo>
                  <a:close/>
                </a:path>
              </a:pathLst>
            </a:custGeom>
            <a:solidFill>
              <a:srgbClr val="E3C1E1"/>
            </a:solidFill>
          </p:spPr>
          <p:txBody>
            <a:bodyPr wrap="square" lIns="0" tIns="0" rIns="0" bIns="0" rtlCol="0"/>
            <a:lstStyle/>
            <a:p>
              <a:endParaRPr sz="2400"/>
            </a:p>
          </p:txBody>
        </p:sp>
        <p:sp>
          <p:nvSpPr>
            <p:cNvPr id="159" name="object 159"/>
            <p:cNvSpPr/>
            <p:nvPr/>
          </p:nvSpPr>
          <p:spPr>
            <a:xfrm>
              <a:off x="762775" y="2713585"/>
              <a:ext cx="91440" cy="206375"/>
            </a:xfrm>
            <a:custGeom>
              <a:avLst/>
              <a:gdLst/>
              <a:ahLst/>
              <a:cxnLst/>
              <a:rect l="l" t="t" r="r" b="b"/>
              <a:pathLst>
                <a:path w="91440" h="206375">
                  <a:moveTo>
                    <a:pt x="0" y="0"/>
                  </a:moveTo>
                  <a:lnTo>
                    <a:pt x="90899" y="0"/>
                  </a:lnTo>
                  <a:lnTo>
                    <a:pt x="90899" y="205799"/>
                  </a:lnTo>
                  <a:lnTo>
                    <a:pt x="0" y="205799"/>
                  </a:lnTo>
                  <a:lnTo>
                    <a:pt x="0" y="0"/>
                  </a:lnTo>
                  <a:close/>
                </a:path>
              </a:pathLst>
            </a:custGeom>
            <a:ln w="3175">
              <a:solidFill>
                <a:srgbClr val="965AC8"/>
              </a:solidFill>
            </a:ln>
          </p:spPr>
          <p:txBody>
            <a:bodyPr wrap="square" lIns="0" tIns="0" rIns="0" bIns="0" rtlCol="0"/>
            <a:lstStyle/>
            <a:p>
              <a:endParaRPr sz="2400"/>
            </a:p>
          </p:txBody>
        </p:sp>
        <p:sp>
          <p:nvSpPr>
            <p:cNvPr id="160" name="object 160"/>
            <p:cNvSpPr/>
            <p:nvPr/>
          </p:nvSpPr>
          <p:spPr>
            <a:xfrm>
              <a:off x="714300" y="2920610"/>
              <a:ext cx="514984" cy="1270"/>
            </a:xfrm>
            <a:custGeom>
              <a:avLst/>
              <a:gdLst/>
              <a:ahLst/>
              <a:cxnLst/>
              <a:rect l="l" t="t" r="r" b="b"/>
              <a:pathLst>
                <a:path w="514984" h="1269">
                  <a:moveTo>
                    <a:pt x="0" y="899"/>
                  </a:moveTo>
                  <a:lnTo>
                    <a:pt x="514499" y="0"/>
                  </a:lnTo>
                </a:path>
              </a:pathLst>
            </a:custGeom>
            <a:ln w="3175">
              <a:solidFill>
                <a:srgbClr val="4285F4"/>
              </a:solidFill>
            </a:ln>
          </p:spPr>
          <p:txBody>
            <a:bodyPr wrap="square" lIns="0" tIns="0" rIns="0" bIns="0" rtlCol="0"/>
            <a:lstStyle/>
            <a:p>
              <a:endParaRPr sz="2400"/>
            </a:p>
          </p:txBody>
        </p:sp>
      </p:grpSp>
      <p:grpSp>
        <p:nvGrpSpPr>
          <p:cNvPr id="161" name="object 161"/>
          <p:cNvGrpSpPr/>
          <p:nvPr/>
        </p:nvGrpSpPr>
        <p:grpSpPr>
          <a:xfrm>
            <a:off x="1740133" y="3574431"/>
            <a:ext cx="2173393" cy="322580"/>
            <a:chOff x="1305099" y="2680823"/>
            <a:chExt cx="1630045" cy="241935"/>
          </a:xfrm>
        </p:grpSpPr>
        <p:sp>
          <p:nvSpPr>
            <p:cNvPr id="162" name="object 162"/>
            <p:cNvSpPr/>
            <p:nvPr/>
          </p:nvSpPr>
          <p:spPr>
            <a:xfrm>
              <a:off x="1695487" y="2891569"/>
              <a:ext cx="91440" cy="27940"/>
            </a:xfrm>
            <a:custGeom>
              <a:avLst/>
              <a:gdLst/>
              <a:ahLst/>
              <a:cxnLst/>
              <a:rect l="l" t="t" r="r" b="b"/>
              <a:pathLst>
                <a:path w="91439" h="27939">
                  <a:moveTo>
                    <a:pt x="90899" y="27599"/>
                  </a:moveTo>
                  <a:lnTo>
                    <a:pt x="0" y="27599"/>
                  </a:lnTo>
                  <a:lnTo>
                    <a:pt x="0" y="0"/>
                  </a:lnTo>
                  <a:lnTo>
                    <a:pt x="90899" y="0"/>
                  </a:lnTo>
                  <a:lnTo>
                    <a:pt x="90899" y="27599"/>
                  </a:lnTo>
                  <a:close/>
                </a:path>
              </a:pathLst>
            </a:custGeom>
            <a:solidFill>
              <a:srgbClr val="E3C1E1"/>
            </a:solidFill>
          </p:spPr>
          <p:txBody>
            <a:bodyPr wrap="square" lIns="0" tIns="0" rIns="0" bIns="0" rtlCol="0"/>
            <a:lstStyle/>
            <a:p>
              <a:endParaRPr sz="2400"/>
            </a:p>
          </p:txBody>
        </p:sp>
        <p:sp>
          <p:nvSpPr>
            <p:cNvPr id="163" name="object 163"/>
            <p:cNvSpPr/>
            <p:nvPr/>
          </p:nvSpPr>
          <p:spPr>
            <a:xfrm>
              <a:off x="1695487" y="2891569"/>
              <a:ext cx="91440" cy="27940"/>
            </a:xfrm>
            <a:custGeom>
              <a:avLst/>
              <a:gdLst/>
              <a:ahLst/>
              <a:cxnLst/>
              <a:rect l="l" t="t" r="r" b="b"/>
              <a:pathLst>
                <a:path w="91439" h="27939">
                  <a:moveTo>
                    <a:pt x="0" y="0"/>
                  </a:moveTo>
                  <a:lnTo>
                    <a:pt x="90899" y="0"/>
                  </a:lnTo>
                  <a:lnTo>
                    <a:pt x="90899" y="27599"/>
                  </a:lnTo>
                  <a:lnTo>
                    <a:pt x="0" y="27599"/>
                  </a:lnTo>
                  <a:lnTo>
                    <a:pt x="0" y="0"/>
                  </a:lnTo>
                  <a:close/>
                </a:path>
              </a:pathLst>
            </a:custGeom>
            <a:ln w="3175">
              <a:solidFill>
                <a:srgbClr val="965AC8"/>
              </a:solidFill>
            </a:ln>
          </p:spPr>
          <p:txBody>
            <a:bodyPr wrap="square" lIns="0" tIns="0" rIns="0" bIns="0" rtlCol="0"/>
            <a:lstStyle/>
            <a:p>
              <a:endParaRPr sz="2400"/>
            </a:p>
          </p:txBody>
        </p:sp>
        <p:sp>
          <p:nvSpPr>
            <p:cNvPr id="164" name="object 164"/>
            <p:cNvSpPr/>
            <p:nvPr/>
          </p:nvSpPr>
          <p:spPr>
            <a:xfrm>
              <a:off x="1468049" y="2797735"/>
              <a:ext cx="91440" cy="120650"/>
            </a:xfrm>
            <a:custGeom>
              <a:avLst/>
              <a:gdLst/>
              <a:ahLst/>
              <a:cxnLst/>
              <a:rect l="l" t="t" r="r" b="b"/>
              <a:pathLst>
                <a:path w="91440" h="120650">
                  <a:moveTo>
                    <a:pt x="90899" y="120599"/>
                  </a:moveTo>
                  <a:lnTo>
                    <a:pt x="0" y="120599"/>
                  </a:lnTo>
                  <a:lnTo>
                    <a:pt x="0" y="0"/>
                  </a:lnTo>
                  <a:lnTo>
                    <a:pt x="90899" y="0"/>
                  </a:lnTo>
                  <a:lnTo>
                    <a:pt x="90899" y="120599"/>
                  </a:lnTo>
                  <a:close/>
                </a:path>
              </a:pathLst>
            </a:custGeom>
            <a:solidFill>
              <a:srgbClr val="E3C1E1"/>
            </a:solidFill>
          </p:spPr>
          <p:txBody>
            <a:bodyPr wrap="square" lIns="0" tIns="0" rIns="0" bIns="0" rtlCol="0"/>
            <a:lstStyle/>
            <a:p>
              <a:endParaRPr sz="2400"/>
            </a:p>
          </p:txBody>
        </p:sp>
        <p:sp>
          <p:nvSpPr>
            <p:cNvPr id="165" name="object 165"/>
            <p:cNvSpPr/>
            <p:nvPr/>
          </p:nvSpPr>
          <p:spPr>
            <a:xfrm>
              <a:off x="1468049" y="2797735"/>
              <a:ext cx="91440" cy="120650"/>
            </a:xfrm>
            <a:custGeom>
              <a:avLst/>
              <a:gdLst/>
              <a:ahLst/>
              <a:cxnLst/>
              <a:rect l="l" t="t" r="r" b="b"/>
              <a:pathLst>
                <a:path w="91440" h="120650">
                  <a:moveTo>
                    <a:pt x="0" y="0"/>
                  </a:moveTo>
                  <a:lnTo>
                    <a:pt x="90899" y="0"/>
                  </a:lnTo>
                  <a:lnTo>
                    <a:pt x="90899" y="120599"/>
                  </a:lnTo>
                  <a:lnTo>
                    <a:pt x="0" y="120599"/>
                  </a:lnTo>
                  <a:lnTo>
                    <a:pt x="0" y="0"/>
                  </a:lnTo>
                  <a:close/>
                </a:path>
              </a:pathLst>
            </a:custGeom>
            <a:ln w="3175">
              <a:solidFill>
                <a:srgbClr val="965AC8"/>
              </a:solidFill>
            </a:ln>
          </p:spPr>
          <p:txBody>
            <a:bodyPr wrap="square" lIns="0" tIns="0" rIns="0" bIns="0" rtlCol="0"/>
            <a:lstStyle/>
            <a:p>
              <a:endParaRPr sz="2400"/>
            </a:p>
          </p:txBody>
        </p:sp>
        <p:sp>
          <p:nvSpPr>
            <p:cNvPr id="166" name="object 166"/>
            <p:cNvSpPr/>
            <p:nvPr/>
          </p:nvSpPr>
          <p:spPr>
            <a:xfrm>
              <a:off x="1581774" y="2868612"/>
              <a:ext cx="91440" cy="50165"/>
            </a:xfrm>
            <a:custGeom>
              <a:avLst/>
              <a:gdLst/>
              <a:ahLst/>
              <a:cxnLst/>
              <a:rect l="l" t="t" r="r" b="b"/>
              <a:pathLst>
                <a:path w="91439" h="50164">
                  <a:moveTo>
                    <a:pt x="90899" y="49799"/>
                  </a:moveTo>
                  <a:lnTo>
                    <a:pt x="0" y="49799"/>
                  </a:lnTo>
                  <a:lnTo>
                    <a:pt x="0" y="0"/>
                  </a:lnTo>
                  <a:lnTo>
                    <a:pt x="90899" y="0"/>
                  </a:lnTo>
                  <a:lnTo>
                    <a:pt x="90899" y="49799"/>
                  </a:lnTo>
                  <a:close/>
                </a:path>
              </a:pathLst>
            </a:custGeom>
            <a:solidFill>
              <a:srgbClr val="E3C1E1"/>
            </a:solidFill>
          </p:spPr>
          <p:txBody>
            <a:bodyPr wrap="square" lIns="0" tIns="0" rIns="0" bIns="0" rtlCol="0"/>
            <a:lstStyle/>
            <a:p>
              <a:endParaRPr sz="2400"/>
            </a:p>
          </p:txBody>
        </p:sp>
        <p:sp>
          <p:nvSpPr>
            <p:cNvPr id="167" name="object 167"/>
            <p:cNvSpPr/>
            <p:nvPr/>
          </p:nvSpPr>
          <p:spPr>
            <a:xfrm>
              <a:off x="1581774" y="2868612"/>
              <a:ext cx="91440" cy="50165"/>
            </a:xfrm>
            <a:custGeom>
              <a:avLst/>
              <a:gdLst/>
              <a:ahLst/>
              <a:cxnLst/>
              <a:rect l="l" t="t" r="r" b="b"/>
              <a:pathLst>
                <a:path w="91439" h="50164">
                  <a:moveTo>
                    <a:pt x="0" y="0"/>
                  </a:moveTo>
                  <a:lnTo>
                    <a:pt x="90899" y="0"/>
                  </a:lnTo>
                  <a:lnTo>
                    <a:pt x="90899" y="49799"/>
                  </a:lnTo>
                  <a:lnTo>
                    <a:pt x="0" y="49799"/>
                  </a:lnTo>
                  <a:lnTo>
                    <a:pt x="0" y="0"/>
                  </a:lnTo>
                  <a:close/>
                </a:path>
              </a:pathLst>
            </a:custGeom>
            <a:ln w="3175">
              <a:solidFill>
                <a:srgbClr val="965AC8"/>
              </a:solidFill>
            </a:ln>
          </p:spPr>
          <p:txBody>
            <a:bodyPr wrap="square" lIns="0" tIns="0" rIns="0" bIns="0" rtlCol="0"/>
            <a:lstStyle/>
            <a:p>
              <a:endParaRPr sz="2400"/>
            </a:p>
          </p:txBody>
        </p:sp>
        <p:sp>
          <p:nvSpPr>
            <p:cNvPr id="168" name="object 168"/>
            <p:cNvSpPr/>
            <p:nvPr/>
          </p:nvSpPr>
          <p:spPr>
            <a:xfrm>
              <a:off x="1354324" y="2682335"/>
              <a:ext cx="91440" cy="237490"/>
            </a:xfrm>
            <a:custGeom>
              <a:avLst/>
              <a:gdLst/>
              <a:ahLst/>
              <a:cxnLst/>
              <a:rect l="l" t="t" r="r" b="b"/>
              <a:pathLst>
                <a:path w="91440" h="237489">
                  <a:moveTo>
                    <a:pt x="90899" y="236999"/>
                  </a:moveTo>
                  <a:lnTo>
                    <a:pt x="0" y="236999"/>
                  </a:lnTo>
                  <a:lnTo>
                    <a:pt x="0" y="0"/>
                  </a:lnTo>
                  <a:lnTo>
                    <a:pt x="90899" y="0"/>
                  </a:lnTo>
                  <a:lnTo>
                    <a:pt x="90899" y="236999"/>
                  </a:lnTo>
                  <a:close/>
                </a:path>
              </a:pathLst>
            </a:custGeom>
            <a:solidFill>
              <a:srgbClr val="E3C1E1"/>
            </a:solidFill>
          </p:spPr>
          <p:txBody>
            <a:bodyPr wrap="square" lIns="0" tIns="0" rIns="0" bIns="0" rtlCol="0"/>
            <a:lstStyle/>
            <a:p>
              <a:endParaRPr sz="2400"/>
            </a:p>
          </p:txBody>
        </p:sp>
        <p:sp>
          <p:nvSpPr>
            <p:cNvPr id="169" name="object 169"/>
            <p:cNvSpPr/>
            <p:nvPr/>
          </p:nvSpPr>
          <p:spPr>
            <a:xfrm>
              <a:off x="1354324" y="2682335"/>
              <a:ext cx="91440" cy="237490"/>
            </a:xfrm>
            <a:custGeom>
              <a:avLst/>
              <a:gdLst/>
              <a:ahLst/>
              <a:cxnLst/>
              <a:rect l="l" t="t" r="r" b="b"/>
              <a:pathLst>
                <a:path w="91440" h="237489">
                  <a:moveTo>
                    <a:pt x="0" y="0"/>
                  </a:moveTo>
                  <a:lnTo>
                    <a:pt x="90899" y="0"/>
                  </a:lnTo>
                  <a:lnTo>
                    <a:pt x="90899" y="236999"/>
                  </a:lnTo>
                  <a:lnTo>
                    <a:pt x="0" y="236999"/>
                  </a:lnTo>
                  <a:lnTo>
                    <a:pt x="0" y="0"/>
                  </a:lnTo>
                  <a:close/>
                </a:path>
              </a:pathLst>
            </a:custGeom>
            <a:ln w="3175">
              <a:solidFill>
                <a:srgbClr val="965AC8"/>
              </a:solidFill>
            </a:ln>
          </p:spPr>
          <p:txBody>
            <a:bodyPr wrap="square" lIns="0" tIns="0" rIns="0" bIns="0" rtlCol="0"/>
            <a:lstStyle/>
            <a:p>
              <a:endParaRPr sz="2400"/>
            </a:p>
          </p:txBody>
        </p:sp>
        <p:sp>
          <p:nvSpPr>
            <p:cNvPr id="170" name="object 170"/>
            <p:cNvSpPr/>
            <p:nvPr/>
          </p:nvSpPr>
          <p:spPr>
            <a:xfrm>
              <a:off x="1305849" y="2920610"/>
              <a:ext cx="514984" cy="1270"/>
            </a:xfrm>
            <a:custGeom>
              <a:avLst/>
              <a:gdLst/>
              <a:ahLst/>
              <a:cxnLst/>
              <a:rect l="l" t="t" r="r" b="b"/>
              <a:pathLst>
                <a:path w="514985" h="1269">
                  <a:moveTo>
                    <a:pt x="0" y="899"/>
                  </a:moveTo>
                  <a:lnTo>
                    <a:pt x="514499" y="0"/>
                  </a:lnTo>
                </a:path>
              </a:pathLst>
            </a:custGeom>
            <a:ln w="3175">
              <a:solidFill>
                <a:srgbClr val="4285F4"/>
              </a:solidFill>
            </a:ln>
          </p:spPr>
          <p:txBody>
            <a:bodyPr wrap="square" lIns="0" tIns="0" rIns="0" bIns="0" rtlCol="0"/>
            <a:lstStyle/>
            <a:p>
              <a:endParaRPr sz="2400"/>
            </a:p>
          </p:txBody>
        </p:sp>
        <p:sp>
          <p:nvSpPr>
            <p:cNvPr id="171" name="object 171"/>
            <p:cNvSpPr/>
            <p:nvPr/>
          </p:nvSpPr>
          <p:spPr>
            <a:xfrm>
              <a:off x="2252437" y="2891569"/>
              <a:ext cx="91440" cy="27940"/>
            </a:xfrm>
            <a:custGeom>
              <a:avLst/>
              <a:gdLst/>
              <a:ahLst/>
              <a:cxnLst/>
              <a:rect l="l" t="t" r="r" b="b"/>
              <a:pathLst>
                <a:path w="91439" h="27939">
                  <a:moveTo>
                    <a:pt x="90899" y="27599"/>
                  </a:moveTo>
                  <a:lnTo>
                    <a:pt x="0" y="27599"/>
                  </a:lnTo>
                  <a:lnTo>
                    <a:pt x="0" y="0"/>
                  </a:lnTo>
                  <a:lnTo>
                    <a:pt x="90899" y="0"/>
                  </a:lnTo>
                  <a:lnTo>
                    <a:pt x="90899" y="27599"/>
                  </a:lnTo>
                  <a:close/>
                </a:path>
              </a:pathLst>
            </a:custGeom>
            <a:solidFill>
              <a:srgbClr val="E3C1E1"/>
            </a:solidFill>
          </p:spPr>
          <p:txBody>
            <a:bodyPr wrap="square" lIns="0" tIns="0" rIns="0" bIns="0" rtlCol="0"/>
            <a:lstStyle/>
            <a:p>
              <a:endParaRPr sz="2400"/>
            </a:p>
          </p:txBody>
        </p:sp>
        <p:sp>
          <p:nvSpPr>
            <p:cNvPr id="172" name="object 172"/>
            <p:cNvSpPr/>
            <p:nvPr/>
          </p:nvSpPr>
          <p:spPr>
            <a:xfrm>
              <a:off x="2252437" y="2891569"/>
              <a:ext cx="91440" cy="27940"/>
            </a:xfrm>
            <a:custGeom>
              <a:avLst/>
              <a:gdLst/>
              <a:ahLst/>
              <a:cxnLst/>
              <a:rect l="l" t="t" r="r" b="b"/>
              <a:pathLst>
                <a:path w="91439" h="27939">
                  <a:moveTo>
                    <a:pt x="0" y="0"/>
                  </a:moveTo>
                  <a:lnTo>
                    <a:pt x="90899" y="0"/>
                  </a:lnTo>
                  <a:lnTo>
                    <a:pt x="90899" y="27599"/>
                  </a:lnTo>
                  <a:lnTo>
                    <a:pt x="0" y="27599"/>
                  </a:lnTo>
                  <a:lnTo>
                    <a:pt x="0" y="0"/>
                  </a:lnTo>
                  <a:close/>
                </a:path>
              </a:pathLst>
            </a:custGeom>
            <a:ln w="3175">
              <a:solidFill>
                <a:srgbClr val="965AC8"/>
              </a:solidFill>
            </a:ln>
          </p:spPr>
          <p:txBody>
            <a:bodyPr wrap="square" lIns="0" tIns="0" rIns="0" bIns="0" rtlCol="0"/>
            <a:lstStyle/>
            <a:p>
              <a:endParaRPr sz="2400"/>
            </a:p>
          </p:txBody>
        </p:sp>
        <p:sp>
          <p:nvSpPr>
            <p:cNvPr id="173" name="object 173"/>
            <p:cNvSpPr/>
            <p:nvPr/>
          </p:nvSpPr>
          <p:spPr>
            <a:xfrm>
              <a:off x="2024999" y="2766285"/>
              <a:ext cx="91440" cy="152400"/>
            </a:xfrm>
            <a:custGeom>
              <a:avLst/>
              <a:gdLst/>
              <a:ahLst/>
              <a:cxnLst/>
              <a:rect l="l" t="t" r="r" b="b"/>
              <a:pathLst>
                <a:path w="91439" h="152400">
                  <a:moveTo>
                    <a:pt x="90899" y="152099"/>
                  </a:moveTo>
                  <a:lnTo>
                    <a:pt x="0" y="152099"/>
                  </a:lnTo>
                  <a:lnTo>
                    <a:pt x="0" y="0"/>
                  </a:lnTo>
                  <a:lnTo>
                    <a:pt x="90899" y="0"/>
                  </a:lnTo>
                  <a:lnTo>
                    <a:pt x="90899" y="152099"/>
                  </a:lnTo>
                  <a:close/>
                </a:path>
              </a:pathLst>
            </a:custGeom>
            <a:solidFill>
              <a:srgbClr val="E3C1E1"/>
            </a:solidFill>
          </p:spPr>
          <p:txBody>
            <a:bodyPr wrap="square" lIns="0" tIns="0" rIns="0" bIns="0" rtlCol="0"/>
            <a:lstStyle/>
            <a:p>
              <a:endParaRPr sz="2400"/>
            </a:p>
          </p:txBody>
        </p:sp>
        <p:sp>
          <p:nvSpPr>
            <p:cNvPr id="174" name="object 174"/>
            <p:cNvSpPr/>
            <p:nvPr/>
          </p:nvSpPr>
          <p:spPr>
            <a:xfrm>
              <a:off x="2024999" y="2766285"/>
              <a:ext cx="91440" cy="152400"/>
            </a:xfrm>
            <a:custGeom>
              <a:avLst/>
              <a:gdLst/>
              <a:ahLst/>
              <a:cxnLst/>
              <a:rect l="l" t="t" r="r" b="b"/>
              <a:pathLst>
                <a:path w="91439" h="152400">
                  <a:moveTo>
                    <a:pt x="0" y="0"/>
                  </a:moveTo>
                  <a:lnTo>
                    <a:pt x="90899" y="0"/>
                  </a:lnTo>
                  <a:lnTo>
                    <a:pt x="90899" y="152099"/>
                  </a:lnTo>
                  <a:lnTo>
                    <a:pt x="0" y="152099"/>
                  </a:lnTo>
                  <a:lnTo>
                    <a:pt x="0" y="0"/>
                  </a:lnTo>
                  <a:close/>
                </a:path>
              </a:pathLst>
            </a:custGeom>
            <a:ln w="3175">
              <a:solidFill>
                <a:srgbClr val="965AC8"/>
              </a:solidFill>
            </a:ln>
          </p:spPr>
          <p:txBody>
            <a:bodyPr wrap="square" lIns="0" tIns="0" rIns="0" bIns="0" rtlCol="0"/>
            <a:lstStyle/>
            <a:p>
              <a:endParaRPr sz="2400"/>
            </a:p>
          </p:txBody>
        </p:sp>
        <p:sp>
          <p:nvSpPr>
            <p:cNvPr id="175" name="object 175"/>
            <p:cNvSpPr/>
            <p:nvPr/>
          </p:nvSpPr>
          <p:spPr>
            <a:xfrm>
              <a:off x="2138724" y="2853135"/>
              <a:ext cx="91440" cy="65405"/>
            </a:xfrm>
            <a:custGeom>
              <a:avLst/>
              <a:gdLst/>
              <a:ahLst/>
              <a:cxnLst/>
              <a:rect l="l" t="t" r="r" b="b"/>
              <a:pathLst>
                <a:path w="91439" h="65405">
                  <a:moveTo>
                    <a:pt x="90899" y="65399"/>
                  </a:moveTo>
                  <a:lnTo>
                    <a:pt x="0" y="65399"/>
                  </a:lnTo>
                  <a:lnTo>
                    <a:pt x="0" y="0"/>
                  </a:lnTo>
                  <a:lnTo>
                    <a:pt x="90899" y="0"/>
                  </a:lnTo>
                  <a:lnTo>
                    <a:pt x="90899" y="65399"/>
                  </a:lnTo>
                  <a:close/>
                </a:path>
              </a:pathLst>
            </a:custGeom>
            <a:solidFill>
              <a:srgbClr val="E3C1E1"/>
            </a:solidFill>
          </p:spPr>
          <p:txBody>
            <a:bodyPr wrap="square" lIns="0" tIns="0" rIns="0" bIns="0" rtlCol="0"/>
            <a:lstStyle/>
            <a:p>
              <a:endParaRPr sz="2400"/>
            </a:p>
          </p:txBody>
        </p:sp>
        <p:sp>
          <p:nvSpPr>
            <p:cNvPr id="176" name="object 176"/>
            <p:cNvSpPr/>
            <p:nvPr/>
          </p:nvSpPr>
          <p:spPr>
            <a:xfrm>
              <a:off x="2138724" y="2853135"/>
              <a:ext cx="91440" cy="65405"/>
            </a:xfrm>
            <a:custGeom>
              <a:avLst/>
              <a:gdLst/>
              <a:ahLst/>
              <a:cxnLst/>
              <a:rect l="l" t="t" r="r" b="b"/>
              <a:pathLst>
                <a:path w="91439" h="65405">
                  <a:moveTo>
                    <a:pt x="0" y="0"/>
                  </a:moveTo>
                  <a:lnTo>
                    <a:pt x="90899" y="0"/>
                  </a:lnTo>
                  <a:lnTo>
                    <a:pt x="90899" y="65399"/>
                  </a:lnTo>
                  <a:lnTo>
                    <a:pt x="0" y="65399"/>
                  </a:lnTo>
                  <a:lnTo>
                    <a:pt x="0" y="0"/>
                  </a:lnTo>
                  <a:close/>
                </a:path>
              </a:pathLst>
            </a:custGeom>
            <a:ln w="3175">
              <a:solidFill>
                <a:srgbClr val="965AC8"/>
              </a:solidFill>
            </a:ln>
          </p:spPr>
          <p:txBody>
            <a:bodyPr wrap="square" lIns="0" tIns="0" rIns="0" bIns="0" rtlCol="0"/>
            <a:lstStyle/>
            <a:p>
              <a:endParaRPr sz="2400"/>
            </a:p>
          </p:txBody>
        </p:sp>
        <p:sp>
          <p:nvSpPr>
            <p:cNvPr id="177" name="object 177"/>
            <p:cNvSpPr/>
            <p:nvPr/>
          </p:nvSpPr>
          <p:spPr>
            <a:xfrm>
              <a:off x="1911275" y="2713585"/>
              <a:ext cx="91440" cy="206375"/>
            </a:xfrm>
            <a:custGeom>
              <a:avLst/>
              <a:gdLst/>
              <a:ahLst/>
              <a:cxnLst/>
              <a:rect l="l" t="t" r="r" b="b"/>
              <a:pathLst>
                <a:path w="91439" h="206375">
                  <a:moveTo>
                    <a:pt x="90899" y="205799"/>
                  </a:moveTo>
                  <a:lnTo>
                    <a:pt x="0" y="205799"/>
                  </a:lnTo>
                  <a:lnTo>
                    <a:pt x="0" y="0"/>
                  </a:lnTo>
                  <a:lnTo>
                    <a:pt x="90899" y="0"/>
                  </a:lnTo>
                  <a:lnTo>
                    <a:pt x="90899" y="205799"/>
                  </a:lnTo>
                  <a:close/>
                </a:path>
              </a:pathLst>
            </a:custGeom>
            <a:solidFill>
              <a:srgbClr val="E3C1E1"/>
            </a:solidFill>
          </p:spPr>
          <p:txBody>
            <a:bodyPr wrap="square" lIns="0" tIns="0" rIns="0" bIns="0" rtlCol="0"/>
            <a:lstStyle/>
            <a:p>
              <a:endParaRPr sz="2400"/>
            </a:p>
          </p:txBody>
        </p:sp>
        <p:sp>
          <p:nvSpPr>
            <p:cNvPr id="178" name="object 178"/>
            <p:cNvSpPr/>
            <p:nvPr/>
          </p:nvSpPr>
          <p:spPr>
            <a:xfrm>
              <a:off x="1911275" y="2713585"/>
              <a:ext cx="91440" cy="206375"/>
            </a:xfrm>
            <a:custGeom>
              <a:avLst/>
              <a:gdLst/>
              <a:ahLst/>
              <a:cxnLst/>
              <a:rect l="l" t="t" r="r" b="b"/>
              <a:pathLst>
                <a:path w="91439" h="206375">
                  <a:moveTo>
                    <a:pt x="0" y="0"/>
                  </a:moveTo>
                  <a:lnTo>
                    <a:pt x="90899" y="0"/>
                  </a:lnTo>
                  <a:lnTo>
                    <a:pt x="90899" y="205799"/>
                  </a:lnTo>
                  <a:lnTo>
                    <a:pt x="0" y="205799"/>
                  </a:lnTo>
                  <a:lnTo>
                    <a:pt x="0" y="0"/>
                  </a:lnTo>
                  <a:close/>
                </a:path>
              </a:pathLst>
            </a:custGeom>
            <a:ln w="3175">
              <a:solidFill>
                <a:srgbClr val="965AC8"/>
              </a:solidFill>
            </a:ln>
          </p:spPr>
          <p:txBody>
            <a:bodyPr wrap="square" lIns="0" tIns="0" rIns="0" bIns="0" rtlCol="0"/>
            <a:lstStyle/>
            <a:p>
              <a:endParaRPr sz="2400"/>
            </a:p>
          </p:txBody>
        </p:sp>
        <p:sp>
          <p:nvSpPr>
            <p:cNvPr id="179" name="object 179"/>
            <p:cNvSpPr/>
            <p:nvPr/>
          </p:nvSpPr>
          <p:spPr>
            <a:xfrm>
              <a:off x="1862800" y="2920610"/>
              <a:ext cx="514984" cy="1270"/>
            </a:xfrm>
            <a:custGeom>
              <a:avLst/>
              <a:gdLst/>
              <a:ahLst/>
              <a:cxnLst/>
              <a:rect l="l" t="t" r="r" b="b"/>
              <a:pathLst>
                <a:path w="514985" h="1269">
                  <a:moveTo>
                    <a:pt x="0" y="899"/>
                  </a:moveTo>
                  <a:lnTo>
                    <a:pt x="514499" y="0"/>
                  </a:lnTo>
                </a:path>
              </a:pathLst>
            </a:custGeom>
            <a:ln w="3175">
              <a:solidFill>
                <a:srgbClr val="4285F4"/>
              </a:solidFill>
            </a:ln>
          </p:spPr>
          <p:txBody>
            <a:bodyPr wrap="square" lIns="0" tIns="0" rIns="0" bIns="0" rtlCol="0"/>
            <a:lstStyle/>
            <a:p>
              <a:endParaRPr sz="2400"/>
            </a:p>
          </p:txBody>
        </p:sp>
        <p:sp>
          <p:nvSpPr>
            <p:cNvPr id="180" name="object 180"/>
            <p:cNvSpPr/>
            <p:nvPr/>
          </p:nvSpPr>
          <p:spPr>
            <a:xfrm>
              <a:off x="2809375" y="2876857"/>
              <a:ext cx="91440" cy="42545"/>
            </a:xfrm>
            <a:custGeom>
              <a:avLst/>
              <a:gdLst/>
              <a:ahLst/>
              <a:cxnLst/>
              <a:rect l="l" t="t" r="r" b="b"/>
              <a:pathLst>
                <a:path w="91439" h="42544">
                  <a:moveTo>
                    <a:pt x="90899" y="42299"/>
                  </a:moveTo>
                  <a:lnTo>
                    <a:pt x="0" y="42299"/>
                  </a:lnTo>
                  <a:lnTo>
                    <a:pt x="0" y="0"/>
                  </a:lnTo>
                  <a:lnTo>
                    <a:pt x="90899" y="0"/>
                  </a:lnTo>
                  <a:lnTo>
                    <a:pt x="90899" y="42299"/>
                  </a:lnTo>
                  <a:close/>
                </a:path>
              </a:pathLst>
            </a:custGeom>
            <a:solidFill>
              <a:srgbClr val="E3C1E1"/>
            </a:solidFill>
          </p:spPr>
          <p:txBody>
            <a:bodyPr wrap="square" lIns="0" tIns="0" rIns="0" bIns="0" rtlCol="0"/>
            <a:lstStyle/>
            <a:p>
              <a:endParaRPr sz="2400"/>
            </a:p>
          </p:txBody>
        </p:sp>
        <p:sp>
          <p:nvSpPr>
            <p:cNvPr id="181" name="object 181"/>
            <p:cNvSpPr/>
            <p:nvPr/>
          </p:nvSpPr>
          <p:spPr>
            <a:xfrm>
              <a:off x="2809375" y="2876857"/>
              <a:ext cx="91440" cy="42545"/>
            </a:xfrm>
            <a:custGeom>
              <a:avLst/>
              <a:gdLst/>
              <a:ahLst/>
              <a:cxnLst/>
              <a:rect l="l" t="t" r="r" b="b"/>
              <a:pathLst>
                <a:path w="91439" h="42544">
                  <a:moveTo>
                    <a:pt x="0" y="0"/>
                  </a:moveTo>
                  <a:lnTo>
                    <a:pt x="90899" y="0"/>
                  </a:lnTo>
                  <a:lnTo>
                    <a:pt x="90899" y="42299"/>
                  </a:lnTo>
                  <a:lnTo>
                    <a:pt x="0" y="42299"/>
                  </a:lnTo>
                  <a:lnTo>
                    <a:pt x="0" y="0"/>
                  </a:lnTo>
                  <a:close/>
                </a:path>
              </a:pathLst>
            </a:custGeom>
            <a:ln w="3175">
              <a:solidFill>
                <a:srgbClr val="965AC8"/>
              </a:solidFill>
            </a:ln>
          </p:spPr>
          <p:txBody>
            <a:bodyPr wrap="square" lIns="0" tIns="0" rIns="0" bIns="0" rtlCol="0"/>
            <a:lstStyle/>
            <a:p>
              <a:endParaRPr sz="2400"/>
            </a:p>
          </p:txBody>
        </p:sp>
        <p:sp>
          <p:nvSpPr>
            <p:cNvPr id="182" name="object 182"/>
            <p:cNvSpPr/>
            <p:nvPr/>
          </p:nvSpPr>
          <p:spPr>
            <a:xfrm>
              <a:off x="2581949" y="2811557"/>
              <a:ext cx="91440" cy="107314"/>
            </a:xfrm>
            <a:custGeom>
              <a:avLst/>
              <a:gdLst/>
              <a:ahLst/>
              <a:cxnLst/>
              <a:rect l="l" t="t" r="r" b="b"/>
              <a:pathLst>
                <a:path w="91439" h="107314">
                  <a:moveTo>
                    <a:pt x="90899" y="106799"/>
                  </a:moveTo>
                  <a:lnTo>
                    <a:pt x="0" y="106799"/>
                  </a:lnTo>
                  <a:lnTo>
                    <a:pt x="0" y="0"/>
                  </a:lnTo>
                  <a:lnTo>
                    <a:pt x="90899" y="0"/>
                  </a:lnTo>
                  <a:lnTo>
                    <a:pt x="90899" y="106799"/>
                  </a:lnTo>
                  <a:close/>
                </a:path>
              </a:pathLst>
            </a:custGeom>
            <a:solidFill>
              <a:srgbClr val="E3C1E1"/>
            </a:solidFill>
          </p:spPr>
          <p:txBody>
            <a:bodyPr wrap="square" lIns="0" tIns="0" rIns="0" bIns="0" rtlCol="0"/>
            <a:lstStyle/>
            <a:p>
              <a:endParaRPr sz="2400"/>
            </a:p>
          </p:txBody>
        </p:sp>
        <p:sp>
          <p:nvSpPr>
            <p:cNvPr id="183" name="object 183"/>
            <p:cNvSpPr/>
            <p:nvPr/>
          </p:nvSpPr>
          <p:spPr>
            <a:xfrm>
              <a:off x="2581949" y="2811557"/>
              <a:ext cx="91440" cy="107314"/>
            </a:xfrm>
            <a:custGeom>
              <a:avLst/>
              <a:gdLst/>
              <a:ahLst/>
              <a:cxnLst/>
              <a:rect l="l" t="t" r="r" b="b"/>
              <a:pathLst>
                <a:path w="91439" h="107314">
                  <a:moveTo>
                    <a:pt x="0" y="0"/>
                  </a:moveTo>
                  <a:lnTo>
                    <a:pt x="90899" y="0"/>
                  </a:lnTo>
                  <a:lnTo>
                    <a:pt x="90899" y="106799"/>
                  </a:lnTo>
                  <a:lnTo>
                    <a:pt x="0" y="106799"/>
                  </a:lnTo>
                  <a:lnTo>
                    <a:pt x="0" y="0"/>
                  </a:lnTo>
                  <a:close/>
                </a:path>
              </a:pathLst>
            </a:custGeom>
            <a:ln w="3175">
              <a:solidFill>
                <a:srgbClr val="965AC8"/>
              </a:solidFill>
            </a:ln>
          </p:spPr>
          <p:txBody>
            <a:bodyPr wrap="square" lIns="0" tIns="0" rIns="0" bIns="0" rtlCol="0"/>
            <a:lstStyle/>
            <a:p>
              <a:endParaRPr sz="2400"/>
            </a:p>
          </p:txBody>
        </p:sp>
        <p:sp>
          <p:nvSpPr>
            <p:cNvPr id="184" name="object 184"/>
            <p:cNvSpPr/>
            <p:nvPr/>
          </p:nvSpPr>
          <p:spPr>
            <a:xfrm>
              <a:off x="2695674" y="2824858"/>
              <a:ext cx="91440" cy="93980"/>
            </a:xfrm>
            <a:custGeom>
              <a:avLst/>
              <a:gdLst/>
              <a:ahLst/>
              <a:cxnLst/>
              <a:rect l="l" t="t" r="r" b="b"/>
              <a:pathLst>
                <a:path w="91439" h="93980">
                  <a:moveTo>
                    <a:pt x="90899" y="93599"/>
                  </a:moveTo>
                  <a:lnTo>
                    <a:pt x="0" y="93599"/>
                  </a:lnTo>
                  <a:lnTo>
                    <a:pt x="0" y="0"/>
                  </a:lnTo>
                  <a:lnTo>
                    <a:pt x="90899" y="0"/>
                  </a:lnTo>
                  <a:lnTo>
                    <a:pt x="90899" y="93599"/>
                  </a:lnTo>
                  <a:close/>
                </a:path>
              </a:pathLst>
            </a:custGeom>
            <a:solidFill>
              <a:srgbClr val="E3C1E1"/>
            </a:solidFill>
          </p:spPr>
          <p:txBody>
            <a:bodyPr wrap="square" lIns="0" tIns="0" rIns="0" bIns="0" rtlCol="0"/>
            <a:lstStyle/>
            <a:p>
              <a:endParaRPr sz="2400"/>
            </a:p>
          </p:txBody>
        </p:sp>
        <p:sp>
          <p:nvSpPr>
            <p:cNvPr id="185" name="object 185"/>
            <p:cNvSpPr/>
            <p:nvPr/>
          </p:nvSpPr>
          <p:spPr>
            <a:xfrm>
              <a:off x="2695674" y="2824858"/>
              <a:ext cx="91440" cy="93980"/>
            </a:xfrm>
            <a:custGeom>
              <a:avLst/>
              <a:gdLst/>
              <a:ahLst/>
              <a:cxnLst/>
              <a:rect l="l" t="t" r="r" b="b"/>
              <a:pathLst>
                <a:path w="91439" h="93980">
                  <a:moveTo>
                    <a:pt x="0" y="0"/>
                  </a:moveTo>
                  <a:lnTo>
                    <a:pt x="90899" y="0"/>
                  </a:lnTo>
                  <a:lnTo>
                    <a:pt x="90899" y="93599"/>
                  </a:lnTo>
                  <a:lnTo>
                    <a:pt x="0" y="93599"/>
                  </a:lnTo>
                  <a:lnTo>
                    <a:pt x="0" y="0"/>
                  </a:lnTo>
                  <a:close/>
                </a:path>
              </a:pathLst>
            </a:custGeom>
            <a:ln w="3175">
              <a:solidFill>
                <a:srgbClr val="965AC8"/>
              </a:solidFill>
            </a:ln>
          </p:spPr>
          <p:txBody>
            <a:bodyPr wrap="square" lIns="0" tIns="0" rIns="0" bIns="0" rtlCol="0"/>
            <a:lstStyle/>
            <a:p>
              <a:endParaRPr sz="2400"/>
            </a:p>
          </p:txBody>
        </p:sp>
        <p:sp>
          <p:nvSpPr>
            <p:cNvPr id="186" name="object 186"/>
            <p:cNvSpPr/>
            <p:nvPr/>
          </p:nvSpPr>
          <p:spPr>
            <a:xfrm>
              <a:off x="2468225" y="2791960"/>
              <a:ext cx="91440" cy="127635"/>
            </a:xfrm>
            <a:custGeom>
              <a:avLst/>
              <a:gdLst/>
              <a:ahLst/>
              <a:cxnLst/>
              <a:rect l="l" t="t" r="r" b="b"/>
              <a:pathLst>
                <a:path w="91439" h="127635">
                  <a:moveTo>
                    <a:pt x="90899" y="127499"/>
                  </a:moveTo>
                  <a:lnTo>
                    <a:pt x="0" y="127499"/>
                  </a:lnTo>
                  <a:lnTo>
                    <a:pt x="0" y="0"/>
                  </a:lnTo>
                  <a:lnTo>
                    <a:pt x="90899" y="0"/>
                  </a:lnTo>
                  <a:lnTo>
                    <a:pt x="90899" y="127499"/>
                  </a:lnTo>
                  <a:close/>
                </a:path>
              </a:pathLst>
            </a:custGeom>
            <a:solidFill>
              <a:srgbClr val="E3C1E1"/>
            </a:solidFill>
          </p:spPr>
          <p:txBody>
            <a:bodyPr wrap="square" lIns="0" tIns="0" rIns="0" bIns="0" rtlCol="0"/>
            <a:lstStyle/>
            <a:p>
              <a:endParaRPr sz="2400"/>
            </a:p>
          </p:txBody>
        </p:sp>
        <p:sp>
          <p:nvSpPr>
            <p:cNvPr id="187" name="object 187"/>
            <p:cNvSpPr/>
            <p:nvPr/>
          </p:nvSpPr>
          <p:spPr>
            <a:xfrm>
              <a:off x="2468225" y="2791960"/>
              <a:ext cx="91440" cy="127635"/>
            </a:xfrm>
            <a:custGeom>
              <a:avLst/>
              <a:gdLst/>
              <a:ahLst/>
              <a:cxnLst/>
              <a:rect l="l" t="t" r="r" b="b"/>
              <a:pathLst>
                <a:path w="91439" h="127635">
                  <a:moveTo>
                    <a:pt x="0" y="0"/>
                  </a:moveTo>
                  <a:lnTo>
                    <a:pt x="90899" y="0"/>
                  </a:lnTo>
                  <a:lnTo>
                    <a:pt x="90899" y="127499"/>
                  </a:lnTo>
                  <a:lnTo>
                    <a:pt x="0" y="127499"/>
                  </a:lnTo>
                  <a:lnTo>
                    <a:pt x="0" y="0"/>
                  </a:lnTo>
                  <a:close/>
                </a:path>
              </a:pathLst>
            </a:custGeom>
            <a:ln w="3175">
              <a:solidFill>
                <a:srgbClr val="965AC8"/>
              </a:solidFill>
            </a:ln>
          </p:spPr>
          <p:txBody>
            <a:bodyPr wrap="square" lIns="0" tIns="0" rIns="0" bIns="0" rtlCol="0"/>
            <a:lstStyle/>
            <a:p>
              <a:endParaRPr sz="2400"/>
            </a:p>
          </p:txBody>
        </p:sp>
        <p:sp>
          <p:nvSpPr>
            <p:cNvPr id="188" name="object 188"/>
            <p:cNvSpPr/>
            <p:nvPr/>
          </p:nvSpPr>
          <p:spPr>
            <a:xfrm>
              <a:off x="2419749" y="2920610"/>
              <a:ext cx="514984" cy="1270"/>
            </a:xfrm>
            <a:custGeom>
              <a:avLst/>
              <a:gdLst/>
              <a:ahLst/>
              <a:cxnLst/>
              <a:rect l="l" t="t" r="r" b="b"/>
              <a:pathLst>
                <a:path w="514985" h="1269">
                  <a:moveTo>
                    <a:pt x="0" y="899"/>
                  </a:moveTo>
                  <a:lnTo>
                    <a:pt x="514499" y="0"/>
                  </a:lnTo>
                </a:path>
              </a:pathLst>
            </a:custGeom>
            <a:ln w="3175">
              <a:solidFill>
                <a:srgbClr val="4285F4"/>
              </a:solidFill>
            </a:ln>
          </p:spPr>
          <p:txBody>
            <a:bodyPr wrap="square" lIns="0" tIns="0" rIns="0" bIns="0" rtlCol="0"/>
            <a:lstStyle/>
            <a:p>
              <a:endParaRPr sz="2400"/>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036288" y="1878841"/>
            <a:ext cx="598593" cy="263320"/>
          </a:xfrm>
          <a:prstGeom prst="rect">
            <a:avLst/>
          </a:prstGeom>
        </p:spPr>
        <p:txBody>
          <a:bodyPr vert="horz" wrap="square" lIns="0" tIns="16933" rIns="0" bIns="0" rtlCol="0">
            <a:spAutoFit/>
          </a:bodyPr>
          <a:lstStyle/>
          <a:p>
            <a:pPr marL="16933">
              <a:spcBef>
                <a:spcPts val="133"/>
              </a:spcBef>
            </a:pPr>
            <a:r>
              <a:rPr sz="1600" b="1" spc="-13" dirty="0">
                <a:solidFill>
                  <a:srgbClr val="237A94"/>
                </a:solidFill>
                <a:latin typeface="Arial"/>
                <a:cs typeface="Arial"/>
              </a:rPr>
              <a:t>target</a:t>
            </a:r>
            <a:endParaRPr sz="1600">
              <a:latin typeface="Arial"/>
              <a:cs typeface="Arial"/>
            </a:endParaRPr>
          </a:p>
        </p:txBody>
      </p:sp>
      <p:grpSp>
        <p:nvGrpSpPr>
          <p:cNvPr id="3" name="object 3"/>
          <p:cNvGrpSpPr/>
          <p:nvPr/>
        </p:nvGrpSpPr>
        <p:grpSpPr>
          <a:xfrm>
            <a:off x="2121241" y="3206216"/>
            <a:ext cx="2312247" cy="306493"/>
            <a:chOff x="1590930" y="2404662"/>
            <a:chExt cx="1734185" cy="229870"/>
          </a:xfrm>
        </p:grpSpPr>
        <p:sp>
          <p:nvSpPr>
            <p:cNvPr id="4" name="object 4"/>
            <p:cNvSpPr/>
            <p:nvPr/>
          </p:nvSpPr>
          <p:spPr>
            <a:xfrm>
              <a:off x="1595693" y="2519375"/>
              <a:ext cx="295910" cy="2540"/>
            </a:xfrm>
            <a:custGeom>
              <a:avLst/>
              <a:gdLst/>
              <a:ahLst/>
              <a:cxnLst/>
              <a:rect l="l" t="t" r="r" b="b"/>
              <a:pathLst>
                <a:path w="295910" h="2539">
                  <a:moveTo>
                    <a:pt x="0" y="0"/>
                  </a:moveTo>
                  <a:lnTo>
                    <a:pt x="295652" y="2513"/>
                  </a:lnTo>
                </a:path>
              </a:pathLst>
            </a:custGeom>
            <a:ln w="9524">
              <a:solidFill>
                <a:srgbClr val="595959"/>
              </a:solidFill>
            </a:ln>
          </p:spPr>
          <p:txBody>
            <a:bodyPr wrap="square" lIns="0" tIns="0" rIns="0" bIns="0" rtlCol="0"/>
            <a:lstStyle/>
            <a:p>
              <a:endParaRPr sz="2400"/>
            </a:p>
          </p:txBody>
        </p:sp>
        <p:sp>
          <p:nvSpPr>
            <p:cNvPr id="5" name="object 5"/>
            <p:cNvSpPr/>
            <p:nvPr/>
          </p:nvSpPr>
          <p:spPr>
            <a:xfrm>
              <a:off x="1891211" y="2506156"/>
              <a:ext cx="43815" cy="31750"/>
            </a:xfrm>
            <a:custGeom>
              <a:avLst/>
              <a:gdLst/>
              <a:ahLst/>
              <a:cxnLst/>
              <a:rect l="l" t="t" r="r" b="b"/>
              <a:pathLst>
                <a:path w="43814" h="31750">
                  <a:moveTo>
                    <a:pt x="0" y="31464"/>
                  </a:moveTo>
                  <a:lnTo>
                    <a:pt x="267" y="0"/>
                  </a:lnTo>
                  <a:lnTo>
                    <a:pt x="43357" y="16099"/>
                  </a:lnTo>
                  <a:lnTo>
                    <a:pt x="0" y="31464"/>
                  </a:lnTo>
                  <a:close/>
                </a:path>
              </a:pathLst>
            </a:custGeom>
            <a:solidFill>
              <a:srgbClr val="595959"/>
            </a:solidFill>
          </p:spPr>
          <p:txBody>
            <a:bodyPr wrap="square" lIns="0" tIns="0" rIns="0" bIns="0" rtlCol="0"/>
            <a:lstStyle/>
            <a:p>
              <a:endParaRPr sz="2400"/>
            </a:p>
          </p:txBody>
        </p:sp>
        <p:sp>
          <p:nvSpPr>
            <p:cNvPr id="6" name="object 6"/>
            <p:cNvSpPr/>
            <p:nvPr/>
          </p:nvSpPr>
          <p:spPr>
            <a:xfrm>
              <a:off x="1891211" y="2506156"/>
              <a:ext cx="43815" cy="31750"/>
            </a:xfrm>
            <a:custGeom>
              <a:avLst/>
              <a:gdLst/>
              <a:ahLst/>
              <a:cxnLst/>
              <a:rect l="l" t="t" r="r" b="b"/>
              <a:pathLst>
                <a:path w="43814" h="31750">
                  <a:moveTo>
                    <a:pt x="0" y="31464"/>
                  </a:moveTo>
                  <a:lnTo>
                    <a:pt x="43357" y="16099"/>
                  </a:lnTo>
                  <a:lnTo>
                    <a:pt x="267" y="0"/>
                  </a:lnTo>
                  <a:lnTo>
                    <a:pt x="0" y="31464"/>
                  </a:lnTo>
                  <a:close/>
                </a:path>
              </a:pathLst>
            </a:custGeom>
            <a:ln w="9524">
              <a:solidFill>
                <a:srgbClr val="595959"/>
              </a:solidFill>
            </a:ln>
          </p:spPr>
          <p:txBody>
            <a:bodyPr wrap="square" lIns="0" tIns="0" rIns="0" bIns="0" rtlCol="0"/>
            <a:lstStyle/>
            <a:p>
              <a:endParaRPr sz="2400"/>
            </a:p>
          </p:txBody>
        </p:sp>
        <p:sp>
          <p:nvSpPr>
            <p:cNvPr id="7" name="object 7"/>
            <p:cNvSpPr/>
            <p:nvPr/>
          </p:nvSpPr>
          <p:spPr>
            <a:xfrm>
              <a:off x="1948480" y="2420817"/>
              <a:ext cx="302895" cy="203835"/>
            </a:xfrm>
            <a:custGeom>
              <a:avLst/>
              <a:gdLst/>
              <a:ahLst/>
              <a:cxnLst/>
              <a:rect l="l" t="t" r="r" b="b"/>
              <a:pathLst>
                <a:path w="302894" h="203835">
                  <a:moveTo>
                    <a:pt x="268799" y="203399"/>
                  </a:moveTo>
                  <a:lnTo>
                    <a:pt x="33900" y="203399"/>
                  </a:lnTo>
                  <a:lnTo>
                    <a:pt x="20705" y="200735"/>
                  </a:lnTo>
                  <a:lnTo>
                    <a:pt x="9929" y="193470"/>
                  </a:lnTo>
                  <a:lnTo>
                    <a:pt x="2664" y="182695"/>
                  </a:lnTo>
                  <a:lnTo>
                    <a:pt x="0" y="169499"/>
                  </a:lnTo>
                  <a:lnTo>
                    <a:pt x="0" y="33900"/>
                  </a:lnTo>
                  <a:lnTo>
                    <a:pt x="2664" y="20705"/>
                  </a:lnTo>
                  <a:lnTo>
                    <a:pt x="9929" y="9929"/>
                  </a:lnTo>
                  <a:lnTo>
                    <a:pt x="20705" y="2664"/>
                  </a:lnTo>
                  <a:lnTo>
                    <a:pt x="33900" y="0"/>
                  </a:lnTo>
                  <a:lnTo>
                    <a:pt x="268799" y="0"/>
                  </a:lnTo>
                  <a:lnTo>
                    <a:pt x="302042" y="27256"/>
                  </a:lnTo>
                  <a:lnTo>
                    <a:pt x="302699" y="33900"/>
                  </a:lnTo>
                  <a:lnTo>
                    <a:pt x="302699" y="169499"/>
                  </a:lnTo>
                  <a:lnTo>
                    <a:pt x="300035" y="182695"/>
                  </a:lnTo>
                  <a:lnTo>
                    <a:pt x="292770" y="193470"/>
                  </a:lnTo>
                  <a:lnTo>
                    <a:pt x="281995" y="200735"/>
                  </a:lnTo>
                  <a:lnTo>
                    <a:pt x="268799" y="203399"/>
                  </a:lnTo>
                  <a:close/>
                </a:path>
              </a:pathLst>
            </a:custGeom>
            <a:solidFill>
              <a:srgbClr val="FAADB3"/>
            </a:solidFill>
          </p:spPr>
          <p:txBody>
            <a:bodyPr wrap="square" lIns="0" tIns="0" rIns="0" bIns="0" rtlCol="0"/>
            <a:lstStyle/>
            <a:p>
              <a:endParaRPr sz="2400"/>
            </a:p>
          </p:txBody>
        </p:sp>
        <p:sp>
          <p:nvSpPr>
            <p:cNvPr id="8" name="object 8"/>
            <p:cNvSpPr/>
            <p:nvPr/>
          </p:nvSpPr>
          <p:spPr>
            <a:xfrm>
              <a:off x="1948480" y="2420817"/>
              <a:ext cx="302895" cy="203835"/>
            </a:xfrm>
            <a:custGeom>
              <a:avLst/>
              <a:gdLst/>
              <a:ahLst/>
              <a:cxnLst/>
              <a:rect l="l" t="t" r="r" b="b"/>
              <a:pathLst>
                <a:path w="302894" h="203835">
                  <a:moveTo>
                    <a:pt x="0" y="33900"/>
                  </a:moveTo>
                  <a:lnTo>
                    <a:pt x="2664" y="20705"/>
                  </a:lnTo>
                  <a:lnTo>
                    <a:pt x="9929" y="9929"/>
                  </a:lnTo>
                  <a:lnTo>
                    <a:pt x="20705" y="2664"/>
                  </a:lnTo>
                  <a:lnTo>
                    <a:pt x="33900" y="0"/>
                  </a:lnTo>
                  <a:lnTo>
                    <a:pt x="268799" y="0"/>
                  </a:lnTo>
                  <a:lnTo>
                    <a:pt x="302042" y="27256"/>
                  </a:lnTo>
                  <a:lnTo>
                    <a:pt x="302699" y="33900"/>
                  </a:lnTo>
                  <a:lnTo>
                    <a:pt x="302699" y="169499"/>
                  </a:lnTo>
                  <a:lnTo>
                    <a:pt x="300035" y="182695"/>
                  </a:lnTo>
                  <a:lnTo>
                    <a:pt x="292770" y="193470"/>
                  </a:lnTo>
                  <a:lnTo>
                    <a:pt x="281995" y="200735"/>
                  </a:lnTo>
                  <a:lnTo>
                    <a:pt x="268799" y="203399"/>
                  </a:lnTo>
                  <a:lnTo>
                    <a:pt x="33900" y="203399"/>
                  </a:lnTo>
                  <a:lnTo>
                    <a:pt x="20705" y="200735"/>
                  </a:lnTo>
                  <a:lnTo>
                    <a:pt x="9929" y="193470"/>
                  </a:lnTo>
                  <a:lnTo>
                    <a:pt x="2664" y="182695"/>
                  </a:lnTo>
                  <a:lnTo>
                    <a:pt x="0" y="169499"/>
                  </a:lnTo>
                  <a:lnTo>
                    <a:pt x="0" y="33900"/>
                  </a:lnTo>
                  <a:close/>
                </a:path>
              </a:pathLst>
            </a:custGeom>
            <a:ln w="5474">
              <a:solidFill>
                <a:srgbClr val="595959"/>
              </a:solidFill>
            </a:ln>
          </p:spPr>
          <p:txBody>
            <a:bodyPr wrap="square" lIns="0" tIns="0" rIns="0" bIns="0" rtlCol="0"/>
            <a:lstStyle/>
            <a:p>
              <a:endParaRPr sz="2400"/>
            </a:p>
          </p:txBody>
        </p:sp>
        <p:sp>
          <p:nvSpPr>
            <p:cNvPr id="9" name="object 9"/>
            <p:cNvSpPr/>
            <p:nvPr/>
          </p:nvSpPr>
          <p:spPr>
            <a:xfrm>
              <a:off x="2787923" y="2409425"/>
              <a:ext cx="532130" cy="220345"/>
            </a:xfrm>
            <a:custGeom>
              <a:avLst/>
              <a:gdLst/>
              <a:ahLst/>
              <a:cxnLst/>
              <a:rect l="l" t="t" r="r" b="b"/>
              <a:pathLst>
                <a:path w="532129" h="220344">
                  <a:moveTo>
                    <a:pt x="4952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close/>
                </a:path>
              </a:pathLst>
            </a:custGeom>
            <a:solidFill>
              <a:srgbClr val="E9F1F4"/>
            </a:solidFill>
          </p:spPr>
          <p:txBody>
            <a:bodyPr wrap="square" lIns="0" tIns="0" rIns="0" bIns="0" rtlCol="0"/>
            <a:lstStyle/>
            <a:p>
              <a:endParaRPr sz="2400"/>
            </a:p>
          </p:txBody>
        </p:sp>
        <p:sp>
          <p:nvSpPr>
            <p:cNvPr id="10" name="object 10"/>
            <p:cNvSpPr/>
            <p:nvPr/>
          </p:nvSpPr>
          <p:spPr>
            <a:xfrm>
              <a:off x="2787923" y="2409425"/>
              <a:ext cx="532130" cy="220345"/>
            </a:xfrm>
            <a:custGeom>
              <a:avLst/>
              <a:gdLst/>
              <a:ahLst/>
              <a:cxnLst/>
              <a:rect l="l" t="t" r="r" b="b"/>
              <a:pathLst>
                <a:path w="532129" h="220344">
                  <a:moveTo>
                    <a:pt x="0" y="36650"/>
                  </a:move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sp>
          <p:nvSpPr>
            <p:cNvPr id="11" name="object 11"/>
            <p:cNvSpPr/>
            <p:nvPr/>
          </p:nvSpPr>
          <p:spPr>
            <a:xfrm>
              <a:off x="2255899" y="2409425"/>
              <a:ext cx="532130" cy="220345"/>
            </a:xfrm>
            <a:custGeom>
              <a:avLst/>
              <a:gdLst/>
              <a:ahLst/>
              <a:cxnLst/>
              <a:rect l="l" t="t" r="r" b="b"/>
              <a:pathLst>
                <a:path w="532130" h="220344">
                  <a:moveTo>
                    <a:pt x="4952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close/>
                </a:path>
              </a:pathLst>
            </a:custGeom>
            <a:solidFill>
              <a:srgbClr val="E9F1F4"/>
            </a:solidFill>
          </p:spPr>
          <p:txBody>
            <a:bodyPr wrap="square" lIns="0" tIns="0" rIns="0" bIns="0" rtlCol="0"/>
            <a:lstStyle/>
            <a:p>
              <a:endParaRPr sz="2400"/>
            </a:p>
          </p:txBody>
        </p:sp>
        <p:sp>
          <p:nvSpPr>
            <p:cNvPr id="12" name="object 12"/>
            <p:cNvSpPr/>
            <p:nvPr/>
          </p:nvSpPr>
          <p:spPr>
            <a:xfrm>
              <a:off x="2255899" y="2409425"/>
              <a:ext cx="532130" cy="220345"/>
            </a:xfrm>
            <a:custGeom>
              <a:avLst/>
              <a:gdLst/>
              <a:ahLst/>
              <a:cxnLst/>
              <a:rect l="l" t="t" r="r" b="b"/>
              <a:pathLst>
                <a:path w="532130" h="220344">
                  <a:moveTo>
                    <a:pt x="0" y="36650"/>
                  </a:move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grpSp>
      <p:grpSp>
        <p:nvGrpSpPr>
          <p:cNvPr id="13" name="object 13"/>
          <p:cNvGrpSpPr/>
          <p:nvPr/>
        </p:nvGrpSpPr>
        <p:grpSpPr>
          <a:xfrm>
            <a:off x="2594324" y="2718799"/>
            <a:ext cx="1129453" cy="306493"/>
            <a:chOff x="1945743" y="2039099"/>
            <a:chExt cx="847090" cy="229870"/>
          </a:xfrm>
        </p:grpSpPr>
        <p:sp>
          <p:nvSpPr>
            <p:cNvPr id="14" name="object 14"/>
            <p:cNvSpPr/>
            <p:nvPr/>
          </p:nvSpPr>
          <p:spPr>
            <a:xfrm>
              <a:off x="1948480" y="2048167"/>
              <a:ext cx="302895" cy="203835"/>
            </a:xfrm>
            <a:custGeom>
              <a:avLst/>
              <a:gdLst/>
              <a:ahLst/>
              <a:cxnLst/>
              <a:rect l="l" t="t" r="r" b="b"/>
              <a:pathLst>
                <a:path w="302894" h="203835">
                  <a:moveTo>
                    <a:pt x="268799" y="203399"/>
                  </a:moveTo>
                  <a:lnTo>
                    <a:pt x="33900" y="203399"/>
                  </a:lnTo>
                  <a:lnTo>
                    <a:pt x="20705" y="200735"/>
                  </a:lnTo>
                  <a:lnTo>
                    <a:pt x="9929" y="193470"/>
                  </a:lnTo>
                  <a:lnTo>
                    <a:pt x="2664" y="182695"/>
                  </a:lnTo>
                  <a:lnTo>
                    <a:pt x="0" y="169499"/>
                  </a:lnTo>
                  <a:lnTo>
                    <a:pt x="0" y="33900"/>
                  </a:lnTo>
                  <a:lnTo>
                    <a:pt x="2664" y="20705"/>
                  </a:lnTo>
                  <a:lnTo>
                    <a:pt x="9929" y="9929"/>
                  </a:lnTo>
                  <a:lnTo>
                    <a:pt x="20705" y="2664"/>
                  </a:lnTo>
                  <a:lnTo>
                    <a:pt x="33900" y="0"/>
                  </a:lnTo>
                  <a:lnTo>
                    <a:pt x="268799" y="0"/>
                  </a:lnTo>
                  <a:lnTo>
                    <a:pt x="302042" y="27256"/>
                  </a:lnTo>
                  <a:lnTo>
                    <a:pt x="302699" y="33900"/>
                  </a:lnTo>
                  <a:lnTo>
                    <a:pt x="302699" y="169499"/>
                  </a:lnTo>
                  <a:lnTo>
                    <a:pt x="300035" y="182695"/>
                  </a:lnTo>
                  <a:lnTo>
                    <a:pt x="292770" y="193470"/>
                  </a:lnTo>
                  <a:lnTo>
                    <a:pt x="281995" y="200735"/>
                  </a:lnTo>
                  <a:lnTo>
                    <a:pt x="268799" y="203399"/>
                  </a:lnTo>
                  <a:close/>
                </a:path>
              </a:pathLst>
            </a:custGeom>
            <a:solidFill>
              <a:srgbClr val="FAADB3"/>
            </a:solidFill>
          </p:spPr>
          <p:txBody>
            <a:bodyPr wrap="square" lIns="0" tIns="0" rIns="0" bIns="0" rtlCol="0"/>
            <a:lstStyle/>
            <a:p>
              <a:endParaRPr sz="2400"/>
            </a:p>
          </p:txBody>
        </p:sp>
        <p:sp>
          <p:nvSpPr>
            <p:cNvPr id="15" name="object 15"/>
            <p:cNvSpPr/>
            <p:nvPr/>
          </p:nvSpPr>
          <p:spPr>
            <a:xfrm>
              <a:off x="1948480" y="2048167"/>
              <a:ext cx="302895" cy="203835"/>
            </a:xfrm>
            <a:custGeom>
              <a:avLst/>
              <a:gdLst/>
              <a:ahLst/>
              <a:cxnLst/>
              <a:rect l="l" t="t" r="r" b="b"/>
              <a:pathLst>
                <a:path w="302894" h="203835">
                  <a:moveTo>
                    <a:pt x="0" y="33900"/>
                  </a:moveTo>
                  <a:lnTo>
                    <a:pt x="2664" y="20705"/>
                  </a:lnTo>
                  <a:lnTo>
                    <a:pt x="9929" y="9929"/>
                  </a:lnTo>
                  <a:lnTo>
                    <a:pt x="20705" y="2664"/>
                  </a:lnTo>
                  <a:lnTo>
                    <a:pt x="33900" y="0"/>
                  </a:lnTo>
                  <a:lnTo>
                    <a:pt x="268799" y="0"/>
                  </a:lnTo>
                  <a:lnTo>
                    <a:pt x="302042" y="27256"/>
                  </a:lnTo>
                  <a:lnTo>
                    <a:pt x="302699" y="33900"/>
                  </a:lnTo>
                  <a:lnTo>
                    <a:pt x="302699" y="169499"/>
                  </a:lnTo>
                  <a:lnTo>
                    <a:pt x="300035" y="182695"/>
                  </a:lnTo>
                  <a:lnTo>
                    <a:pt x="292770" y="193470"/>
                  </a:lnTo>
                  <a:lnTo>
                    <a:pt x="281995" y="200735"/>
                  </a:lnTo>
                  <a:lnTo>
                    <a:pt x="268799" y="203399"/>
                  </a:lnTo>
                  <a:lnTo>
                    <a:pt x="33900" y="203399"/>
                  </a:lnTo>
                  <a:lnTo>
                    <a:pt x="20705" y="200735"/>
                  </a:lnTo>
                  <a:lnTo>
                    <a:pt x="9929" y="193470"/>
                  </a:lnTo>
                  <a:lnTo>
                    <a:pt x="2664" y="182695"/>
                  </a:lnTo>
                  <a:lnTo>
                    <a:pt x="0" y="169499"/>
                  </a:lnTo>
                  <a:lnTo>
                    <a:pt x="0" y="33900"/>
                  </a:lnTo>
                  <a:close/>
                </a:path>
              </a:pathLst>
            </a:custGeom>
            <a:ln w="5474">
              <a:solidFill>
                <a:srgbClr val="595959"/>
              </a:solidFill>
            </a:ln>
          </p:spPr>
          <p:txBody>
            <a:bodyPr wrap="square" lIns="0" tIns="0" rIns="0" bIns="0" rtlCol="0"/>
            <a:lstStyle/>
            <a:p>
              <a:endParaRPr sz="2400"/>
            </a:p>
          </p:txBody>
        </p:sp>
        <p:sp>
          <p:nvSpPr>
            <p:cNvPr id="16" name="object 16"/>
            <p:cNvSpPr/>
            <p:nvPr/>
          </p:nvSpPr>
          <p:spPr>
            <a:xfrm>
              <a:off x="2255899" y="2043862"/>
              <a:ext cx="532130" cy="220345"/>
            </a:xfrm>
            <a:custGeom>
              <a:avLst/>
              <a:gdLst/>
              <a:ahLst/>
              <a:cxnLst/>
              <a:rect l="l" t="t" r="r" b="b"/>
              <a:pathLst>
                <a:path w="532130" h="220344">
                  <a:moveTo>
                    <a:pt x="4952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495249" y="0"/>
                  </a:lnTo>
                  <a:lnTo>
                    <a:pt x="529110" y="22624"/>
                  </a:lnTo>
                  <a:lnTo>
                    <a:pt x="531899" y="36650"/>
                  </a:lnTo>
                  <a:lnTo>
                    <a:pt x="531899" y="183249"/>
                  </a:lnTo>
                  <a:lnTo>
                    <a:pt x="529019" y="197515"/>
                  </a:lnTo>
                  <a:lnTo>
                    <a:pt x="521165" y="209165"/>
                  </a:lnTo>
                  <a:lnTo>
                    <a:pt x="509515" y="217019"/>
                  </a:lnTo>
                  <a:lnTo>
                    <a:pt x="495249" y="219899"/>
                  </a:lnTo>
                  <a:close/>
                </a:path>
              </a:pathLst>
            </a:custGeom>
            <a:solidFill>
              <a:srgbClr val="E9F1F4"/>
            </a:solidFill>
          </p:spPr>
          <p:txBody>
            <a:bodyPr wrap="square" lIns="0" tIns="0" rIns="0" bIns="0" rtlCol="0"/>
            <a:lstStyle/>
            <a:p>
              <a:endParaRPr sz="2400"/>
            </a:p>
          </p:txBody>
        </p:sp>
        <p:sp>
          <p:nvSpPr>
            <p:cNvPr id="17" name="object 17"/>
            <p:cNvSpPr/>
            <p:nvPr/>
          </p:nvSpPr>
          <p:spPr>
            <a:xfrm>
              <a:off x="2255899" y="2043862"/>
              <a:ext cx="532130" cy="220345"/>
            </a:xfrm>
            <a:custGeom>
              <a:avLst/>
              <a:gdLst/>
              <a:ahLst/>
              <a:cxnLst/>
              <a:rect l="l" t="t" r="r" b="b"/>
              <a:pathLst>
                <a:path w="532130" h="220344">
                  <a:moveTo>
                    <a:pt x="0" y="36650"/>
                  </a:moveTo>
                  <a:lnTo>
                    <a:pt x="2880" y="22384"/>
                  </a:lnTo>
                  <a:lnTo>
                    <a:pt x="10734" y="10734"/>
                  </a:lnTo>
                  <a:lnTo>
                    <a:pt x="22384" y="2880"/>
                  </a:lnTo>
                  <a:lnTo>
                    <a:pt x="36650" y="0"/>
                  </a:lnTo>
                  <a:lnTo>
                    <a:pt x="495249" y="0"/>
                  </a:lnTo>
                  <a:lnTo>
                    <a:pt x="529110" y="22624"/>
                  </a:lnTo>
                  <a:lnTo>
                    <a:pt x="531899" y="36650"/>
                  </a:lnTo>
                  <a:lnTo>
                    <a:pt x="531899" y="183249"/>
                  </a:lnTo>
                  <a:lnTo>
                    <a:pt x="529019" y="197515"/>
                  </a:lnTo>
                  <a:lnTo>
                    <a:pt x="521165" y="209165"/>
                  </a:lnTo>
                  <a:lnTo>
                    <a:pt x="509515" y="217019"/>
                  </a:lnTo>
                  <a:lnTo>
                    <a:pt x="4952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grpSp>
      <p:grpSp>
        <p:nvGrpSpPr>
          <p:cNvPr id="18" name="object 18"/>
          <p:cNvGrpSpPr/>
          <p:nvPr/>
        </p:nvGrpSpPr>
        <p:grpSpPr>
          <a:xfrm>
            <a:off x="2594165" y="3710683"/>
            <a:ext cx="2642447" cy="306493"/>
            <a:chOff x="1945623" y="2783012"/>
            <a:chExt cx="1981835" cy="229870"/>
          </a:xfrm>
        </p:grpSpPr>
        <p:sp>
          <p:nvSpPr>
            <p:cNvPr id="19" name="object 19"/>
            <p:cNvSpPr/>
            <p:nvPr/>
          </p:nvSpPr>
          <p:spPr>
            <a:xfrm>
              <a:off x="1948480" y="2793467"/>
              <a:ext cx="302895" cy="203835"/>
            </a:xfrm>
            <a:custGeom>
              <a:avLst/>
              <a:gdLst/>
              <a:ahLst/>
              <a:cxnLst/>
              <a:rect l="l" t="t" r="r" b="b"/>
              <a:pathLst>
                <a:path w="302894" h="203835">
                  <a:moveTo>
                    <a:pt x="268799" y="203399"/>
                  </a:moveTo>
                  <a:lnTo>
                    <a:pt x="33900" y="203399"/>
                  </a:lnTo>
                  <a:lnTo>
                    <a:pt x="20705" y="200735"/>
                  </a:lnTo>
                  <a:lnTo>
                    <a:pt x="9929" y="193470"/>
                  </a:lnTo>
                  <a:lnTo>
                    <a:pt x="2664" y="182695"/>
                  </a:lnTo>
                  <a:lnTo>
                    <a:pt x="0" y="169499"/>
                  </a:lnTo>
                  <a:lnTo>
                    <a:pt x="0" y="33900"/>
                  </a:lnTo>
                  <a:lnTo>
                    <a:pt x="2664" y="20705"/>
                  </a:lnTo>
                  <a:lnTo>
                    <a:pt x="9929" y="9929"/>
                  </a:lnTo>
                  <a:lnTo>
                    <a:pt x="20705" y="2664"/>
                  </a:lnTo>
                  <a:lnTo>
                    <a:pt x="33900" y="0"/>
                  </a:lnTo>
                  <a:lnTo>
                    <a:pt x="268799" y="0"/>
                  </a:lnTo>
                  <a:lnTo>
                    <a:pt x="302042" y="27256"/>
                  </a:lnTo>
                  <a:lnTo>
                    <a:pt x="302699" y="33900"/>
                  </a:lnTo>
                  <a:lnTo>
                    <a:pt x="302699" y="169499"/>
                  </a:lnTo>
                  <a:lnTo>
                    <a:pt x="300035" y="182695"/>
                  </a:lnTo>
                  <a:lnTo>
                    <a:pt x="292770" y="193470"/>
                  </a:lnTo>
                  <a:lnTo>
                    <a:pt x="281995" y="200735"/>
                  </a:lnTo>
                  <a:lnTo>
                    <a:pt x="268799" y="203399"/>
                  </a:lnTo>
                  <a:close/>
                </a:path>
              </a:pathLst>
            </a:custGeom>
            <a:solidFill>
              <a:srgbClr val="FAADB3"/>
            </a:solidFill>
          </p:spPr>
          <p:txBody>
            <a:bodyPr wrap="square" lIns="0" tIns="0" rIns="0" bIns="0" rtlCol="0"/>
            <a:lstStyle/>
            <a:p>
              <a:endParaRPr sz="2400"/>
            </a:p>
          </p:txBody>
        </p:sp>
        <p:sp>
          <p:nvSpPr>
            <p:cNvPr id="20" name="object 20"/>
            <p:cNvSpPr/>
            <p:nvPr/>
          </p:nvSpPr>
          <p:spPr>
            <a:xfrm>
              <a:off x="1948480" y="2793467"/>
              <a:ext cx="302895" cy="203835"/>
            </a:xfrm>
            <a:custGeom>
              <a:avLst/>
              <a:gdLst/>
              <a:ahLst/>
              <a:cxnLst/>
              <a:rect l="l" t="t" r="r" b="b"/>
              <a:pathLst>
                <a:path w="302894" h="203835">
                  <a:moveTo>
                    <a:pt x="0" y="33900"/>
                  </a:moveTo>
                  <a:lnTo>
                    <a:pt x="2664" y="20705"/>
                  </a:lnTo>
                  <a:lnTo>
                    <a:pt x="9929" y="9929"/>
                  </a:lnTo>
                  <a:lnTo>
                    <a:pt x="20705" y="2664"/>
                  </a:lnTo>
                  <a:lnTo>
                    <a:pt x="33900" y="0"/>
                  </a:lnTo>
                  <a:lnTo>
                    <a:pt x="268799" y="0"/>
                  </a:lnTo>
                  <a:lnTo>
                    <a:pt x="302042" y="27256"/>
                  </a:lnTo>
                  <a:lnTo>
                    <a:pt x="302699" y="33900"/>
                  </a:lnTo>
                  <a:lnTo>
                    <a:pt x="302699" y="169499"/>
                  </a:lnTo>
                  <a:lnTo>
                    <a:pt x="300035" y="182695"/>
                  </a:lnTo>
                  <a:lnTo>
                    <a:pt x="292770" y="193470"/>
                  </a:lnTo>
                  <a:lnTo>
                    <a:pt x="281995" y="200735"/>
                  </a:lnTo>
                  <a:lnTo>
                    <a:pt x="268799" y="203399"/>
                  </a:lnTo>
                  <a:lnTo>
                    <a:pt x="33900" y="203399"/>
                  </a:lnTo>
                  <a:lnTo>
                    <a:pt x="20705" y="200735"/>
                  </a:lnTo>
                  <a:lnTo>
                    <a:pt x="9929" y="193470"/>
                  </a:lnTo>
                  <a:lnTo>
                    <a:pt x="2664" y="182695"/>
                  </a:lnTo>
                  <a:lnTo>
                    <a:pt x="0" y="169499"/>
                  </a:lnTo>
                  <a:lnTo>
                    <a:pt x="0" y="33900"/>
                  </a:lnTo>
                  <a:close/>
                </a:path>
              </a:pathLst>
            </a:custGeom>
            <a:ln w="5474">
              <a:solidFill>
                <a:srgbClr val="595959"/>
              </a:solidFill>
            </a:ln>
          </p:spPr>
          <p:txBody>
            <a:bodyPr wrap="square" lIns="0" tIns="0" rIns="0" bIns="0" rtlCol="0"/>
            <a:lstStyle/>
            <a:p>
              <a:endParaRPr sz="2400"/>
            </a:p>
          </p:txBody>
        </p:sp>
        <p:sp>
          <p:nvSpPr>
            <p:cNvPr id="21" name="object 21"/>
            <p:cNvSpPr/>
            <p:nvPr/>
          </p:nvSpPr>
          <p:spPr>
            <a:xfrm>
              <a:off x="2783197" y="2787774"/>
              <a:ext cx="532130" cy="220345"/>
            </a:xfrm>
            <a:custGeom>
              <a:avLst/>
              <a:gdLst/>
              <a:ahLst/>
              <a:cxnLst/>
              <a:rect l="l" t="t" r="r" b="b"/>
              <a:pathLst>
                <a:path w="532129" h="220344">
                  <a:moveTo>
                    <a:pt x="4952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close/>
                </a:path>
              </a:pathLst>
            </a:custGeom>
            <a:solidFill>
              <a:srgbClr val="E9F1F4"/>
            </a:solidFill>
          </p:spPr>
          <p:txBody>
            <a:bodyPr wrap="square" lIns="0" tIns="0" rIns="0" bIns="0" rtlCol="0"/>
            <a:lstStyle/>
            <a:p>
              <a:endParaRPr sz="2400"/>
            </a:p>
          </p:txBody>
        </p:sp>
        <p:sp>
          <p:nvSpPr>
            <p:cNvPr id="22" name="object 22"/>
            <p:cNvSpPr/>
            <p:nvPr/>
          </p:nvSpPr>
          <p:spPr>
            <a:xfrm>
              <a:off x="2783197" y="2787774"/>
              <a:ext cx="532130" cy="220345"/>
            </a:xfrm>
            <a:custGeom>
              <a:avLst/>
              <a:gdLst/>
              <a:ahLst/>
              <a:cxnLst/>
              <a:rect l="l" t="t" r="r" b="b"/>
              <a:pathLst>
                <a:path w="532129" h="220344">
                  <a:moveTo>
                    <a:pt x="0" y="36650"/>
                  </a:move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sp>
          <p:nvSpPr>
            <p:cNvPr id="23" name="object 23"/>
            <p:cNvSpPr/>
            <p:nvPr/>
          </p:nvSpPr>
          <p:spPr>
            <a:xfrm>
              <a:off x="3315224" y="2787774"/>
              <a:ext cx="607695" cy="220345"/>
            </a:xfrm>
            <a:custGeom>
              <a:avLst/>
              <a:gdLst/>
              <a:ahLst/>
              <a:cxnLst/>
              <a:rect l="l" t="t" r="r" b="b"/>
              <a:pathLst>
                <a:path w="607695" h="220344">
                  <a:moveTo>
                    <a:pt x="5705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570549" y="0"/>
                  </a:lnTo>
                  <a:lnTo>
                    <a:pt x="604410" y="22625"/>
                  </a:lnTo>
                  <a:lnTo>
                    <a:pt x="607199" y="36650"/>
                  </a:lnTo>
                  <a:lnTo>
                    <a:pt x="607199" y="183249"/>
                  </a:lnTo>
                  <a:lnTo>
                    <a:pt x="604319" y="197515"/>
                  </a:lnTo>
                  <a:lnTo>
                    <a:pt x="596465" y="209165"/>
                  </a:lnTo>
                  <a:lnTo>
                    <a:pt x="584815" y="217019"/>
                  </a:lnTo>
                  <a:lnTo>
                    <a:pt x="570549" y="219899"/>
                  </a:lnTo>
                  <a:close/>
                </a:path>
              </a:pathLst>
            </a:custGeom>
            <a:solidFill>
              <a:srgbClr val="E9F1F4"/>
            </a:solidFill>
          </p:spPr>
          <p:txBody>
            <a:bodyPr wrap="square" lIns="0" tIns="0" rIns="0" bIns="0" rtlCol="0"/>
            <a:lstStyle/>
            <a:p>
              <a:endParaRPr sz="2400"/>
            </a:p>
          </p:txBody>
        </p:sp>
        <p:sp>
          <p:nvSpPr>
            <p:cNvPr id="24" name="object 24"/>
            <p:cNvSpPr/>
            <p:nvPr/>
          </p:nvSpPr>
          <p:spPr>
            <a:xfrm>
              <a:off x="3315224" y="2787774"/>
              <a:ext cx="607695" cy="220345"/>
            </a:xfrm>
            <a:custGeom>
              <a:avLst/>
              <a:gdLst/>
              <a:ahLst/>
              <a:cxnLst/>
              <a:rect l="l" t="t" r="r" b="b"/>
              <a:pathLst>
                <a:path w="607695" h="220344">
                  <a:moveTo>
                    <a:pt x="0" y="36650"/>
                  </a:moveTo>
                  <a:lnTo>
                    <a:pt x="2880" y="22384"/>
                  </a:lnTo>
                  <a:lnTo>
                    <a:pt x="10734" y="10734"/>
                  </a:lnTo>
                  <a:lnTo>
                    <a:pt x="22384" y="2880"/>
                  </a:lnTo>
                  <a:lnTo>
                    <a:pt x="36650" y="0"/>
                  </a:lnTo>
                  <a:lnTo>
                    <a:pt x="570549" y="0"/>
                  </a:lnTo>
                  <a:lnTo>
                    <a:pt x="604410" y="22625"/>
                  </a:lnTo>
                  <a:lnTo>
                    <a:pt x="607199" y="36650"/>
                  </a:lnTo>
                  <a:lnTo>
                    <a:pt x="607199" y="183249"/>
                  </a:lnTo>
                  <a:lnTo>
                    <a:pt x="604319" y="197515"/>
                  </a:lnTo>
                  <a:lnTo>
                    <a:pt x="596465" y="209165"/>
                  </a:lnTo>
                  <a:lnTo>
                    <a:pt x="584815" y="217019"/>
                  </a:lnTo>
                  <a:lnTo>
                    <a:pt x="5705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sp>
          <p:nvSpPr>
            <p:cNvPr id="25" name="object 25"/>
            <p:cNvSpPr/>
            <p:nvPr/>
          </p:nvSpPr>
          <p:spPr>
            <a:xfrm>
              <a:off x="2251174" y="2787774"/>
              <a:ext cx="532130" cy="220345"/>
            </a:xfrm>
            <a:custGeom>
              <a:avLst/>
              <a:gdLst/>
              <a:ahLst/>
              <a:cxnLst/>
              <a:rect l="l" t="t" r="r" b="b"/>
              <a:pathLst>
                <a:path w="532130" h="220344">
                  <a:moveTo>
                    <a:pt x="4952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close/>
                </a:path>
              </a:pathLst>
            </a:custGeom>
            <a:solidFill>
              <a:srgbClr val="E9F1F4"/>
            </a:solidFill>
          </p:spPr>
          <p:txBody>
            <a:bodyPr wrap="square" lIns="0" tIns="0" rIns="0" bIns="0" rtlCol="0"/>
            <a:lstStyle/>
            <a:p>
              <a:endParaRPr sz="2400"/>
            </a:p>
          </p:txBody>
        </p:sp>
        <p:sp>
          <p:nvSpPr>
            <p:cNvPr id="26" name="object 26"/>
            <p:cNvSpPr/>
            <p:nvPr/>
          </p:nvSpPr>
          <p:spPr>
            <a:xfrm>
              <a:off x="2251174" y="2787774"/>
              <a:ext cx="532130" cy="220345"/>
            </a:xfrm>
            <a:custGeom>
              <a:avLst/>
              <a:gdLst/>
              <a:ahLst/>
              <a:cxnLst/>
              <a:rect l="l" t="t" r="r" b="b"/>
              <a:pathLst>
                <a:path w="532130" h="220344">
                  <a:moveTo>
                    <a:pt x="0" y="36650"/>
                  </a:move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grpSp>
      <p:grpSp>
        <p:nvGrpSpPr>
          <p:cNvPr id="27" name="object 27"/>
          <p:cNvGrpSpPr/>
          <p:nvPr/>
        </p:nvGrpSpPr>
        <p:grpSpPr>
          <a:xfrm>
            <a:off x="2594164" y="4193150"/>
            <a:ext cx="3357880" cy="306493"/>
            <a:chOff x="1945623" y="3144862"/>
            <a:chExt cx="2518410" cy="229870"/>
          </a:xfrm>
        </p:grpSpPr>
        <p:sp>
          <p:nvSpPr>
            <p:cNvPr id="28" name="object 28"/>
            <p:cNvSpPr/>
            <p:nvPr/>
          </p:nvSpPr>
          <p:spPr>
            <a:xfrm>
              <a:off x="1948480" y="3166117"/>
              <a:ext cx="302895" cy="203835"/>
            </a:xfrm>
            <a:custGeom>
              <a:avLst/>
              <a:gdLst/>
              <a:ahLst/>
              <a:cxnLst/>
              <a:rect l="l" t="t" r="r" b="b"/>
              <a:pathLst>
                <a:path w="302894" h="203835">
                  <a:moveTo>
                    <a:pt x="268799" y="203399"/>
                  </a:moveTo>
                  <a:lnTo>
                    <a:pt x="33900" y="203399"/>
                  </a:lnTo>
                  <a:lnTo>
                    <a:pt x="20705" y="200735"/>
                  </a:lnTo>
                  <a:lnTo>
                    <a:pt x="9929" y="193470"/>
                  </a:lnTo>
                  <a:lnTo>
                    <a:pt x="2664" y="182695"/>
                  </a:lnTo>
                  <a:lnTo>
                    <a:pt x="0" y="169499"/>
                  </a:lnTo>
                  <a:lnTo>
                    <a:pt x="0" y="33900"/>
                  </a:lnTo>
                  <a:lnTo>
                    <a:pt x="2664" y="20705"/>
                  </a:lnTo>
                  <a:lnTo>
                    <a:pt x="9929" y="9929"/>
                  </a:lnTo>
                  <a:lnTo>
                    <a:pt x="20705" y="2664"/>
                  </a:lnTo>
                  <a:lnTo>
                    <a:pt x="33900" y="0"/>
                  </a:lnTo>
                  <a:lnTo>
                    <a:pt x="268799" y="0"/>
                  </a:lnTo>
                  <a:lnTo>
                    <a:pt x="302042" y="27256"/>
                  </a:lnTo>
                  <a:lnTo>
                    <a:pt x="302699" y="33900"/>
                  </a:lnTo>
                  <a:lnTo>
                    <a:pt x="302699" y="169499"/>
                  </a:lnTo>
                  <a:lnTo>
                    <a:pt x="300035" y="182695"/>
                  </a:lnTo>
                  <a:lnTo>
                    <a:pt x="292770" y="193470"/>
                  </a:lnTo>
                  <a:lnTo>
                    <a:pt x="281995" y="200735"/>
                  </a:lnTo>
                  <a:lnTo>
                    <a:pt x="268799" y="203399"/>
                  </a:lnTo>
                  <a:close/>
                </a:path>
              </a:pathLst>
            </a:custGeom>
            <a:solidFill>
              <a:srgbClr val="FAADB3"/>
            </a:solidFill>
          </p:spPr>
          <p:txBody>
            <a:bodyPr wrap="square" lIns="0" tIns="0" rIns="0" bIns="0" rtlCol="0"/>
            <a:lstStyle/>
            <a:p>
              <a:endParaRPr sz="2400"/>
            </a:p>
          </p:txBody>
        </p:sp>
        <p:sp>
          <p:nvSpPr>
            <p:cNvPr id="29" name="object 29"/>
            <p:cNvSpPr/>
            <p:nvPr/>
          </p:nvSpPr>
          <p:spPr>
            <a:xfrm>
              <a:off x="1948480" y="3166117"/>
              <a:ext cx="302895" cy="203835"/>
            </a:xfrm>
            <a:custGeom>
              <a:avLst/>
              <a:gdLst/>
              <a:ahLst/>
              <a:cxnLst/>
              <a:rect l="l" t="t" r="r" b="b"/>
              <a:pathLst>
                <a:path w="302894" h="203835">
                  <a:moveTo>
                    <a:pt x="0" y="33900"/>
                  </a:moveTo>
                  <a:lnTo>
                    <a:pt x="2664" y="20705"/>
                  </a:lnTo>
                  <a:lnTo>
                    <a:pt x="9929" y="9929"/>
                  </a:lnTo>
                  <a:lnTo>
                    <a:pt x="20705" y="2664"/>
                  </a:lnTo>
                  <a:lnTo>
                    <a:pt x="33900" y="0"/>
                  </a:lnTo>
                  <a:lnTo>
                    <a:pt x="268799" y="0"/>
                  </a:lnTo>
                  <a:lnTo>
                    <a:pt x="302042" y="27256"/>
                  </a:lnTo>
                  <a:lnTo>
                    <a:pt x="302699" y="33900"/>
                  </a:lnTo>
                  <a:lnTo>
                    <a:pt x="302699" y="169499"/>
                  </a:lnTo>
                  <a:lnTo>
                    <a:pt x="300035" y="182695"/>
                  </a:lnTo>
                  <a:lnTo>
                    <a:pt x="292770" y="193470"/>
                  </a:lnTo>
                  <a:lnTo>
                    <a:pt x="281995" y="200735"/>
                  </a:lnTo>
                  <a:lnTo>
                    <a:pt x="268799" y="203399"/>
                  </a:lnTo>
                  <a:lnTo>
                    <a:pt x="33900" y="203399"/>
                  </a:lnTo>
                  <a:lnTo>
                    <a:pt x="20705" y="200735"/>
                  </a:lnTo>
                  <a:lnTo>
                    <a:pt x="9929" y="193470"/>
                  </a:lnTo>
                  <a:lnTo>
                    <a:pt x="2664" y="182695"/>
                  </a:lnTo>
                  <a:lnTo>
                    <a:pt x="0" y="169499"/>
                  </a:lnTo>
                  <a:lnTo>
                    <a:pt x="0" y="33900"/>
                  </a:lnTo>
                  <a:close/>
                </a:path>
              </a:pathLst>
            </a:custGeom>
            <a:ln w="5474">
              <a:solidFill>
                <a:srgbClr val="595959"/>
              </a:solidFill>
            </a:ln>
          </p:spPr>
          <p:txBody>
            <a:bodyPr wrap="square" lIns="0" tIns="0" rIns="0" bIns="0" rtlCol="0"/>
            <a:lstStyle/>
            <a:p>
              <a:endParaRPr sz="2400"/>
            </a:p>
          </p:txBody>
        </p:sp>
        <p:sp>
          <p:nvSpPr>
            <p:cNvPr id="30" name="object 30"/>
            <p:cNvSpPr/>
            <p:nvPr/>
          </p:nvSpPr>
          <p:spPr>
            <a:xfrm>
              <a:off x="2787922" y="3149624"/>
              <a:ext cx="532130" cy="220345"/>
            </a:xfrm>
            <a:custGeom>
              <a:avLst/>
              <a:gdLst/>
              <a:ahLst/>
              <a:cxnLst/>
              <a:rect l="l" t="t" r="r" b="b"/>
              <a:pathLst>
                <a:path w="532129" h="220345">
                  <a:moveTo>
                    <a:pt x="4952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close/>
                </a:path>
              </a:pathLst>
            </a:custGeom>
            <a:solidFill>
              <a:srgbClr val="E9F1F4"/>
            </a:solidFill>
          </p:spPr>
          <p:txBody>
            <a:bodyPr wrap="square" lIns="0" tIns="0" rIns="0" bIns="0" rtlCol="0"/>
            <a:lstStyle/>
            <a:p>
              <a:endParaRPr sz="2400"/>
            </a:p>
          </p:txBody>
        </p:sp>
        <p:sp>
          <p:nvSpPr>
            <p:cNvPr id="31" name="object 31"/>
            <p:cNvSpPr/>
            <p:nvPr/>
          </p:nvSpPr>
          <p:spPr>
            <a:xfrm>
              <a:off x="2787922" y="3149624"/>
              <a:ext cx="532130" cy="220345"/>
            </a:xfrm>
            <a:custGeom>
              <a:avLst/>
              <a:gdLst/>
              <a:ahLst/>
              <a:cxnLst/>
              <a:rect l="l" t="t" r="r" b="b"/>
              <a:pathLst>
                <a:path w="532129" h="220345">
                  <a:moveTo>
                    <a:pt x="0" y="36650"/>
                  </a:move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sp>
          <p:nvSpPr>
            <p:cNvPr id="32" name="object 32"/>
            <p:cNvSpPr/>
            <p:nvPr/>
          </p:nvSpPr>
          <p:spPr>
            <a:xfrm>
              <a:off x="3319949" y="3149624"/>
              <a:ext cx="607695" cy="220345"/>
            </a:xfrm>
            <a:custGeom>
              <a:avLst/>
              <a:gdLst/>
              <a:ahLst/>
              <a:cxnLst/>
              <a:rect l="l" t="t" r="r" b="b"/>
              <a:pathLst>
                <a:path w="607695" h="220345">
                  <a:moveTo>
                    <a:pt x="5705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570549" y="0"/>
                  </a:lnTo>
                  <a:lnTo>
                    <a:pt x="604410" y="22625"/>
                  </a:lnTo>
                  <a:lnTo>
                    <a:pt x="607199" y="36650"/>
                  </a:lnTo>
                  <a:lnTo>
                    <a:pt x="607199" y="183249"/>
                  </a:lnTo>
                  <a:lnTo>
                    <a:pt x="604319" y="197515"/>
                  </a:lnTo>
                  <a:lnTo>
                    <a:pt x="596465" y="209165"/>
                  </a:lnTo>
                  <a:lnTo>
                    <a:pt x="584815" y="217019"/>
                  </a:lnTo>
                  <a:lnTo>
                    <a:pt x="570549" y="219899"/>
                  </a:lnTo>
                  <a:close/>
                </a:path>
              </a:pathLst>
            </a:custGeom>
            <a:solidFill>
              <a:srgbClr val="E9F1F4"/>
            </a:solidFill>
          </p:spPr>
          <p:txBody>
            <a:bodyPr wrap="square" lIns="0" tIns="0" rIns="0" bIns="0" rtlCol="0"/>
            <a:lstStyle/>
            <a:p>
              <a:endParaRPr sz="2400"/>
            </a:p>
          </p:txBody>
        </p:sp>
        <p:sp>
          <p:nvSpPr>
            <p:cNvPr id="33" name="object 33"/>
            <p:cNvSpPr/>
            <p:nvPr/>
          </p:nvSpPr>
          <p:spPr>
            <a:xfrm>
              <a:off x="3319949" y="3149624"/>
              <a:ext cx="607695" cy="220345"/>
            </a:xfrm>
            <a:custGeom>
              <a:avLst/>
              <a:gdLst/>
              <a:ahLst/>
              <a:cxnLst/>
              <a:rect l="l" t="t" r="r" b="b"/>
              <a:pathLst>
                <a:path w="607695" h="220345">
                  <a:moveTo>
                    <a:pt x="0" y="36650"/>
                  </a:moveTo>
                  <a:lnTo>
                    <a:pt x="2880" y="22384"/>
                  </a:lnTo>
                  <a:lnTo>
                    <a:pt x="10734" y="10734"/>
                  </a:lnTo>
                  <a:lnTo>
                    <a:pt x="22384" y="2880"/>
                  </a:lnTo>
                  <a:lnTo>
                    <a:pt x="36650" y="0"/>
                  </a:lnTo>
                  <a:lnTo>
                    <a:pt x="570549" y="0"/>
                  </a:lnTo>
                  <a:lnTo>
                    <a:pt x="604410" y="22625"/>
                  </a:lnTo>
                  <a:lnTo>
                    <a:pt x="607199" y="36650"/>
                  </a:lnTo>
                  <a:lnTo>
                    <a:pt x="607199" y="183249"/>
                  </a:lnTo>
                  <a:lnTo>
                    <a:pt x="604319" y="197515"/>
                  </a:lnTo>
                  <a:lnTo>
                    <a:pt x="596465" y="209165"/>
                  </a:lnTo>
                  <a:lnTo>
                    <a:pt x="584815" y="217019"/>
                  </a:lnTo>
                  <a:lnTo>
                    <a:pt x="5705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sp>
          <p:nvSpPr>
            <p:cNvPr id="34" name="object 34"/>
            <p:cNvSpPr/>
            <p:nvPr/>
          </p:nvSpPr>
          <p:spPr>
            <a:xfrm>
              <a:off x="3927150" y="3149624"/>
              <a:ext cx="532130" cy="220345"/>
            </a:xfrm>
            <a:custGeom>
              <a:avLst/>
              <a:gdLst/>
              <a:ahLst/>
              <a:cxnLst/>
              <a:rect l="l" t="t" r="r" b="b"/>
              <a:pathLst>
                <a:path w="532129" h="220345">
                  <a:moveTo>
                    <a:pt x="4952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close/>
                </a:path>
              </a:pathLst>
            </a:custGeom>
            <a:solidFill>
              <a:srgbClr val="E9F1F4"/>
            </a:solidFill>
          </p:spPr>
          <p:txBody>
            <a:bodyPr wrap="square" lIns="0" tIns="0" rIns="0" bIns="0" rtlCol="0"/>
            <a:lstStyle/>
            <a:p>
              <a:endParaRPr sz="2400"/>
            </a:p>
          </p:txBody>
        </p:sp>
        <p:sp>
          <p:nvSpPr>
            <p:cNvPr id="35" name="object 35"/>
            <p:cNvSpPr/>
            <p:nvPr/>
          </p:nvSpPr>
          <p:spPr>
            <a:xfrm>
              <a:off x="3927150" y="3149624"/>
              <a:ext cx="532130" cy="220345"/>
            </a:xfrm>
            <a:custGeom>
              <a:avLst/>
              <a:gdLst/>
              <a:ahLst/>
              <a:cxnLst/>
              <a:rect l="l" t="t" r="r" b="b"/>
              <a:pathLst>
                <a:path w="532129" h="220345">
                  <a:moveTo>
                    <a:pt x="0" y="36650"/>
                  </a:move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grpSp>
      <p:grpSp>
        <p:nvGrpSpPr>
          <p:cNvPr id="36" name="object 36"/>
          <p:cNvGrpSpPr/>
          <p:nvPr/>
        </p:nvGrpSpPr>
        <p:grpSpPr>
          <a:xfrm>
            <a:off x="2594324" y="2276806"/>
            <a:ext cx="411480" cy="278553"/>
            <a:chOff x="1945743" y="1707604"/>
            <a:chExt cx="308610" cy="208915"/>
          </a:xfrm>
        </p:grpSpPr>
        <p:sp>
          <p:nvSpPr>
            <p:cNvPr id="37" name="object 37"/>
            <p:cNvSpPr/>
            <p:nvPr/>
          </p:nvSpPr>
          <p:spPr>
            <a:xfrm>
              <a:off x="1948480" y="1710342"/>
              <a:ext cx="302895" cy="203835"/>
            </a:xfrm>
            <a:custGeom>
              <a:avLst/>
              <a:gdLst/>
              <a:ahLst/>
              <a:cxnLst/>
              <a:rect l="l" t="t" r="r" b="b"/>
              <a:pathLst>
                <a:path w="302894" h="203835">
                  <a:moveTo>
                    <a:pt x="268799" y="203399"/>
                  </a:moveTo>
                  <a:lnTo>
                    <a:pt x="33900" y="203399"/>
                  </a:lnTo>
                  <a:lnTo>
                    <a:pt x="20705" y="200735"/>
                  </a:lnTo>
                  <a:lnTo>
                    <a:pt x="9929" y="193470"/>
                  </a:lnTo>
                  <a:lnTo>
                    <a:pt x="2664" y="182695"/>
                  </a:lnTo>
                  <a:lnTo>
                    <a:pt x="0" y="169499"/>
                  </a:lnTo>
                  <a:lnTo>
                    <a:pt x="0" y="33900"/>
                  </a:lnTo>
                  <a:lnTo>
                    <a:pt x="2664" y="20705"/>
                  </a:lnTo>
                  <a:lnTo>
                    <a:pt x="9929" y="9929"/>
                  </a:lnTo>
                  <a:lnTo>
                    <a:pt x="20705" y="2664"/>
                  </a:lnTo>
                  <a:lnTo>
                    <a:pt x="33900" y="0"/>
                  </a:lnTo>
                  <a:lnTo>
                    <a:pt x="268799" y="0"/>
                  </a:lnTo>
                  <a:lnTo>
                    <a:pt x="302042" y="27256"/>
                  </a:lnTo>
                  <a:lnTo>
                    <a:pt x="302699" y="33900"/>
                  </a:lnTo>
                  <a:lnTo>
                    <a:pt x="302699" y="169499"/>
                  </a:lnTo>
                  <a:lnTo>
                    <a:pt x="300035" y="182695"/>
                  </a:lnTo>
                  <a:lnTo>
                    <a:pt x="292770" y="193470"/>
                  </a:lnTo>
                  <a:lnTo>
                    <a:pt x="281995" y="200735"/>
                  </a:lnTo>
                  <a:lnTo>
                    <a:pt x="268799" y="203399"/>
                  </a:lnTo>
                  <a:close/>
                </a:path>
              </a:pathLst>
            </a:custGeom>
            <a:solidFill>
              <a:srgbClr val="FAADB3"/>
            </a:solidFill>
          </p:spPr>
          <p:txBody>
            <a:bodyPr wrap="square" lIns="0" tIns="0" rIns="0" bIns="0" rtlCol="0"/>
            <a:lstStyle/>
            <a:p>
              <a:endParaRPr sz="2400"/>
            </a:p>
          </p:txBody>
        </p:sp>
        <p:sp>
          <p:nvSpPr>
            <p:cNvPr id="38" name="object 38"/>
            <p:cNvSpPr/>
            <p:nvPr/>
          </p:nvSpPr>
          <p:spPr>
            <a:xfrm>
              <a:off x="1948480" y="1710342"/>
              <a:ext cx="302895" cy="203835"/>
            </a:xfrm>
            <a:custGeom>
              <a:avLst/>
              <a:gdLst/>
              <a:ahLst/>
              <a:cxnLst/>
              <a:rect l="l" t="t" r="r" b="b"/>
              <a:pathLst>
                <a:path w="302894" h="203835">
                  <a:moveTo>
                    <a:pt x="0" y="33900"/>
                  </a:moveTo>
                  <a:lnTo>
                    <a:pt x="2664" y="20705"/>
                  </a:lnTo>
                  <a:lnTo>
                    <a:pt x="9929" y="9929"/>
                  </a:lnTo>
                  <a:lnTo>
                    <a:pt x="20705" y="2664"/>
                  </a:lnTo>
                  <a:lnTo>
                    <a:pt x="33900" y="0"/>
                  </a:lnTo>
                  <a:lnTo>
                    <a:pt x="268799" y="0"/>
                  </a:lnTo>
                  <a:lnTo>
                    <a:pt x="302042" y="27256"/>
                  </a:lnTo>
                  <a:lnTo>
                    <a:pt x="302699" y="33900"/>
                  </a:lnTo>
                  <a:lnTo>
                    <a:pt x="302699" y="169499"/>
                  </a:lnTo>
                  <a:lnTo>
                    <a:pt x="300035" y="182695"/>
                  </a:lnTo>
                  <a:lnTo>
                    <a:pt x="292770" y="193470"/>
                  </a:lnTo>
                  <a:lnTo>
                    <a:pt x="281995" y="200735"/>
                  </a:lnTo>
                  <a:lnTo>
                    <a:pt x="268799" y="203399"/>
                  </a:lnTo>
                  <a:lnTo>
                    <a:pt x="33900" y="203399"/>
                  </a:lnTo>
                  <a:lnTo>
                    <a:pt x="20705" y="200735"/>
                  </a:lnTo>
                  <a:lnTo>
                    <a:pt x="9929" y="193470"/>
                  </a:lnTo>
                  <a:lnTo>
                    <a:pt x="2664" y="182695"/>
                  </a:lnTo>
                  <a:lnTo>
                    <a:pt x="0" y="169499"/>
                  </a:lnTo>
                  <a:lnTo>
                    <a:pt x="0" y="33900"/>
                  </a:lnTo>
                  <a:close/>
                </a:path>
              </a:pathLst>
            </a:custGeom>
            <a:ln w="5474">
              <a:solidFill>
                <a:srgbClr val="595959"/>
              </a:solidFill>
            </a:ln>
          </p:spPr>
          <p:txBody>
            <a:bodyPr wrap="square" lIns="0" tIns="0" rIns="0" bIns="0" rtlCol="0"/>
            <a:lstStyle/>
            <a:p>
              <a:endParaRPr sz="2400"/>
            </a:p>
          </p:txBody>
        </p:sp>
      </p:grpSp>
      <p:sp>
        <p:nvSpPr>
          <p:cNvPr id="39" name="object 39"/>
          <p:cNvSpPr txBox="1"/>
          <p:nvPr/>
        </p:nvSpPr>
        <p:spPr>
          <a:xfrm>
            <a:off x="4439852" y="3694978"/>
            <a:ext cx="1258992" cy="796927"/>
          </a:xfrm>
          <a:prstGeom prst="rect">
            <a:avLst/>
          </a:prstGeom>
        </p:spPr>
        <p:txBody>
          <a:bodyPr vert="horz" wrap="square" lIns="0" tIns="16933" rIns="0" bIns="0" rtlCol="0">
            <a:spAutoFit/>
          </a:bodyPr>
          <a:lstStyle/>
          <a:p>
            <a:pPr marL="16933">
              <a:spcBef>
                <a:spcPts val="133"/>
              </a:spcBef>
            </a:pPr>
            <a:r>
              <a:rPr sz="1867" spc="60" dirty="0">
                <a:latin typeface="Lucida Sans Unicode"/>
                <a:cs typeface="Lucida Sans Unicode"/>
              </a:rPr>
              <a:t>Which</a:t>
            </a:r>
            <a:endParaRPr sz="1867">
              <a:latin typeface="Lucida Sans Unicode"/>
              <a:cs typeface="Lucida Sans Unicode"/>
            </a:endParaRPr>
          </a:p>
          <a:p>
            <a:pPr marL="22859">
              <a:spcBef>
                <a:spcPts val="1560"/>
              </a:spcBef>
              <a:tabLst>
                <a:tab pos="1059154" algn="l"/>
              </a:tabLst>
            </a:pPr>
            <a:r>
              <a:rPr sz="1867" spc="60" dirty="0">
                <a:latin typeface="Lucida Sans Unicode"/>
                <a:cs typeface="Lucida Sans Unicode"/>
              </a:rPr>
              <a:t>Which</a:t>
            </a:r>
            <a:r>
              <a:rPr sz="1867" dirty="0">
                <a:latin typeface="Lucida Sans Unicode"/>
                <a:cs typeface="Lucida Sans Unicode"/>
              </a:rPr>
              <a:t>	</a:t>
            </a:r>
            <a:r>
              <a:rPr sz="1867" spc="-33" dirty="0">
                <a:latin typeface="Lucida Sans Unicode"/>
                <a:cs typeface="Lucida Sans Unicode"/>
              </a:rPr>
              <a:t>is</a:t>
            </a:r>
            <a:endParaRPr sz="1867">
              <a:latin typeface="Lucida Sans Unicode"/>
              <a:cs typeface="Lucida Sans Unicode"/>
            </a:endParaRPr>
          </a:p>
        </p:txBody>
      </p:sp>
      <p:grpSp>
        <p:nvGrpSpPr>
          <p:cNvPr id="40" name="object 40"/>
          <p:cNvGrpSpPr/>
          <p:nvPr/>
        </p:nvGrpSpPr>
        <p:grpSpPr>
          <a:xfrm>
            <a:off x="3001517" y="4193150"/>
            <a:ext cx="722207" cy="306493"/>
            <a:chOff x="2251137" y="3144862"/>
            <a:chExt cx="541655" cy="229870"/>
          </a:xfrm>
        </p:grpSpPr>
        <p:sp>
          <p:nvSpPr>
            <p:cNvPr id="41" name="object 41"/>
            <p:cNvSpPr/>
            <p:nvPr/>
          </p:nvSpPr>
          <p:spPr>
            <a:xfrm>
              <a:off x="2255899" y="3149624"/>
              <a:ext cx="532130" cy="220345"/>
            </a:xfrm>
            <a:custGeom>
              <a:avLst/>
              <a:gdLst/>
              <a:ahLst/>
              <a:cxnLst/>
              <a:rect l="l" t="t" r="r" b="b"/>
              <a:pathLst>
                <a:path w="532130" h="220345">
                  <a:moveTo>
                    <a:pt x="4952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close/>
                </a:path>
              </a:pathLst>
            </a:custGeom>
            <a:solidFill>
              <a:srgbClr val="E9F1F4"/>
            </a:solidFill>
          </p:spPr>
          <p:txBody>
            <a:bodyPr wrap="square" lIns="0" tIns="0" rIns="0" bIns="0" rtlCol="0"/>
            <a:lstStyle/>
            <a:p>
              <a:endParaRPr sz="2400"/>
            </a:p>
          </p:txBody>
        </p:sp>
        <p:sp>
          <p:nvSpPr>
            <p:cNvPr id="42" name="object 42"/>
            <p:cNvSpPr/>
            <p:nvPr/>
          </p:nvSpPr>
          <p:spPr>
            <a:xfrm>
              <a:off x="2255899" y="3149624"/>
              <a:ext cx="532130" cy="220345"/>
            </a:xfrm>
            <a:custGeom>
              <a:avLst/>
              <a:gdLst/>
              <a:ahLst/>
              <a:cxnLst/>
              <a:rect l="l" t="t" r="r" b="b"/>
              <a:pathLst>
                <a:path w="532130" h="220345">
                  <a:moveTo>
                    <a:pt x="0" y="36650"/>
                  </a:move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grpSp>
      <p:sp>
        <p:nvSpPr>
          <p:cNvPr id="43" name="object 43"/>
          <p:cNvSpPr txBox="1"/>
          <p:nvPr/>
        </p:nvSpPr>
        <p:spPr>
          <a:xfrm>
            <a:off x="2723581" y="2268515"/>
            <a:ext cx="1390225" cy="2234201"/>
          </a:xfrm>
          <a:prstGeom prst="rect">
            <a:avLst/>
          </a:prstGeom>
        </p:spPr>
        <p:txBody>
          <a:bodyPr vert="horz" wrap="square" lIns="0" tIns="17780" rIns="0" bIns="0" rtlCol="0">
            <a:spAutoFit/>
          </a:bodyPr>
          <a:lstStyle/>
          <a:p>
            <a:pPr marL="16933">
              <a:spcBef>
                <a:spcPts val="140"/>
              </a:spcBef>
            </a:pPr>
            <a:r>
              <a:rPr sz="1600" spc="-740" dirty="0">
                <a:latin typeface="Lucida Sans Unicode"/>
                <a:cs typeface="Lucida Sans Unicode"/>
              </a:rPr>
              <a:t>…</a:t>
            </a:r>
            <a:endParaRPr sz="1600">
              <a:latin typeface="Lucida Sans Unicode"/>
              <a:cs typeface="Lucida Sans Unicode"/>
            </a:endParaRPr>
          </a:p>
          <a:p>
            <a:pPr marL="16933">
              <a:spcBef>
                <a:spcPts val="1493"/>
              </a:spcBef>
              <a:tabLst>
                <a:tab pos="354744" algn="l"/>
              </a:tabLst>
            </a:pPr>
            <a:r>
              <a:rPr sz="2400" spc="-1109" baseline="4629" dirty="0">
                <a:latin typeface="Lucida Sans Unicode"/>
                <a:cs typeface="Lucida Sans Unicode"/>
              </a:rPr>
              <a:t>…</a:t>
            </a:r>
            <a:r>
              <a:rPr sz="2400" baseline="4629" dirty="0">
                <a:latin typeface="Lucida Sans Unicode"/>
                <a:cs typeface="Lucida Sans Unicode"/>
              </a:rPr>
              <a:t>	</a:t>
            </a:r>
            <a:r>
              <a:rPr sz="1867" spc="-13" dirty="0">
                <a:latin typeface="Lucida Sans Unicode"/>
                <a:cs typeface="Lucida Sans Unicode"/>
              </a:rPr>
              <a:t>Paris</a:t>
            </a:r>
            <a:endParaRPr sz="1867">
              <a:latin typeface="Lucida Sans Unicode"/>
              <a:cs typeface="Lucida Sans Unicode"/>
            </a:endParaRPr>
          </a:p>
          <a:p>
            <a:pPr marL="16933">
              <a:spcBef>
                <a:spcPts val="1600"/>
              </a:spcBef>
              <a:tabLst>
                <a:tab pos="354744" algn="l"/>
                <a:tab pos="1322459" algn="l"/>
              </a:tabLst>
            </a:pPr>
            <a:r>
              <a:rPr sz="2400" spc="-1109" baseline="2314" dirty="0">
                <a:latin typeface="Lucida Sans Unicode"/>
                <a:cs typeface="Lucida Sans Unicode"/>
              </a:rPr>
              <a:t>…</a:t>
            </a:r>
            <a:r>
              <a:rPr sz="2400" baseline="2314" dirty="0">
                <a:latin typeface="Lucida Sans Unicode"/>
                <a:cs typeface="Lucida Sans Unicode"/>
              </a:rPr>
              <a:t>	</a:t>
            </a:r>
            <a:r>
              <a:rPr sz="1867" spc="-13" dirty="0">
                <a:latin typeface="Lucida Sans Unicode"/>
                <a:cs typeface="Lucida Sans Unicode"/>
              </a:rPr>
              <a:t>Paris</a:t>
            </a:r>
            <a:r>
              <a:rPr sz="1867" dirty="0">
                <a:latin typeface="Lucida Sans Unicode"/>
                <a:cs typeface="Lucida Sans Unicode"/>
              </a:rPr>
              <a:t>	</a:t>
            </a:r>
            <a:r>
              <a:rPr sz="1867" spc="-127" dirty="0">
                <a:latin typeface="Lucida Sans Unicode"/>
                <a:cs typeface="Lucida Sans Unicode"/>
              </a:rPr>
              <a:t>.</a:t>
            </a:r>
            <a:endParaRPr sz="1867">
              <a:latin typeface="Lucida Sans Unicode"/>
              <a:cs typeface="Lucida Sans Unicode"/>
            </a:endParaRPr>
          </a:p>
          <a:p>
            <a:pPr marL="16933">
              <a:spcBef>
                <a:spcPts val="1727"/>
              </a:spcBef>
              <a:tabLst>
                <a:tab pos="347971" algn="l"/>
                <a:tab pos="1316534" algn="l"/>
              </a:tabLst>
            </a:pPr>
            <a:r>
              <a:rPr sz="2400" spc="-1109" baseline="4629" dirty="0">
                <a:latin typeface="Lucida Sans Unicode"/>
                <a:cs typeface="Lucida Sans Unicode"/>
              </a:rPr>
              <a:t>…</a:t>
            </a:r>
            <a:r>
              <a:rPr sz="2400" baseline="4629" dirty="0">
                <a:latin typeface="Lucida Sans Unicode"/>
                <a:cs typeface="Lucida Sans Unicode"/>
              </a:rPr>
              <a:t>	</a:t>
            </a:r>
            <a:r>
              <a:rPr sz="1867" spc="-13" dirty="0">
                <a:latin typeface="Lucida Sans Unicode"/>
                <a:cs typeface="Lucida Sans Unicode"/>
              </a:rPr>
              <a:t>Paris</a:t>
            </a:r>
            <a:r>
              <a:rPr sz="1867" dirty="0">
                <a:latin typeface="Lucida Sans Unicode"/>
                <a:cs typeface="Lucida Sans Unicode"/>
              </a:rPr>
              <a:t>	</a:t>
            </a:r>
            <a:r>
              <a:rPr sz="1867" spc="-80" dirty="0">
                <a:latin typeface="Lucida Sans Unicode"/>
                <a:cs typeface="Lucida Sans Unicode"/>
              </a:rPr>
              <a:t>.</a:t>
            </a:r>
            <a:endParaRPr sz="1867">
              <a:latin typeface="Lucida Sans Unicode"/>
              <a:cs typeface="Lucida Sans Unicode"/>
            </a:endParaRPr>
          </a:p>
          <a:p>
            <a:pPr marL="16933">
              <a:spcBef>
                <a:spcPts val="1560"/>
              </a:spcBef>
              <a:tabLst>
                <a:tab pos="354744" algn="l"/>
                <a:tab pos="1322459" algn="l"/>
              </a:tabLst>
            </a:pPr>
            <a:r>
              <a:rPr sz="1600" spc="-740" dirty="0">
                <a:latin typeface="Lucida Sans Unicode"/>
                <a:cs typeface="Lucida Sans Unicode"/>
              </a:rPr>
              <a:t>…</a:t>
            </a:r>
            <a:r>
              <a:rPr sz="1600" dirty="0">
                <a:latin typeface="Lucida Sans Unicode"/>
                <a:cs typeface="Lucida Sans Unicode"/>
              </a:rPr>
              <a:t>	</a:t>
            </a:r>
            <a:r>
              <a:rPr sz="1867" spc="-13" dirty="0">
                <a:latin typeface="Lucida Sans Unicode"/>
                <a:cs typeface="Lucida Sans Unicode"/>
              </a:rPr>
              <a:t>Paris</a:t>
            </a:r>
            <a:r>
              <a:rPr sz="1867" dirty="0">
                <a:latin typeface="Lucida Sans Unicode"/>
                <a:cs typeface="Lucida Sans Unicode"/>
              </a:rPr>
              <a:t>	</a:t>
            </a:r>
            <a:r>
              <a:rPr sz="1867" spc="-127" dirty="0">
                <a:latin typeface="Lucida Sans Unicode"/>
                <a:cs typeface="Lucida Sans Unicode"/>
              </a:rPr>
              <a:t>.</a:t>
            </a:r>
            <a:endParaRPr sz="1867">
              <a:latin typeface="Lucida Sans Unicode"/>
              <a:cs typeface="Lucida Sans Unicode"/>
            </a:endParaRPr>
          </a:p>
        </p:txBody>
      </p:sp>
      <p:sp>
        <p:nvSpPr>
          <p:cNvPr id="44" name="object 44"/>
          <p:cNvSpPr txBox="1"/>
          <p:nvPr/>
        </p:nvSpPr>
        <p:spPr>
          <a:xfrm>
            <a:off x="4683834" y="2253061"/>
            <a:ext cx="2907453" cy="307777"/>
          </a:xfrm>
          <a:prstGeom prst="rect">
            <a:avLst/>
          </a:prstGeom>
        </p:spPr>
        <p:txBody>
          <a:bodyPr vert="horz" wrap="square" lIns="0" tIns="0" rIns="0" bIns="0" rtlCol="0">
            <a:spAutoFit/>
          </a:bodyPr>
          <a:lstStyle/>
          <a:p>
            <a:pPr>
              <a:lnSpc>
                <a:spcPts val="2393"/>
              </a:lnSpc>
            </a:pPr>
            <a:r>
              <a:rPr sz="3200" b="1" baseline="1736" dirty="0">
                <a:latin typeface="Arial"/>
                <a:cs typeface="Arial"/>
              </a:rPr>
              <a:t>if</a:t>
            </a:r>
            <a:r>
              <a:rPr sz="3200" b="1" spc="869" baseline="1736" dirty="0">
                <a:latin typeface="Arial"/>
                <a:cs typeface="Arial"/>
              </a:rPr>
              <a:t> </a:t>
            </a:r>
            <a:r>
              <a:rPr sz="3200" baseline="1736" dirty="0">
                <a:latin typeface="Arial MT"/>
                <a:cs typeface="Arial MT"/>
              </a:rPr>
              <a:t>p</a:t>
            </a:r>
            <a:r>
              <a:rPr sz="2100" b="1" baseline="-29100" dirty="0">
                <a:solidFill>
                  <a:srgbClr val="237A94"/>
                </a:solidFill>
                <a:latin typeface="Arial"/>
                <a:cs typeface="Arial"/>
              </a:rPr>
              <a:t>tgt</a:t>
            </a:r>
            <a:r>
              <a:rPr sz="2800" baseline="1984" dirty="0">
                <a:latin typeface="Arial MT"/>
                <a:cs typeface="Arial MT"/>
              </a:rPr>
              <a:t>(</a:t>
            </a:r>
            <a:r>
              <a:rPr sz="2800" i="1" baseline="1984" dirty="0">
                <a:solidFill>
                  <a:srgbClr val="434343"/>
                </a:solidFill>
                <a:latin typeface="Arial"/>
                <a:cs typeface="Arial"/>
              </a:rPr>
              <a:t>Paris</a:t>
            </a:r>
            <a:r>
              <a:rPr sz="2800" baseline="1984" dirty="0">
                <a:latin typeface="Arial MT"/>
                <a:cs typeface="Arial MT"/>
              </a:rPr>
              <a:t>)</a:t>
            </a:r>
            <a:r>
              <a:rPr sz="2800" spc="-40" baseline="1984" dirty="0">
                <a:latin typeface="Arial MT"/>
                <a:cs typeface="Arial MT"/>
              </a:rPr>
              <a:t> </a:t>
            </a:r>
            <a:r>
              <a:rPr sz="2133" dirty="0">
                <a:latin typeface="Arial MT"/>
                <a:cs typeface="Arial MT"/>
              </a:rPr>
              <a:t>≥</a:t>
            </a:r>
            <a:r>
              <a:rPr sz="2133" spc="579" dirty="0">
                <a:latin typeface="Arial MT"/>
                <a:cs typeface="Arial MT"/>
              </a:rPr>
              <a:t> </a:t>
            </a:r>
            <a:r>
              <a:rPr sz="2133" spc="-13" dirty="0">
                <a:latin typeface="Arial MT"/>
                <a:cs typeface="Arial MT"/>
              </a:rPr>
              <a:t>p</a:t>
            </a:r>
            <a:r>
              <a:rPr sz="2100" b="1" spc="-20" baseline="-31746" dirty="0">
                <a:solidFill>
                  <a:srgbClr val="A12F9D"/>
                </a:solidFill>
                <a:latin typeface="Arial"/>
                <a:cs typeface="Arial"/>
              </a:rPr>
              <a:t>drft</a:t>
            </a:r>
            <a:r>
              <a:rPr sz="1867" spc="-13" dirty="0">
                <a:latin typeface="Arial MT"/>
                <a:cs typeface="Arial MT"/>
              </a:rPr>
              <a:t>(</a:t>
            </a:r>
            <a:r>
              <a:rPr sz="1867" i="1" spc="-13" dirty="0">
                <a:solidFill>
                  <a:srgbClr val="434343"/>
                </a:solidFill>
                <a:latin typeface="Arial"/>
                <a:cs typeface="Arial"/>
              </a:rPr>
              <a:t>Paris</a:t>
            </a:r>
            <a:r>
              <a:rPr sz="1867" spc="-13" dirty="0">
                <a:latin typeface="Arial MT"/>
                <a:cs typeface="Arial MT"/>
              </a:rPr>
              <a:t>)</a:t>
            </a:r>
            <a:endParaRPr sz="1867">
              <a:latin typeface="Arial MT"/>
              <a:cs typeface="Arial MT"/>
            </a:endParaRPr>
          </a:p>
        </p:txBody>
      </p:sp>
      <p:sp>
        <p:nvSpPr>
          <p:cNvPr id="45" name="object 45" descr="$PPTXTitle"/>
          <p:cNvSpPr txBox="1">
            <a:spLocks noGrp="1"/>
          </p:cNvSpPr>
          <p:nvPr>
            <p:ph type="title"/>
          </p:nvPr>
        </p:nvSpPr>
        <p:spPr>
          <a:xfrm>
            <a:off x="309316" y="671823"/>
            <a:ext cx="14020800" cy="509541"/>
          </a:xfrm>
          <a:prstGeom prst="rect">
            <a:avLst/>
          </a:prstGeom>
        </p:spPr>
        <p:txBody>
          <a:bodyPr vert="horz" wrap="square" lIns="0" tIns="16933" rIns="0" bIns="0" rtlCol="0" anchor="ctr">
            <a:spAutoFit/>
          </a:bodyPr>
          <a:lstStyle/>
          <a:p>
            <a:pPr marL="279393">
              <a:spcBef>
                <a:spcPts val="133"/>
              </a:spcBef>
            </a:pPr>
            <a:r>
              <a:rPr dirty="0"/>
              <a:t>How</a:t>
            </a:r>
            <a:r>
              <a:rPr spc="-140" dirty="0"/>
              <a:t> </a:t>
            </a:r>
            <a:r>
              <a:rPr spc="93" dirty="0"/>
              <a:t>do</a:t>
            </a:r>
            <a:r>
              <a:rPr spc="-140" dirty="0"/>
              <a:t> </a:t>
            </a:r>
            <a:r>
              <a:rPr spc="93" dirty="0"/>
              <a:t>you</a:t>
            </a:r>
            <a:r>
              <a:rPr spc="-140" dirty="0"/>
              <a:t> </a:t>
            </a:r>
            <a:r>
              <a:rPr dirty="0"/>
              <a:t>verify</a:t>
            </a:r>
            <a:r>
              <a:rPr spc="-140" dirty="0"/>
              <a:t> </a:t>
            </a:r>
            <a:r>
              <a:rPr spc="-13" dirty="0"/>
              <a:t>tokens?</a:t>
            </a:r>
          </a:p>
        </p:txBody>
      </p:sp>
      <p:grpSp>
        <p:nvGrpSpPr>
          <p:cNvPr id="46" name="object 46"/>
          <p:cNvGrpSpPr/>
          <p:nvPr/>
        </p:nvGrpSpPr>
        <p:grpSpPr>
          <a:xfrm>
            <a:off x="5992966" y="4197483"/>
            <a:ext cx="688340" cy="296333"/>
            <a:chOff x="4494724" y="3148112"/>
            <a:chExt cx="516255" cy="222250"/>
          </a:xfrm>
        </p:grpSpPr>
        <p:sp>
          <p:nvSpPr>
            <p:cNvPr id="47" name="object 47"/>
            <p:cNvSpPr/>
            <p:nvPr/>
          </p:nvSpPr>
          <p:spPr>
            <a:xfrm>
              <a:off x="4885111" y="3339583"/>
              <a:ext cx="91440" cy="27940"/>
            </a:xfrm>
            <a:custGeom>
              <a:avLst/>
              <a:gdLst/>
              <a:ahLst/>
              <a:cxnLst/>
              <a:rect l="l" t="t" r="r" b="b"/>
              <a:pathLst>
                <a:path w="91439" h="27939">
                  <a:moveTo>
                    <a:pt x="90899" y="27599"/>
                  </a:moveTo>
                  <a:lnTo>
                    <a:pt x="0" y="27599"/>
                  </a:lnTo>
                  <a:lnTo>
                    <a:pt x="0" y="0"/>
                  </a:lnTo>
                  <a:lnTo>
                    <a:pt x="90899" y="0"/>
                  </a:lnTo>
                  <a:lnTo>
                    <a:pt x="90899" y="27599"/>
                  </a:lnTo>
                  <a:close/>
                </a:path>
              </a:pathLst>
            </a:custGeom>
            <a:solidFill>
              <a:srgbClr val="DAF7FF"/>
            </a:solidFill>
          </p:spPr>
          <p:txBody>
            <a:bodyPr wrap="square" lIns="0" tIns="0" rIns="0" bIns="0" rtlCol="0"/>
            <a:lstStyle/>
            <a:p>
              <a:endParaRPr sz="2400"/>
            </a:p>
          </p:txBody>
        </p:sp>
        <p:sp>
          <p:nvSpPr>
            <p:cNvPr id="48" name="object 48"/>
            <p:cNvSpPr/>
            <p:nvPr/>
          </p:nvSpPr>
          <p:spPr>
            <a:xfrm>
              <a:off x="4885111" y="3339583"/>
              <a:ext cx="91440" cy="27940"/>
            </a:xfrm>
            <a:custGeom>
              <a:avLst/>
              <a:gdLst/>
              <a:ahLst/>
              <a:cxnLst/>
              <a:rect l="l" t="t" r="r" b="b"/>
              <a:pathLst>
                <a:path w="91439" h="27939">
                  <a:moveTo>
                    <a:pt x="0" y="0"/>
                  </a:moveTo>
                  <a:lnTo>
                    <a:pt x="90899" y="0"/>
                  </a:lnTo>
                  <a:lnTo>
                    <a:pt x="90899" y="27599"/>
                  </a:lnTo>
                  <a:lnTo>
                    <a:pt x="0" y="27599"/>
                  </a:lnTo>
                  <a:lnTo>
                    <a:pt x="0" y="0"/>
                  </a:lnTo>
                  <a:close/>
                </a:path>
              </a:pathLst>
            </a:custGeom>
            <a:ln w="3175">
              <a:solidFill>
                <a:srgbClr val="237A94"/>
              </a:solidFill>
            </a:ln>
          </p:spPr>
          <p:txBody>
            <a:bodyPr wrap="square" lIns="0" tIns="0" rIns="0" bIns="0" rtlCol="0"/>
            <a:lstStyle/>
            <a:p>
              <a:endParaRPr sz="2400"/>
            </a:p>
          </p:txBody>
        </p:sp>
        <p:sp>
          <p:nvSpPr>
            <p:cNvPr id="49" name="object 49"/>
            <p:cNvSpPr/>
            <p:nvPr/>
          </p:nvSpPr>
          <p:spPr>
            <a:xfrm>
              <a:off x="4657674" y="3187551"/>
              <a:ext cx="91440" cy="179070"/>
            </a:xfrm>
            <a:custGeom>
              <a:avLst/>
              <a:gdLst/>
              <a:ahLst/>
              <a:cxnLst/>
              <a:rect l="l" t="t" r="r" b="b"/>
              <a:pathLst>
                <a:path w="91439" h="179070">
                  <a:moveTo>
                    <a:pt x="90899" y="178799"/>
                  </a:moveTo>
                  <a:lnTo>
                    <a:pt x="0" y="178799"/>
                  </a:lnTo>
                  <a:lnTo>
                    <a:pt x="0" y="0"/>
                  </a:lnTo>
                  <a:lnTo>
                    <a:pt x="90899" y="0"/>
                  </a:lnTo>
                  <a:lnTo>
                    <a:pt x="90899" y="178799"/>
                  </a:lnTo>
                  <a:close/>
                </a:path>
              </a:pathLst>
            </a:custGeom>
            <a:solidFill>
              <a:srgbClr val="DAF7FF"/>
            </a:solidFill>
          </p:spPr>
          <p:txBody>
            <a:bodyPr wrap="square" lIns="0" tIns="0" rIns="0" bIns="0" rtlCol="0"/>
            <a:lstStyle/>
            <a:p>
              <a:endParaRPr sz="2400"/>
            </a:p>
          </p:txBody>
        </p:sp>
        <p:sp>
          <p:nvSpPr>
            <p:cNvPr id="50" name="object 50"/>
            <p:cNvSpPr/>
            <p:nvPr/>
          </p:nvSpPr>
          <p:spPr>
            <a:xfrm>
              <a:off x="4657674" y="3187551"/>
              <a:ext cx="91440" cy="179070"/>
            </a:xfrm>
            <a:custGeom>
              <a:avLst/>
              <a:gdLst/>
              <a:ahLst/>
              <a:cxnLst/>
              <a:rect l="l" t="t" r="r" b="b"/>
              <a:pathLst>
                <a:path w="91439" h="179070">
                  <a:moveTo>
                    <a:pt x="0" y="0"/>
                  </a:moveTo>
                  <a:lnTo>
                    <a:pt x="90899" y="0"/>
                  </a:lnTo>
                  <a:lnTo>
                    <a:pt x="90899" y="178799"/>
                  </a:lnTo>
                  <a:lnTo>
                    <a:pt x="0" y="178799"/>
                  </a:lnTo>
                  <a:lnTo>
                    <a:pt x="0" y="0"/>
                  </a:lnTo>
                  <a:close/>
                </a:path>
              </a:pathLst>
            </a:custGeom>
            <a:ln w="3175">
              <a:solidFill>
                <a:srgbClr val="237A94"/>
              </a:solidFill>
            </a:ln>
          </p:spPr>
          <p:txBody>
            <a:bodyPr wrap="square" lIns="0" tIns="0" rIns="0" bIns="0" rtlCol="0"/>
            <a:lstStyle/>
            <a:p>
              <a:endParaRPr sz="2400"/>
            </a:p>
          </p:txBody>
        </p:sp>
        <p:sp>
          <p:nvSpPr>
            <p:cNvPr id="51" name="object 51"/>
            <p:cNvSpPr/>
            <p:nvPr/>
          </p:nvSpPr>
          <p:spPr>
            <a:xfrm>
              <a:off x="4771399" y="3338728"/>
              <a:ext cx="91440" cy="27940"/>
            </a:xfrm>
            <a:custGeom>
              <a:avLst/>
              <a:gdLst/>
              <a:ahLst/>
              <a:cxnLst/>
              <a:rect l="l" t="t" r="r" b="b"/>
              <a:pathLst>
                <a:path w="91439" h="27939">
                  <a:moveTo>
                    <a:pt x="90899" y="27599"/>
                  </a:moveTo>
                  <a:lnTo>
                    <a:pt x="0" y="27599"/>
                  </a:lnTo>
                  <a:lnTo>
                    <a:pt x="0" y="0"/>
                  </a:lnTo>
                  <a:lnTo>
                    <a:pt x="90899" y="0"/>
                  </a:lnTo>
                  <a:lnTo>
                    <a:pt x="90899" y="27599"/>
                  </a:lnTo>
                  <a:close/>
                </a:path>
              </a:pathLst>
            </a:custGeom>
            <a:solidFill>
              <a:srgbClr val="DAF7FF"/>
            </a:solidFill>
          </p:spPr>
          <p:txBody>
            <a:bodyPr wrap="square" lIns="0" tIns="0" rIns="0" bIns="0" rtlCol="0"/>
            <a:lstStyle/>
            <a:p>
              <a:endParaRPr sz="2400"/>
            </a:p>
          </p:txBody>
        </p:sp>
        <p:sp>
          <p:nvSpPr>
            <p:cNvPr id="52" name="object 52"/>
            <p:cNvSpPr/>
            <p:nvPr/>
          </p:nvSpPr>
          <p:spPr>
            <a:xfrm>
              <a:off x="4771399" y="3338728"/>
              <a:ext cx="91440" cy="27940"/>
            </a:xfrm>
            <a:custGeom>
              <a:avLst/>
              <a:gdLst/>
              <a:ahLst/>
              <a:cxnLst/>
              <a:rect l="l" t="t" r="r" b="b"/>
              <a:pathLst>
                <a:path w="91439" h="27939">
                  <a:moveTo>
                    <a:pt x="0" y="0"/>
                  </a:moveTo>
                  <a:lnTo>
                    <a:pt x="90899" y="0"/>
                  </a:lnTo>
                  <a:lnTo>
                    <a:pt x="90899" y="27599"/>
                  </a:lnTo>
                  <a:lnTo>
                    <a:pt x="0" y="27599"/>
                  </a:lnTo>
                  <a:lnTo>
                    <a:pt x="0" y="0"/>
                  </a:lnTo>
                  <a:close/>
                </a:path>
              </a:pathLst>
            </a:custGeom>
            <a:ln w="3175">
              <a:solidFill>
                <a:srgbClr val="237A94"/>
              </a:solidFill>
            </a:ln>
          </p:spPr>
          <p:txBody>
            <a:bodyPr wrap="square" lIns="0" tIns="0" rIns="0" bIns="0" rtlCol="0"/>
            <a:lstStyle/>
            <a:p>
              <a:endParaRPr sz="2400"/>
            </a:p>
          </p:txBody>
        </p:sp>
        <p:sp>
          <p:nvSpPr>
            <p:cNvPr id="53" name="object 53"/>
            <p:cNvSpPr/>
            <p:nvPr/>
          </p:nvSpPr>
          <p:spPr>
            <a:xfrm>
              <a:off x="4543953" y="3149624"/>
              <a:ext cx="91440" cy="217804"/>
            </a:xfrm>
            <a:custGeom>
              <a:avLst/>
              <a:gdLst/>
              <a:ahLst/>
              <a:cxnLst/>
              <a:rect l="l" t="t" r="r" b="b"/>
              <a:pathLst>
                <a:path w="91439" h="217804">
                  <a:moveTo>
                    <a:pt x="90899" y="217799"/>
                  </a:moveTo>
                  <a:lnTo>
                    <a:pt x="0" y="217799"/>
                  </a:lnTo>
                  <a:lnTo>
                    <a:pt x="0" y="0"/>
                  </a:lnTo>
                  <a:lnTo>
                    <a:pt x="90899" y="0"/>
                  </a:lnTo>
                  <a:lnTo>
                    <a:pt x="90899" y="217799"/>
                  </a:lnTo>
                  <a:close/>
                </a:path>
              </a:pathLst>
            </a:custGeom>
            <a:solidFill>
              <a:srgbClr val="DAF7FF"/>
            </a:solidFill>
          </p:spPr>
          <p:txBody>
            <a:bodyPr wrap="square" lIns="0" tIns="0" rIns="0" bIns="0" rtlCol="0"/>
            <a:lstStyle/>
            <a:p>
              <a:endParaRPr sz="2400"/>
            </a:p>
          </p:txBody>
        </p:sp>
        <p:sp>
          <p:nvSpPr>
            <p:cNvPr id="54" name="object 54"/>
            <p:cNvSpPr/>
            <p:nvPr/>
          </p:nvSpPr>
          <p:spPr>
            <a:xfrm>
              <a:off x="4543953" y="3149624"/>
              <a:ext cx="91440" cy="217804"/>
            </a:xfrm>
            <a:custGeom>
              <a:avLst/>
              <a:gdLst/>
              <a:ahLst/>
              <a:cxnLst/>
              <a:rect l="l" t="t" r="r" b="b"/>
              <a:pathLst>
                <a:path w="91439" h="217804">
                  <a:moveTo>
                    <a:pt x="0" y="0"/>
                  </a:moveTo>
                  <a:lnTo>
                    <a:pt x="90899" y="0"/>
                  </a:lnTo>
                  <a:lnTo>
                    <a:pt x="90899" y="217799"/>
                  </a:lnTo>
                  <a:lnTo>
                    <a:pt x="0" y="217799"/>
                  </a:lnTo>
                  <a:lnTo>
                    <a:pt x="0" y="0"/>
                  </a:lnTo>
                  <a:close/>
                </a:path>
              </a:pathLst>
            </a:custGeom>
            <a:ln w="3175">
              <a:solidFill>
                <a:srgbClr val="237A94"/>
              </a:solidFill>
            </a:ln>
          </p:spPr>
          <p:txBody>
            <a:bodyPr wrap="square" lIns="0" tIns="0" rIns="0" bIns="0" rtlCol="0"/>
            <a:lstStyle/>
            <a:p>
              <a:endParaRPr sz="2400"/>
            </a:p>
          </p:txBody>
        </p:sp>
        <p:sp>
          <p:nvSpPr>
            <p:cNvPr id="55" name="object 55"/>
            <p:cNvSpPr/>
            <p:nvPr/>
          </p:nvSpPr>
          <p:spPr>
            <a:xfrm>
              <a:off x="4495474" y="3368625"/>
              <a:ext cx="514984" cy="1270"/>
            </a:xfrm>
            <a:custGeom>
              <a:avLst/>
              <a:gdLst/>
              <a:ahLst/>
              <a:cxnLst/>
              <a:rect l="l" t="t" r="r" b="b"/>
              <a:pathLst>
                <a:path w="514985" h="1270">
                  <a:moveTo>
                    <a:pt x="0" y="899"/>
                  </a:moveTo>
                  <a:lnTo>
                    <a:pt x="514499" y="0"/>
                  </a:lnTo>
                </a:path>
              </a:pathLst>
            </a:custGeom>
            <a:ln w="3175">
              <a:solidFill>
                <a:srgbClr val="4285F4"/>
              </a:solidFill>
            </a:ln>
          </p:spPr>
          <p:txBody>
            <a:bodyPr wrap="square" lIns="0" tIns="0" rIns="0" bIns="0" rtlCol="0"/>
            <a:lstStyle/>
            <a:p>
              <a:endParaRPr sz="2400"/>
            </a:p>
          </p:txBody>
        </p:sp>
      </p:grpSp>
      <p:grpSp>
        <p:nvGrpSpPr>
          <p:cNvPr id="56" name="object 56"/>
          <p:cNvGrpSpPr/>
          <p:nvPr/>
        </p:nvGrpSpPr>
        <p:grpSpPr>
          <a:xfrm>
            <a:off x="3081134" y="2278450"/>
            <a:ext cx="1431713" cy="296333"/>
            <a:chOff x="2310850" y="1708837"/>
            <a:chExt cx="1073785" cy="222250"/>
          </a:xfrm>
        </p:grpSpPr>
        <p:sp>
          <p:nvSpPr>
            <p:cNvPr id="57" name="object 57"/>
            <p:cNvSpPr/>
            <p:nvPr/>
          </p:nvSpPr>
          <p:spPr>
            <a:xfrm>
              <a:off x="2701237" y="1900308"/>
              <a:ext cx="91440" cy="27940"/>
            </a:xfrm>
            <a:custGeom>
              <a:avLst/>
              <a:gdLst/>
              <a:ahLst/>
              <a:cxnLst/>
              <a:rect l="l" t="t" r="r" b="b"/>
              <a:pathLst>
                <a:path w="91439" h="27939">
                  <a:moveTo>
                    <a:pt x="90899" y="27599"/>
                  </a:moveTo>
                  <a:lnTo>
                    <a:pt x="0" y="27599"/>
                  </a:lnTo>
                  <a:lnTo>
                    <a:pt x="0" y="0"/>
                  </a:lnTo>
                  <a:lnTo>
                    <a:pt x="90899" y="0"/>
                  </a:lnTo>
                  <a:lnTo>
                    <a:pt x="90899" y="27599"/>
                  </a:lnTo>
                  <a:close/>
                </a:path>
              </a:pathLst>
            </a:custGeom>
            <a:solidFill>
              <a:srgbClr val="DAF7FF"/>
            </a:solidFill>
          </p:spPr>
          <p:txBody>
            <a:bodyPr wrap="square" lIns="0" tIns="0" rIns="0" bIns="0" rtlCol="0"/>
            <a:lstStyle/>
            <a:p>
              <a:endParaRPr sz="2400"/>
            </a:p>
          </p:txBody>
        </p:sp>
        <p:sp>
          <p:nvSpPr>
            <p:cNvPr id="58" name="object 58"/>
            <p:cNvSpPr/>
            <p:nvPr/>
          </p:nvSpPr>
          <p:spPr>
            <a:xfrm>
              <a:off x="2701237" y="1900308"/>
              <a:ext cx="91440" cy="27940"/>
            </a:xfrm>
            <a:custGeom>
              <a:avLst/>
              <a:gdLst/>
              <a:ahLst/>
              <a:cxnLst/>
              <a:rect l="l" t="t" r="r" b="b"/>
              <a:pathLst>
                <a:path w="91439" h="27939">
                  <a:moveTo>
                    <a:pt x="0" y="0"/>
                  </a:moveTo>
                  <a:lnTo>
                    <a:pt x="90899" y="0"/>
                  </a:lnTo>
                  <a:lnTo>
                    <a:pt x="90899" y="27599"/>
                  </a:lnTo>
                  <a:lnTo>
                    <a:pt x="0" y="27599"/>
                  </a:lnTo>
                  <a:lnTo>
                    <a:pt x="0" y="0"/>
                  </a:lnTo>
                  <a:close/>
                </a:path>
              </a:pathLst>
            </a:custGeom>
            <a:ln w="3175">
              <a:solidFill>
                <a:srgbClr val="237A94"/>
              </a:solidFill>
            </a:ln>
          </p:spPr>
          <p:txBody>
            <a:bodyPr wrap="square" lIns="0" tIns="0" rIns="0" bIns="0" rtlCol="0"/>
            <a:lstStyle/>
            <a:p>
              <a:endParaRPr sz="2400"/>
            </a:p>
          </p:txBody>
        </p:sp>
        <p:sp>
          <p:nvSpPr>
            <p:cNvPr id="59" name="object 59"/>
            <p:cNvSpPr/>
            <p:nvPr/>
          </p:nvSpPr>
          <p:spPr>
            <a:xfrm>
              <a:off x="2473798" y="1771065"/>
              <a:ext cx="91440" cy="156210"/>
            </a:xfrm>
            <a:custGeom>
              <a:avLst/>
              <a:gdLst/>
              <a:ahLst/>
              <a:cxnLst/>
              <a:rect l="l" t="t" r="r" b="b"/>
              <a:pathLst>
                <a:path w="91439" h="156210">
                  <a:moveTo>
                    <a:pt x="90899" y="155999"/>
                  </a:moveTo>
                  <a:lnTo>
                    <a:pt x="0" y="155999"/>
                  </a:lnTo>
                  <a:lnTo>
                    <a:pt x="0" y="0"/>
                  </a:lnTo>
                  <a:lnTo>
                    <a:pt x="90899" y="0"/>
                  </a:lnTo>
                  <a:lnTo>
                    <a:pt x="90899" y="155999"/>
                  </a:lnTo>
                  <a:close/>
                </a:path>
              </a:pathLst>
            </a:custGeom>
            <a:solidFill>
              <a:srgbClr val="DAF7FF"/>
            </a:solidFill>
          </p:spPr>
          <p:txBody>
            <a:bodyPr wrap="square" lIns="0" tIns="0" rIns="0" bIns="0" rtlCol="0"/>
            <a:lstStyle/>
            <a:p>
              <a:endParaRPr sz="2400"/>
            </a:p>
          </p:txBody>
        </p:sp>
        <p:sp>
          <p:nvSpPr>
            <p:cNvPr id="60" name="object 60"/>
            <p:cNvSpPr/>
            <p:nvPr/>
          </p:nvSpPr>
          <p:spPr>
            <a:xfrm>
              <a:off x="2473798" y="1771065"/>
              <a:ext cx="91440" cy="156210"/>
            </a:xfrm>
            <a:custGeom>
              <a:avLst/>
              <a:gdLst/>
              <a:ahLst/>
              <a:cxnLst/>
              <a:rect l="l" t="t" r="r" b="b"/>
              <a:pathLst>
                <a:path w="91439" h="156210">
                  <a:moveTo>
                    <a:pt x="0" y="0"/>
                  </a:moveTo>
                  <a:lnTo>
                    <a:pt x="90899" y="0"/>
                  </a:lnTo>
                  <a:lnTo>
                    <a:pt x="90899" y="155999"/>
                  </a:lnTo>
                  <a:lnTo>
                    <a:pt x="0" y="155999"/>
                  </a:lnTo>
                  <a:lnTo>
                    <a:pt x="0" y="0"/>
                  </a:lnTo>
                  <a:close/>
                </a:path>
              </a:pathLst>
            </a:custGeom>
            <a:ln w="3175">
              <a:solidFill>
                <a:srgbClr val="237A94"/>
              </a:solidFill>
            </a:ln>
          </p:spPr>
          <p:txBody>
            <a:bodyPr wrap="square" lIns="0" tIns="0" rIns="0" bIns="0" rtlCol="0"/>
            <a:lstStyle/>
            <a:p>
              <a:endParaRPr sz="2400"/>
            </a:p>
          </p:txBody>
        </p:sp>
        <p:sp>
          <p:nvSpPr>
            <p:cNvPr id="61" name="object 61"/>
            <p:cNvSpPr/>
            <p:nvPr/>
          </p:nvSpPr>
          <p:spPr>
            <a:xfrm>
              <a:off x="2587515" y="1859256"/>
              <a:ext cx="91440" cy="67945"/>
            </a:xfrm>
            <a:custGeom>
              <a:avLst/>
              <a:gdLst/>
              <a:ahLst/>
              <a:cxnLst/>
              <a:rect l="l" t="t" r="r" b="b"/>
              <a:pathLst>
                <a:path w="91439" h="67944">
                  <a:moveTo>
                    <a:pt x="90899" y="67799"/>
                  </a:moveTo>
                  <a:lnTo>
                    <a:pt x="0" y="67799"/>
                  </a:lnTo>
                  <a:lnTo>
                    <a:pt x="0" y="0"/>
                  </a:lnTo>
                  <a:lnTo>
                    <a:pt x="90899" y="0"/>
                  </a:lnTo>
                  <a:lnTo>
                    <a:pt x="90899" y="67799"/>
                  </a:lnTo>
                  <a:close/>
                </a:path>
              </a:pathLst>
            </a:custGeom>
            <a:solidFill>
              <a:srgbClr val="DAF7FF"/>
            </a:solidFill>
          </p:spPr>
          <p:txBody>
            <a:bodyPr wrap="square" lIns="0" tIns="0" rIns="0" bIns="0" rtlCol="0"/>
            <a:lstStyle/>
            <a:p>
              <a:endParaRPr sz="2400"/>
            </a:p>
          </p:txBody>
        </p:sp>
        <p:sp>
          <p:nvSpPr>
            <p:cNvPr id="62" name="object 62"/>
            <p:cNvSpPr/>
            <p:nvPr/>
          </p:nvSpPr>
          <p:spPr>
            <a:xfrm>
              <a:off x="2587515" y="1859256"/>
              <a:ext cx="91440" cy="67945"/>
            </a:xfrm>
            <a:custGeom>
              <a:avLst/>
              <a:gdLst/>
              <a:ahLst/>
              <a:cxnLst/>
              <a:rect l="l" t="t" r="r" b="b"/>
              <a:pathLst>
                <a:path w="91439" h="67944">
                  <a:moveTo>
                    <a:pt x="0" y="0"/>
                  </a:moveTo>
                  <a:lnTo>
                    <a:pt x="90899" y="0"/>
                  </a:lnTo>
                  <a:lnTo>
                    <a:pt x="90899" y="67799"/>
                  </a:lnTo>
                  <a:lnTo>
                    <a:pt x="0" y="67799"/>
                  </a:lnTo>
                  <a:lnTo>
                    <a:pt x="0" y="0"/>
                  </a:lnTo>
                  <a:close/>
                </a:path>
              </a:pathLst>
            </a:custGeom>
            <a:ln w="3175">
              <a:solidFill>
                <a:srgbClr val="237A94"/>
              </a:solidFill>
            </a:ln>
          </p:spPr>
          <p:txBody>
            <a:bodyPr wrap="square" lIns="0" tIns="0" rIns="0" bIns="0" rtlCol="0"/>
            <a:lstStyle/>
            <a:p>
              <a:endParaRPr sz="2400"/>
            </a:p>
          </p:txBody>
        </p:sp>
        <p:sp>
          <p:nvSpPr>
            <p:cNvPr id="63" name="object 63"/>
            <p:cNvSpPr/>
            <p:nvPr/>
          </p:nvSpPr>
          <p:spPr>
            <a:xfrm>
              <a:off x="2360079" y="1710350"/>
              <a:ext cx="91440" cy="217804"/>
            </a:xfrm>
            <a:custGeom>
              <a:avLst/>
              <a:gdLst/>
              <a:ahLst/>
              <a:cxnLst/>
              <a:rect l="l" t="t" r="r" b="b"/>
              <a:pathLst>
                <a:path w="91439" h="217805">
                  <a:moveTo>
                    <a:pt x="90899" y="217799"/>
                  </a:moveTo>
                  <a:lnTo>
                    <a:pt x="0" y="217799"/>
                  </a:lnTo>
                  <a:lnTo>
                    <a:pt x="0" y="0"/>
                  </a:lnTo>
                  <a:lnTo>
                    <a:pt x="90899" y="0"/>
                  </a:lnTo>
                  <a:lnTo>
                    <a:pt x="90899" y="217799"/>
                  </a:lnTo>
                  <a:close/>
                </a:path>
              </a:pathLst>
            </a:custGeom>
            <a:solidFill>
              <a:srgbClr val="DAF7FF"/>
            </a:solidFill>
          </p:spPr>
          <p:txBody>
            <a:bodyPr wrap="square" lIns="0" tIns="0" rIns="0" bIns="0" rtlCol="0"/>
            <a:lstStyle/>
            <a:p>
              <a:endParaRPr sz="2400"/>
            </a:p>
          </p:txBody>
        </p:sp>
        <p:sp>
          <p:nvSpPr>
            <p:cNvPr id="64" name="object 64"/>
            <p:cNvSpPr/>
            <p:nvPr/>
          </p:nvSpPr>
          <p:spPr>
            <a:xfrm>
              <a:off x="2360079" y="1710350"/>
              <a:ext cx="91440" cy="217804"/>
            </a:xfrm>
            <a:custGeom>
              <a:avLst/>
              <a:gdLst/>
              <a:ahLst/>
              <a:cxnLst/>
              <a:rect l="l" t="t" r="r" b="b"/>
              <a:pathLst>
                <a:path w="91439" h="217805">
                  <a:moveTo>
                    <a:pt x="0" y="0"/>
                  </a:moveTo>
                  <a:lnTo>
                    <a:pt x="90899" y="0"/>
                  </a:lnTo>
                  <a:lnTo>
                    <a:pt x="90899" y="217799"/>
                  </a:lnTo>
                  <a:lnTo>
                    <a:pt x="0" y="217799"/>
                  </a:lnTo>
                  <a:lnTo>
                    <a:pt x="0" y="0"/>
                  </a:lnTo>
                  <a:close/>
                </a:path>
              </a:pathLst>
            </a:custGeom>
            <a:ln w="3175">
              <a:solidFill>
                <a:srgbClr val="237A94"/>
              </a:solidFill>
            </a:ln>
          </p:spPr>
          <p:txBody>
            <a:bodyPr wrap="square" lIns="0" tIns="0" rIns="0" bIns="0" rtlCol="0"/>
            <a:lstStyle/>
            <a:p>
              <a:endParaRPr sz="2400"/>
            </a:p>
          </p:txBody>
        </p:sp>
        <p:sp>
          <p:nvSpPr>
            <p:cNvPr id="65" name="object 65"/>
            <p:cNvSpPr/>
            <p:nvPr/>
          </p:nvSpPr>
          <p:spPr>
            <a:xfrm>
              <a:off x="2311600" y="1929350"/>
              <a:ext cx="514984" cy="1270"/>
            </a:xfrm>
            <a:custGeom>
              <a:avLst/>
              <a:gdLst/>
              <a:ahLst/>
              <a:cxnLst/>
              <a:rect l="l" t="t" r="r" b="b"/>
              <a:pathLst>
                <a:path w="514985" h="1269">
                  <a:moveTo>
                    <a:pt x="0" y="899"/>
                  </a:moveTo>
                  <a:lnTo>
                    <a:pt x="514499" y="0"/>
                  </a:lnTo>
                </a:path>
              </a:pathLst>
            </a:custGeom>
            <a:ln w="3175">
              <a:solidFill>
                <a:srgbClr val="4285F4"/>
              </a:solidFill>
            </a:ln>
          </p:spPr>
          <p:txBody>
            <a:bodyPr wrap="square" lIns="0" tIns="0" rIns="0" bIns="0" rtlCol="0"/>
            <a:lstStyle/>
            <a:p>
              <a:endParaRPr sz="2400"/>
            </a:p>
          </p:txBody>
        </p:sp>
        <p:sp>
          <p:nvSpPr>
            <p:cNvPr id="66" name="object 66"/>
            <p:cNvSpPr/>
            <p:nvPr/>
          </p:nvSpPr>
          <p:spPr>
            <a:xfrm>
              <a:off x="3259012" y="1900308"/>
              <a:ext cx="91440" cy="27940"/>
            </a:xfrm>
            <a:custGeom>
              <a:avLst/>
              <a:gdLst/>
              <a:ahLst/>
              <a:cxnLst/>
              <a:rect l="l" t="t" r="r" b="b"/>
              <a:pathLst>
                <a:path w="91439" h="27939">
                  <a:moveTo>
                    <a:pt x="90899" y="27599"/>
                  </a:moveTo>
                  <a:lnTo>
                    <a:pt x="0" y="27599"/>
                  </a:lnTo>
                  <a:lnTo>
                    <a:pt x="0" y="0"/>
                  </a:lnTo>
                  <a:lnTo>
                    <a:pt x="90899" y="0"/>
                  </a:lnTo>
                  <a:lnTo>
                    <a:pt x="90899" y="27599"/>
                  </a:lnTo>
                  <a:close/>
                </a:path>
              </a:pathLst>
            </a:custGeom>
            <a:solidFill>
              <a:srgbClr val="E3C1E1"/>
            </a:solidFill>
          </p:spPr>
          <p:txBody>
            <a:bodyPr wrap="square" lIns="0" tIns="0" rIns="0" bIns="0" rtlCol="0"/>
            <a:lstStyle/>
            <a:p>
              <a:endParaRPr sz="2400"/>
            </a:p>
          </p:txBody>
        </p:sp>
        <p:sp>
          <p:nvSpPr>
            <p:cNvPr id="67" name="object 67"/>
            <p:cNvSpPr/>
            <p:nvPr/>
          </p:nvSpPr>
          <p:spPr>
            <a:xfrm>
              <a:off x="3259012" y="1900308"/>
              <a:ext cx="91440" cy="27940"/>
            </a:xfrm>
            <a:custGeom>
              <a:avLst/>
              <a:gdLst/>
              <a:ahLst/>
              <a:cxnLst/>
              <a:rect l="l" t="t" r="r" b="b"/>
              <a:pathLst>
                <a:path w="91439" h="27939">
                  <a:moveTo>
                    <a:pt x="0" y="0"/>
                  </a:moveTo>
                  <a:lnTo>
                    <a:pt x="90899" y="0"/>
                  </a:lnTo>
                  <a:lnTo>
                    <a:pt x="90899" y="27599"/>
                  </a:lnTo>
                  <a:lnTo>
                    <a:pt x="0" y="27599"/>
                  </a:lnTo>
                  <a:lnTo>
                    <a:pt x="0" y="0"/>
                  </a:lnTo>
                  <a:close/>
                </a:path>
              </a:pathLst>
            </a:custGeom>
            <a:ln w="3175">
              <a:solidFill>
                <a:srgbClr val="965AC8"/>
              </a:solidFill>
            </a:ln>
          </p:spPr>
          <p:txBody>
            <a:bodyPr wrap="square" lIns="0" tIns="0" rIns="0" bIns="0" rtlCol="0"/>
            <a:lstStyle/>
            <a:p>
              <a:endParaRPr sz="2400"/>
            </a:p>
          </p:txBody>
        </p:sp>
        <p:sp>
          <p:nvSpPr>
            <p:cNvPr id="68" name="object 68"/>
            <p:cNvSpPr/>
            <p:nvPr/>
          </p:nvSpPr>
          <p:spPr>
            <a:xfrm>
              <a:off x="3031575" y="1806474"/>
              <a:ext cx="91440" cy="120650"/>
            </a:xfrm>
            <a:custGeom>
              <a:avLst/>
              <a:gdLst/>
              <a:ahLst/>
              <a:cxnLst/>
              <a:rect l="l" t="t" r="r" b="b"/>
              <a:pathLst>
                <a:path w="91439" h="120650">
                  <a:moveTo>
                    <a:pt x="90899" y="120599"/>
                  </a:moveTo>
                  <a:lnTo>
                    <a:pt x="0" y="120599"/>
                  </a:lnTo>
                  <a:lnTo>
                    <a:pt x="0" y="0"/>
                  </a:lnTo>
                  <a:lnTo>
                    <a:pt x="90899" y="0"/>
                  </a:lnTo>
                  <a:lnTo>
                    <a:pt x="90899" y="120599"/>
                  </a:lnTo>
                  <a:close/>
                </a:path>
              </a:pathLst>
            </a:custGeom>
            <a:solidFill>
              <a:srgbClr val="E3C1E1"/>
            </a:solidFill>
          </p:spPr>
          <p:txBody>
            <a:bodyPr wrap="square" lIns="0" tIns="0" rIns="0" bIns="0" rtlCol="0"/>
            <a:lstStyle/>
            <a:p>
              <a:endParaRPr sz="2400"/>
            </a:p>
          </p:txBody>
        </p:sp>
        <p:sp>
          <p:nvSpPr>
            <p:cNvPr id="69" name="object 69"/>
            <p:cNvSpPr/>
            <p:nvPr/>
          </p:nvSpPr>
          <p:spPr>
            <a:xfrm>
              <a:off x="3031575" y="1806474"/>
              <a:ext cx="91440" cy="120650"/>
            </a:xfrm>
            <a:custGeom>
              <a:avLst/>
              <a:gdLst/>
              <a:ahLst/>
              <a:cxnLst/>
              <a:rect l="l" t="t" r="r" b="b"/>
              <a:pathLst>
                <a:path w="91439" h="120650">
                  <a:moveTo>
                    <a:pt x="0" y="0"/>
                  </a:moveTo>
                  <a:lnTo>
                    <a:pt x="90899" y="0"/>
                  </a:lnTo>
                  <a:lnTo>
                    <a:pt x="90899" y="120599"/>
                  </a:lnTo>
                  <a:lnTo>
                    <a:pt x="0" y="120599"/>
                  </a:lnTo>
                  <a:lnTo>
                    <a:pt x="0" y="0"/>
                  </a:lnTo>
                  <a:close/>
                </a:path>
              </a:pathLst>
            </a:custGeom>
            <a:ln w="3175">
              <a:solidFill>
                <a:srgbClr val="965AC8"/>
              </a:solidFill>
            </a:ln>
          </p:spPr>
          <p:txBody>
            <a:bodyPr wrap="square" lIns="0" tIns="0" rIns="0" bIns="0" rtlCol="0"/>
            <a:lstStyle/>
            <a:p>
              <a:endParaRPr sz="2400"/>
            </a:p>
          </p:txBody>
        </p:sp>
        <p:sp>
          <p:nvSpPr>
            <p:cNvPr id="70" name="object 70"/>
            <p:cNvSpPr/>
            <p:nvPr/>
          </p:nvSpPr>
          <p:spPr>
            <a:xfrm>
              <a:off x="3145300" y="1877351"/>
              <a:ext cx="91440" cy="50165"/>
            </a:xfrm>
            <a:custGeom>
              <a:avLst/>
              <a:gdLst/>
              <a:ahLst/>
              <a:cxnLst/>
              <a:rect l="l" t="t" r="r" b="b"/>
              <a:pathLst>
                <a:path w="91439" h="50164">
                  <a:moveTo>
                    <a:pt x="90899" y="49799"/>
                  </a:moveTo>
                  <a:lnTo>
                    <a:pt x="0" y="49799"/>
                  </a:lnTo>
                  <a:lnTo>
                    <a:pt x="0" y="0"/>
                  </a:lnTo>
                  <a:lnTo>
                    <a:pt x="90899" y="0"/>
                  </a:lnTo>
                  <a:lnTo>
                    <a:pt x="90899" y="49799"/>
                  </a:lnTo>
                  <a:close/>
                </a:path>
              </a:pathLst>
            </a:custGeom>
            <a:solidFill>
              <a:srgbClr val="E3C1E1"/>
            </a:solidFill>
          </p:spPr>
          <p:txBody>
            <a:bodyPr wrap="square" lIns="0" tIns="0" rIns="0" bIns="0" rtlCol="0"/>
            <a:lstStyle/>
            <a:p>
              <a:endParaRPr sz="2400"/>
            </a:p>
          </p:txBody>
        </p:sp>
        <p:sp>
          <p:nvSpPr>
            <p:cNvPr id="71" name="object 71"/>
            <p:cNvSpPr/>
            <p:nvPr/>
          </p:nvSpPr>
          <p:spPr>
            <a:xfrm>
              <a:off x="3145300" y="1877351"/>
              <a:ext cx="91440" cy="50165"/>
            </a:xfrm>
            <a:custGeom>
              <a:avLst/>
              <a:gdLst/>
              <a:ahLst/>
              <a:cxnLst/>
              <a:rect l="l" t="t" r="r" b="b"/>
              <a:pathLst>
                <a:path w="91439" h="50164">
                  <a:moveTo>
                    <a:pt x="0" y="0"/>
                  </a:moveTo>
                  <a:lnTo>
                    <a:pt x="90899" y="0"/>
                  </a:lnTo>
                  <a:lnTo>
                    <a:pt x="90899" y="49799"/>
                  </a:lnTo>
                  <a:lnTo>
                    <a:pt x="0" y="49799"/>
                  </a:lnTo>
                  <a:lnTo>
                    <a:pt x="0" y="0"/>
                  </a:lnTo>
                  <a:close/>
                </a:path>
              </a:pathLst>
            </a:custGeom>
            <a:ln w="3175">
              <a:solidFill>
                <a:srgbClr val="965AC8"/>
              </a:solidFill>
            </a:ln>
          </p:spPr>
          <p:txBody>
            <a:bodyPr wrap="square" lIns="0" tIns="0" rIns="0" bIns="0" rtlCol="0"/>
            <a:lstStyle/>
            <a:p>
              <a:endParaRPr sz="2400"/>
            </a:p>
          </p:txBody>
        </p:sp>
        <p:sp>
          <p:nvSpPr>
            <p:cNvPr id="72" name="object 72"/>
            <p:cNvSpPr/>
            <p:nvPr/>
          </p:nvSpPr>
          <p:spPr>
            <a:xfrm>
              <a:off x="2917850" y="1722325"/>
              <a:ext cx="91440" cy="206375"/>
            </a:xfrm>
            <a:custGeom>
              <a:avLst/>
              <a:gdLst/>
              <a:ahLst/>
              <a:cxnLst/>
              <a:rect l="l" t="t" r="r" b="b"/>
              <a:pathLst>
                <a:path w="91439" h="206375">
                  <a:moveTo>
                    <a:pt x="90899" y="205799"/>
                  </a:moveTo>
                  <a:lnTo>
                    <a:pt x="0" y="205799"/>
                  </a:lnTo>
                  <a:lnTo>
                    <a:pt x="0" y="0"/>
                  </a:lnTo>
                  <a:lnTo>
                    <a:pt x="90899" y="0"/>
                  </a:lnTo>
                  <a:lnTo>
                    <a:pt x="90899" y="205799"/>
                  </a:lnTo>
                  <a:close/>
                </a:path>
              </a:pathLst>
            </a:custGeom>
            <a:solidFill>
              <a:srgbClr val="E3C1E1"/>
            </a:solidFill>
          </p:spPr>
          <p:txBody>
            <a:bodyPr wrap="square" lIns="0" tIns="0" rIns="0" bIns="0" rtlCol="0"/>
            <a:lstStyle/>
            <a:p>
              <a:endParaRPr sz="2400"/>
            </a:p>
          </p:txBody>
        </p:sp>
        <p:sp>
          <p:nvSpPr>
            <p:cNvPr id="73" name="object 73"/>
            <p:cNvSpPr/>
            <p:nvPr/>
          </p:nvSpPr>
          <p:spPr>
            <a:xfrm>
              <a:off x="2917850" y="1722325"/>
              <a:ext cx="91440" cy="206375"/>
            </a:xfrm>
            <a:custGeom>
              <a:avLst/>
              <a:gdLst/>
              <a:ahLst/>
              <a:cxnLst/>
              <a:rect l="l" t="t" r="r" b="b"/>
              <a:pathLst>
                <a:path w="91439" h="206375">
                  <a:moveTo>
                    <a:pt x="0" y="0"/>
                  </a:moveTo>
                  <a:lnTo>
                    <a:pt x="90899" y="0"/>
                  </a:lnTo>
                  <a:lnTo>
                    <a:pt x="90899" y="205799"/>
                  </a:lnTo>
                  <a:lnTo>
                    <a:pt x="0" y="205799"/>
                  </a:lnTo>
                  <a:lnTo>
                    <a:pt x="0" y="0"/>
                  </a:lnTo>
                  <a:close/>
                </a:path>
              </a:pathLst>
            </a:custGeom>
            <a:ln w="3175">
              <a:solidFill>
                <a:srgbClr val="965AC8"/>
              </a:solidFill>
            </a:ln>
          </p:spPr>
          <p:txBody>
            <a:bodyPr wrap="square" lIns="0" tIns="0" rIns="0" bIns="0" rtlCol="0"/>
            <a:lstStyle/>
            <a:p>
              <a:endParaRPr sz="2400"/>
            </a:p>
          </p:txBody>
        </p:sp>
        <p:sp>
          <p:nvSpPr>
            <p:cNvPr id="74" name="object 74"/>
            <p:cNvSpPr/>
            <p:nvPr/>
          </p:nvSpPr>
          <p:spPr>
            <a:xfrm>
              <a:off x="2869375" y="1929350"/>
              <a:ext cx="514984" cy="1270"/>
            </a:xfrm>
            <a:custGeom>
              <a:avLst/>
              <a:gdLst/>
              <a:ahLst/>
              <a:cxnLst/>
              <a:rect l="l" t="t" r="r" b="b"/>
              <a:pathLst>
                <a:path w="514985" h="1269">
                  <a:moveTo>
                    <a:pt x="0" y="899"/>
                  </a:moveTo>
                  <a:lnTo>
                    <a:pt x="514499" y="0"/>
                  </a:lnTo>
                </a:path>
              </a:pathLst>
            </a:custGeom>
            <a:ln w="3175">
              <a:solidFill>
                <a:srgbClr val="4285F4"/>
              </a:solidFill>
            </a:ln>
          </p:spPr>
          <p:txBody>
            <a:bodyPr wrap="square" lIns="0" tIns="0" rIns="0" bIns="0" rtlCol="0"/>
            <a:lstStyle/>
            <a:p>
              <a:endParaRPr sz="2400"/>
            </a:p>
          </p:txBody>
        </p:sp>
      </p:grpSp>
      <p:grpSp>
        <p:nvGrpSpPr>
          <p:cNvPr id="75" name="object 75"/>
          <p:cNvGrpSpPr/>
          <p:nvPr/>
        </p:nvGrpSpPr>
        <p:grpSpPr>
          <a:xfrm>
            <a:off x="3784263" y="2705417"/>
            <a:ext cx="1415627" cy="322580"/>
            <a:chOff x="2838197" y="2029062"/>
            <a:chExt cx="1061720" cy="241935"/>
          </a:xfrm>
        </p:grpSpPr>
        <p:sp>
          <p:nvSpPr>
            <p:cNvPr id="76" name="object 76"/>
            <p:cNvSpPr/>
            <p:nvPr/>
          </p:nvSpPr>
          <p:spPr>
            <a:xfrm>
              <a:off x="3228774" y="2249628"/>
              <a:ext cx="91440" cy="17145"/>
            </a:xfrm>
            <a:custGeom>
              <a:avLst/>
              <a:gdLst/>
              <a:ahLst/>
              <a:cxnLst/>
              <a:rect l="l" t="t" r="r" b="b"/>
              <a:pathLst>
                <a:path w="91439" h="17144">
                  <a:moveTo>
                    <a:pt x="90899" y="16799"/>
                  </a:moveTo>
                  <a:lnTo>
                    <a:pt x="0" y="16799"/>
                  </a:lnTo>
                  <a:lnTo>
                    <a:pt x="0" y="0"/>
                  </a:lnTo>
                  <a:lnTo>
                    <a:pt x="90899" y="0"/>
                  </a:lnTo>
                  <a:lnTo>
                    <a:pt x="90899" y="16799"/>
                  </a:lnTo>
                  <a:close/>
                </a:path>
              </a:pathLst>
            </a:custGeom>
            <a:solidFill>
              <a:srgbClr val="DAF7FF"/>
            </a:solidFill>
          </p:spPr>
          <p:txBody>
            <a:bodyPr wrap="square" lIns="0" tIns="0" rIns="0" bIns="0" rtlCol="0"/>
            <a:lstStyle/>
            <a:p>
              <a:endParaRPr sz="2400"/>
            </a:p>
          </p:txBody>
        </p:sp>
        <p:sp>
          <p:nvSpPr>
            <p:cNvPr id="77" name="object 77"/>
            <p:cNvSpPr/>
            <p:nvPr/>
          </p:nvSpPr>
          <p:spPr>
            <a:xfrm>
              <a:off x="3228774" y="2249628"/>
              <a:ext cx="91440" cy="17145"/>
            </a:xfrm>
            <a:custGeom>
              <a:avLst/>
              <a:gdLst/>
              <a:ahLst/>
              <a:cxnLst/>
              <a:rect l="l" t="t" r="r" b="b"/>
              <a:pathLst>
                <a:path w="91439" h="17144">
                  <a:moveTo>
                    <a:pt x="0" y="0"/>
                  </a:moveTo>
                  <a:lnTo>
                    <a:pt x="90899" y="0"/>
                  </a:lnTo>
                  <a:lnTo>
                    <a:pt x="90899" y="16799"/>
                  </a:lnTo>
                  <a:lnTo>
                    <a:pt x="0" y="16799"/>
                  </a:lnTo>
                  <a:lnTo>
                    <a:pt x="0" y="0"/>
                  </a:lnTo>
                  <a:close/>
                </a:path>
              </a:pathLst>
            </a:custGeom>
            <a:ln w="3175">
              <a:solidFill>
                <a:srgbClr val="237A94"/>
              </a:solidFill>
            </a:ln>
          </p:spPr>
          <p:txBody>
            <a:bodyPr wrap="square" lIns="0" tIns="0" rIns="0" bIns="0" rtlCol="0"/>
            <a:lstStyle/>
            <a:p>
              <a:endParaRPr sz="2400"/>
            </a:p>
          </p:txBody>
        </p:sp>
        <p:sp>
          <p:nvSpPr>
            <p:cNvPr id="78" name="object 78"/>
            <p:cNvSpPr/>
            <p:nvPr/>
          </p:nvSpPr>
          <p:spPr>
            <a:xfrm>
              <a:off x="3001350" y="2223299"/>
              <a:ext cx="91440" cy="42545"/>
            </a:xfrm>
            <a:custGeom>
              <a:avLst/>
              <a:gdLst/>
              <a:ahLst/>
              <a:cxnLst/>
              <a:rect l="l" t="t" r="r" b="b"/>
              <a:pathLst>
                <a:path w="91439" h="42544">
                  <a:moveTo>
                    <a:pt x="90899" y="42299"/>
                  </a:moveTo>
                  <a:lnTo>
                    <a:pt x="0" y="42299"/>
                  </a:lnTo>
                  <a:lnTo>
                    <a:pt x="0" y="0"/>
                  </a:lnTo>
                  <a:lnTo>
                    <a:pt x="90899" y="0"/>
                  </a:lnTo>
                  <a:lnTo>
                    <a:pt x="90899" y="42299"/>
                  </a:lnTo>
                  <a:close/>
                </a:path>
              </a:pathLst>
            </a:custGeom>
            <a:solidFill>
              <a:srgbClr val="DAF7FF"/>
            </a:solidFill>
          </p:spPr>
          <p:txBody>
            <a:bodyPr wrap="square" lIns="0" tIns="0" rIns="0" bIns="0" rtlCol="0"/>
            <a:lstStyle/>
            <a:p>
              <a:endParaRPr sz="2400"/>
            </a:p>
          </p:txBody>
        </p:sp>
        <p:sp>
          <p:nvSpPr>
            <p:cNvPr id="79" name="object 79"/>
            <p:cNvSpPr/>
            <p:nvPr/>
          </p:nvSpPr>
          <p:spPr>
            <a:xfrm>
              <a:off x="3001350" y="2223299"/>
              <a:ext cx="91440" cy="42545"/>
            </a:xfrm>
            <a:custGeom>
              <a:avLst/>
              <a:gdLst/>
              <a:ahLst/>
              <a:cxnLst/>
              <a:rect l="l" t="t" r="r" b="b"/>
              <a:pathLst>
                <a:path w="91439" h="42544">
                  <a:moveTo>
                    <a:pt x="0" y="0"/>
                  </a:moveTo>
                  <a:lnTo>
                    <a:pt x="90899" y="0"/>
                  </a:lnTo>
                  <a:lnTo>
                    <a:pt x="90899" y="42299"/>
                  </a:lnTo>
                  <a:lnTo>
                    <a:pt x="0" y="42299"/>
                  </a:lnTo>
                  <a:lnTo>
                    <a:pt x="0" y="0"/>
                  </a:lnTo>
                  <a:close/>
                </a:path>
              </a:pathLst>
            </a:custGeom>
            <a:ln w="3175">
              <a:solidFill>
                <a:srgbClr val="237A94"/>
              </a:solidFill>
            </a:ln>
          </p:spPr>
          <p:txBody>
            <a:bodyPr wrap="square" lIns="0" tIns="0" rIns="0" bIns="0" rtlCol="0"/>
            <a:lstStyle/>
            <a:p>
              <a:endParaRPr sz="2400"/>
            </a:p>
          </p:txBody>
        </p:sp>
        <p:sp>
          <p:nvSpPr>
            <p:cNvPr id="80" name="object 80"/>
            <p:cNvSpPr/>
            <p:nvPr/>
          </p:nvSpPr>
          <p:spPr>
            <a:xfrm>
              <a:off x="3115074" y="2237974"/>
              <a:ext cx="91440" cy="27940"/>
            </a:xfrm>
            <a:custGeom>
              <a:avLst/>
              <a:gdLst/>
              <a:ahLst/>
              <a:cxnLst/>
              <a:rect l="l" t="t" r="r" b="b"/>
              <a:pathLst>
                <a:path w="91439" h="27939">
                  <a:moveTo>
                    <a:pt x="90899" y="27599"/>
                  </a:moveTo>
                  <a:lnTo>
                    <a:pt x="0" y="27599"/>
                  </a:lnTo>
                  <a:lnTo>
                    <a:pt x="0" y="0"/>
                  </a:lnTo>
                  <a:lnTo>
                    <a:pt x="90899" y="0"/>
                  </a:lnTo>
                  <a:lnTo>
                    <a:pt x="90899" y="27599"/>
                  </a:lnTo>
                  <a:close/>
                </a:path>
              </a:pathLst>
            </a:custGeom>
            <a:solidFill>
              <a:srgbClr val="DAF7FF"/>
            </a:solidFill>
          </p:spPr>
          <p:txBody>
            <a:bodyPr wrap="square" lIns="0" tIns="0" rIns="0" bIns="0" rtlCol="0"/>
            <a:lstStyle/>
            <a:p>
              <a:endParaRPr sz="2400"/>
            </a:p>
          </p:txBody>
        </p:sp>
        <p:sp>
          <p:nvSpPr>
            <p:cNvPr id="81" name="object 81"/>
            <p:cNvSpPr/>
            <p:nvPr/>
          </p:nvSpPr>
          <p:spPr>
            <a:xfrm>
              <a:off x="3115074" y="2237974"/>
              <a:ext cx="91440" cy="27940"/>
            </a:xfrm>
            <a:custGeom>
              <a:avLst/>
              <a:gdLst/>
              <a:ahLst/>
              <a:cxnLst/>
              <a:rect l="l" t="t" r="r" b="b"/>
              <a:pathLst>
                <a:path w="91439" h="27939">
                  <a:moveTo>
                    <a:pt x="0" y="0"/>
                  </a:moveTo>
                  <a:lnTo>
                    <a:pt x="90899" y="0"/>
                  </a:lnTo>
                  <a:lnTo>
                    <a:pt x="90899" y="27599"/>
                  </a:lnTo>
                  <a:lnTo>
                    <a:pt x="0" y="27599"/>
                  </a:lnTo>
                  <a:lnTo>
                    <a:pt x="0" y="0"/>
                  </a:lnTo>
                  <a:close/>
                </a:path>
              </a:pathLst>
            </a:custGeom>
            <a:ln w="3175">
              <a:solidFill>
                <a:srgbClr val="237A94"/>
              </a:solidFill>
            </a:ln>
          </p:spPr>
          <p:txBody>
            <a:bodyPr wrap="square" lIns="0" tIns="0" rIns="0" bIns="0" rtlCol="0"/>
            <a:lstStyle/>
            <a:p>
              <a:endParaRPr sz="2400"/>
            </a:p>
          </p:txBody>
        </p:sp>
        <p:sp>
          <p:nvSpPr>
            <p:cNvPr id="82" name="object 82"/>
            <p:cNvSpPr/>
            <p:nvPr/>
          </p:nvSpPr>
          <p:spPr>
            <a:xfrm>
              <a:off x="2887624" y="2062950"/>
              <a:ext cx="91440" cy="203835"/>
            </a:xfrm>
            <a:custGeom>
              <a:avLst/>
              <a:gdLst/>
              <a:ahLst/>
              <a:cxnLst/>
              <a:rect l="l" t="t" r="r" b="b"/>
              <a:pathLst>
                <a:path w="91439" h="203835">
                  <a:moveTo>
                    <a:pt x="90899" y="203699"/>
                  </a:moveTo>
                  <a:lnTo>
                    <a:pt x="0" y="203699"/>
                  </a:lnTo>
                  <a:lnTo>
                    <a:pt x="0" y="0"/>
                  </a:lnTo>
                  <a:lnTo>
                    <a:pt x="90899" y="0"/>
                  </a:lnTo>
                  <a:lnTo>
                    <a:pt x="90899" y="203699"/>
                  </a:lnTo>
                  <a:close/>
                </a:path>
              </a:pathLst>
            </a:custGeom>
            <a:solidFill>
              <a:srgbClr val="DAF7FF"/>
            </a:solidFill>
          </p:spPr>
          <p:txBody>
            <a:bodyPr wrap="square" lIns="0" tIns="0" rIns="0" bIns="0" rtlCol="0"/>
            <a:lstStyle/>
            <a:p>
              <a:endParaRPr sz="2400"/>
            </a:p>
          </p:txBody>
        </p:sp>
        <p:sp>
          <p:nvSpPr>
            <p:cNvPr id="83" name="object 83"/>
            <p:cNvSpPr/>
            <p:nvPr/>
          </p:nvSpPr>
          <p:spPr>
            <a:xfrm>
              <a:off x="2887624" y="2062950"/>
              <a:ext cx="91440" cy="203835"/>
            </a:xfrm>
            <a:custGeom>
              <a:avLst/>
              <a:gdLst/>
              <a:ahLst/>
              <a:cxnLst/>
              <a:rect l="l" t="t" r="r" b="b"/>
              <a:pathLst>
                <a:path w="91439" h="203835">
                  <a:moveTo>
                    <a:pt x="0" y="0"/>
                  </a:moveTo>
                  <a:lnTo>
                    <a:pt x="90899" y="0"/>
                  </a:lnTo>
                  <a:lnTo>
                    <a:pt x="90899" y="203699"/>
                  </a:lnTo>
                  <a:lnTo>
                    <a:pt x="0" y="203699"/>
                  </a:lnTo>
                  <a:lnTo>
                    <a:pt x="0" y="0"/>
                  </a:lnTo>
                  <a:close/>
                </a:path>
              </a:pathLst>
            </a:custGeom>
            <a:ln w="3175">
              <a:solidFill>
                <a:srgbClr val="237A94"/>
              </a:solidFill>
            </a:ln>
          </p:spPr>
          <p:txBody>
            <a:bodyPr wrap="square" lIns="0" tIns="0" rIns="0" bIns="0" rtlCol="0"/>
            <a:lstStyle/>
            <a:p>
              <a:endParaRPr sz="2400"/>
            </a:p>
          </p:txBody>
        </p:sp>
        <p:sp>
          <p:nvSpPr>
            <p:cNvPr id="84" name="object 84"/>
            <p:cNvSpPr/>
            <p:nvPr/>
          </p:nvSpPr>
          <p:spPr>
            <a:xfrm>
              <a:off x="2839149" y="2267875"/>
              <a:ext cx="514984" cy="1270"/>
            </a:xfrm>
            <a:custGeom>
              <a:avLst/>
              <a:gdLst/>
              <a:ahLst/>
              <a:cxnLst/>
              <a:rect l="l" t="t" r="r" b="b"/>
              <a:pathLst>
                <a:path w="514985" h="1269">
                  <a:moveTo>
                    <a:pt x="0" y="899"/>
                  </a:moveTo>
                  <a:lnTo>
                    <a:pt x="514499" y="0"/>
                  </a:lnTo>
                </a:path>
              </a:pathLst>
            </a:custGeom>
            <a:ln w="3175">
              <a:solidFill>
                <a:srgbClr val="4285F4"/>
              </a:solidFill>
            </a:ln>
          </p:spPr>
          <p:txBody>
            <a:bodyPr wrap="square" lIns="0" tIns="0" rIns="0" bIns="0" rtlCol="0"/>
            <a:lstStyle/>
            <a:p>
              <a:endParaRPr sz="2400"/>
            </a:p>
          </p:txBody>
        </p:sp>
        <p:sp>
          <p:nvSpPr>
            <p:cNvPr id="85" name="object 85"/>
            <p:cNvSpPr/>
            <p:nvPr/>
          </p:nvSpPr>
          <p:spPr>
            <a:xfrm>
              <a:off x="3773512" y="2239883"/>
              <a:ext cx="91440" cy="27940"/>
            </a:xfrm>
            <a:custGeom>
              <a:avLst/>
              <a:gdLst/>
              <a:ahLst/>
              <a:cxnLst/>
              <a:rect l="l" t="t" r="r" b="b"/>
              <a:pathLst>
                <a:path w="91439" h="27939">
                  <a:moveTo>
                    <a:pt x="90899" y="27599"/>
                  </a:moveTo>
                  <a:lnTo>
                    <a:pt x="0" y="27599"/>
                  </a:lnTo>
                  <a:lnTo>
                    <a:pt x="0" y="0"/>
                  </a:lnTo>
                  <a:lnTo>
                    <a:pt x="90899" y="0"/>
                  </a:lnTo>
                  <a:lnTo>
                    <a:pt x="90899" y="27599"/>
                  </a:lnTo>
                  <a:close/>
                </a:path>
              </a:pathLst>
            </a:custGeom>
            <a:solidFill>
              <a:srgbClr val="E3C1E1"/>
            </a:solidFill>
          </p:spPr>
          <p:txBody>
            <a:bodyPr wrap="square" lIns="0" tIns="0" rIns="0" bIns="0" rtlCol="0"/>
            <a:lstStyle/>
            <a:p>
              <a:endParaRPr sz="2400"/>
            </a:p>
          </p:txBody>
        </p:sp>
        <p:sp>
          <p:nvSpPr>
            <p:cNvPr id="86" name="object 86"/>
            <p:cNvSpPr/>
            <p:nvPr/>
          </p:nvSpPr>
          <p:spPr>
            <a:xfrm>
              <a:off x="3773512" y="2239883"/>
              <a:ext cx="91440" cy="27940"/>
            </a:xfrm>
            <a:custGeom>
              <a:avLst/>
              <a:gdLst/>
              <a:ahLst/>
              <a:cxnLst/>
              <a:rect l="l" t="t" r="r" b="b"/>
              <a:pathLst>
                <a:path w="91439" h="27939">
                  <a:moveTo>
                    <a:pt x="0" y="0"/>
                  </a:moveTo>
                  <a:lnTo>
                    <a:pt x="90899" y="0"/>
                  </a:lnTo>
                  <a:lnTo>
                    <a:pt x="90899" y="27599"/>
                  </a:lnTo>
                  <a:lnTo>
                    <a:pt x="0" y="27599"/>
                  </a:lnTo>
                  <a:lnTo>
                    <a:pt x="0" y="0"/>
                  </a:lnTo>
                  <a:close/>
                </a:path>
              </a:pathLst>
            </a:custGeom>
            <a:ln w="3175">
              <a:solidFill>
                <a:srgbClr val="965AC8"/>
              </a:solidFill>
            </a:ln>
          </p:spPr>
          <p:txBody>
            <a:bodyPr wrap="square" lIns="0" tIns="0" rIns="0" bIns="0" rtlCol="0"/>
            <a:lstStyle/>
            <a:p>
              <a:endParaRPr sz="2400"/>
            </a:p>
          </p:txBody>
        </p:sp>
        <p:sp>
          <p:nvSpPr>
            <p:cNvPr id="87" name="object 87"/>
            <p:cNvSpPr/>
            <p:nvPr/>
          </p:nvSpPr>
          <p:spPr>
            <a:xfrm>
              <a:off x="3546074" y="2146049"/>
              <a:ext cx="91440" cy="120650"/>
            </a:xfrm>
            <a:custGeom>
              <a:avLst/>
              <a:gdLst/>
              <a:ahLst/>
              <a:cxnLst/>
              <a:rect l="l" t="t" r="r" b="b"/>
              <a:pathLst>
                <a:path w="91439" h="120650">
                  <a:moveTo>
                    <a:pt x="90899" y="120599"/>
                  </a:moveTo>
                  <a:lnTo>
                    <a:pt x="0" y="120599"/>
                  </a:lnTo>
                  <a:lnTo>
                    <a:pt x="0" y="0"/>
                  </a:lnTo>
                  <a:lnTo>
                    <a:pt x="90899" y="0"/>
                  </a:lnTo>
                  <a:lnTo>
                    <a:pt x="90899" y="120599"/>
                  </a:lnTo>
                  <a:close/>
                </a:path>
              </a:pathLst>
            </a:custGeom>
            <a:solidFill>
              <a:srgbClr val="E3C1E1"/>
            </a:solidFill>
          </p:spPr>
          <p:txBody>
            <a:bodyPr wrap="square" lIns="0" tIns="0" rIns="0" bIns="0" rtlCol="0"/>
            <a:lstStyle/>
            <a:p>
              <a:endParaRPr sz="2400"/>
            </a:p>
          </p:txBody>
        </p:sp>
        <p:sp>
          <p:nvSpPr>
            <p:cNvPr id="88" name="object 88"/>
            <p:cNvSpPr/>
            <p:nvPr/>
          </p:nvSpPr>
          <p:spPr>
            <a:xfrm>
              <a:off x="3546074" y="2146049"/>
              <a:ext cx="91440" cy="120650"/>
            </a:xfrm>
            <a:custGeom>
              <a:avLst/>
              <a:gdLst/>
              <a:ahLst/>
              <a:cxnLst/>
              <a:rect l="l" t="t" r="r" b="b"/>
              <a:pathLst>
                <a:path w="91439" h="120650">
                  <a:moveTo>
                    <a:pt x="0" y="0"/>
                  </a:moveTo>
                  <a:lnTo>
                    <a:pt x="90899" y="0"/>
                  </a:lnTo>
                  <a:lnTo>
                    <a:pt x="90899" y="120599"/>
                  </a:lnTo>
                  <a:lnTo>
                    <a:pt x="0" y="120599"/>
                  </a:lnTo>
                  <a:lnTo>
                    <a:pt x="0" y="0"/>
                  </a:lnTo>
                  <a:close/>
                </a:path>
              </a:pathLst>
            </a:custGeom>
            <a:ln w="3175">
              <a:solidFill>
                <a:srgbClr val="965AC8"/>
              </a:solidFill>
            </a:ln>
          </p:spPr>
          <p:txBody>
            <a:bodyPr wrap="square" lIns="0" tIns="0" rIns="0" bIns="0" rtlCol="0"/>
            <a:lstStyle/>
            <a:p>
              <a:endParaRPr sz="2400"/>
            </a:p>
          </p:txBody>
        </p:sp>
        <p:sp>
          <p:nvSpPr>
            <p:cNvPr id="89" name="object 89"/>
            <p:cNvSpPr/>
            <p:nvPr/>
          </p:nvSpPr>
          <p:spPr>
            <a:xfrm>
              <a:off x="3659799" y="2216926"/>
              <a:ext cx="91440" cy="50165"/>
            </a:xfrm>
            <a:custGeom>
              <a:avLst/>
              <a:gdLst/>
              <a:ahLst/>
              <a:cxnLst/>
              <a:rect l="l" t="t" r="r" b="b"/>
              <a:pathLst>
                <a:path w="91439" h="50164">
                  <a:moveTo>
                    <a:pt x="90899" y="49799"/>
                  </a:moveTo>
                  <a:lnTo>
                    <a:pt x="0" y="49799"/>
                  </a:lnTo>
                  <a:lnTo>
                    <a:pt x="0" y="0"/>
                  </a:lnTo>
                  <a:lnTo>
                    <a:pt x="90899" y="0"/>
                  </a:lnTo>
                  <a:lnTo>
                    <a:pt x="90899" y="49799"/>
                  </a:lnTo>
                  <a:close/>
                </a:path>
              </a:pathLst>
            </a:custGeom>
            <a:solidFill>
              <a:srgbClr val="E3C1E1"/>
            </a:solidFill>
          </p:spPr>
          <p:txBody>
            <a:bodyPr wrap="square" lIns="0" tIns="0" rIns="0" bIns="0" rtlCol="0"/>
            <a:lstStyle/>
            <a:p>
              <a:endParaRPr sz="2400"/>
            </a:p>
          </p:txBody>
        </p:sp>
        <p:sp>
          <p:nvSpPr>
            <p:cNvPr id="90" name="object 90"/>
            <p:cNvSpPr/>
            <p:nvPr/>
          </p:nvSpPr>
          <p:spPr>
            <a:xfrm>
              <a:off x="3659799" y="2216926"/>
              <a:ext cx="91440" cy="50165"/>
            </a:xfrm>
            <a:custGeom>
              <a:avLst/>
              <a:gdLst/>
              <a:ahLst/>
              <a:cxnLst/>
              <a:rect l="l" t="t" r="r" b="b"/>
              <a:pathLst>
                <a:path w="91439" h="50164">
                  <a:moveTo>
                    <a:pt x="0" y="0"/>
                  </a:moveTo>
                  <a:lnTo>
                    <a:pt x="90899" y="0"/>
                  </a:lnTo>
                  <a:lnTo>
                    <a:pt x="90899" y="49799"/>
                  </a:lnTo>
                  <a:lnTo>
                    <a:pt x="0" y="49799"/>
                  </a:lnTo>
                  <a:lnTo>
                    <a:pt x="0" y="0"/>
                  </a:lnTo>
                  <a:close/>
                </a:path>
              </a:pathLst>
            </a:custGeom>
            <a:ln w="3175">
              <a:solidFill>
                <a:srgbClr val="965AC8"/>
              </a:solidFill>
            </a:ln>
          </p:spPr>
          <p:txBody>
            <a:bodyPr wrap="square" lIns="0" tIns="0" rIns="0" bIns="0" rtlCol="0"/>
            <a:lstStyle/>
            <a:p>
              <a:endParaRPr sz="2400"/>
            </a:p>
          </p:txBody>
        </p:sp>
        <p:sp>
          <p:nvSpPr>
            <p:cNvPr id="91" name="object 91"/>
            <p:cNvSpPr/>
            <p:nvPr/>
          </p:nvSpPr>
          <p:spPr>
            <a:xfrm>
              <a:off x="3432349" y="2030650"/>
              <a:ext cx="91440" cy="237490"/>
            </a:xfrm>
            <a:custGeom>
              <a:avLst/>
              <a:gdLst/>
              <a:ahLst/>
              <a:cxnLst/>
              <a:rect l="l" t="t" r="r" b="b"/>
              <a:pathLst>
                <a:path w="91439" h="237489">
                  <a:moveTo>
                    <a:pt x="90899" y="236999"/>
                  </a:moveTo>
                  <a:lnTo>
                    <a:pt x="0" y="236999"/>
                  </a:lnTo>
                  <a:lnTo>
                    <a:pt x="0" y="0"/>
                  </a:lnTo>
                  <a:lnTo>
                    <a:pt x="90899" y="0"/>
                  </a:lnTo>
                  <a:lnTo>
                    <a:pt x="90899" y="236999"/>
                  </a:lnTo>
                  <a:close/>
                </a:path>
              </a:pathLst>
            </a:custGeom>
            <a:solidFill>
              <a:srgbClr val="E3C1E1"/>
            </a:solidFill>
          </p:spPr>
          <p:txBody>
            <a:bodyPr wrap="square" lIns="0" tIns="0" rIns="0" bIns="0" rtlCol="0"/>
            <a:lstStyle/>
            <a:p>
              <a:endParaRPr sz="2400"/>
            </a:p>
          </p:txBody>
        </p:sp>
        <p:sp>
          <p:nvSpPr>
            <p:cNvPr id="92" name="object 92"/>
            <p:cNvSpPr/>
            <p:nvPr/>
          </p:nvSpPr>
          <p:spPr>
            <a:xfrm>
              <a:off x="3432349" y="2030650"/>
              <a:ext cx="91440" cy="237490"/>
            </a:xfrm>
            <a:custGeom>
              <a:avLst/>
              <a:gdLst/>
              <a:ahLst/>
              <a:cxnLst/>
              <a:rect l="l" t="t" r="r" b="b"/>
              <a:pathLst>
                <a:path w="91439" h="237489">
                  <a:moveTo>
                    <a:pt x="0" y="0"/>
                  </a:moveTo>
                  <a:lnTo>
                    <a:pt x="90899" y="0"/>
                  </a:lnTo>
                  <a:lnTo>
                    <a:pt x="90899" y="236999"/>
                  </a:lnTo>
                  <a:lnTo>
                    <a:pt x="0" y="236999"/>
                  </a:lnTo>
                  <a:lnTo>
                    <a:pt x="0" y="0"/>
                  </a:lnTo>
                  <a:close/>
                </a:path>
              </a:pathLst>
            </a:custGeom>
            <a:ln w="3175">
              <a:solidFill>
                <a:srgbClr val="965AC8"/>
              </a:solidFill>
            </a:ln>
          </p:spPr>
          <p:txBody>
            <a:bodyPr wrap="square" lIns="0" tIns="0" rIns="0" bIns="0" rtlCol="0"/>
            <a:lstStyle/>
            <a:p>
              <a:endParaRPr sz="2400"/>
            </a:p>
          </p:txBody>
        </p:sp>
        <p:sp>
          <p:nvSpPr>
            <p:cNvPr id="93" name="object 93"/>
            <p:cNvSpPr/>
            <p:nvPr/>
          </p:nvSpPr>
          <p:spPr>
            <a:xfrm>
              <a:off x="3383874" y="2268925"/>
              <a:ext cx="514984" cy="1270"/>
            </a:xfrm>
            <a:custGeom>
              <a:avLst/>
              <a:gdLst/>
              <a:ahLst/>
              <a:cxnLst/>
              <a:rect l="l" t="t" r="r" b="b"/>
              <a:pathLst>
                <a:path w="514985" h="1269">
                  <a:moveTo>
                    <a:pt x="0" y="899"/>
                  </a:moveTo>
                  <a:lnTo>
                    <a:pt x="514499" y="0"/>
                  </a:lnTo>
                </a:path>
              </a:pathLst>
            </a:custGeom>
            <a:ln w="3175">
              <a:solidFill>
                <a:srgbClr val="4285F4"/>
              </a:solidFill>
            </a:ln>
          </p:spPr>
          <p:txBody>
            <a:bodyPr wrap="square" lIns="0" tIns="0" rIns="0" bIns="0" rtlCol="0"/>
            <a:lstStyle/>
            <a:p>
              <a:endParaRPr sz="2400"/>
            </a:p>
          </p:txBody>
        </p:sp>
      </p:grpSp>
      <p:grpSp>
        <p:nvGrpSpPr>
          <p:cNvPr id="94" name="object 94"/>
          <p:cNvGrpSpPr/>
          <p:nvPr/>
        </p:nvGrpSpPr>
        <p:grpSpPr>
          <a:xfrm>
            <a:off x="4455968" y="3237183"/>
            <a:ext cx="1396153" cy="280247"/>
            <a:chOff x="3341975" y="2427887"/>
            <a:chExt cx="1047115" cy="210185"/>
          </a:xfrm>
        </p:grpSpPr>
        <p:sp>
          <p:nvSpPr>
            <p:cNvPr id="95" name="object 95"/>
            <p:cNvSpPr/>
            <p:nvPr/>
          </p:nvSpPr>
          <p:spPr>
            <a:xfrm>
              <a:off x="3732350" y="2584671"/>
              <a:ext cx="91440" cy="42545"/>
            </a:xfrm>
            <a:custGeom>
              <a:avLst/>
              <a:gdLst/>
              <a:ahLst/>
              <a:cxnLst/>
              <a:rect l="l" t="t" r="r" b="b"/>
              <a:pathLst>
                <a:path w="91439" h="42544">
                  <a:moveTo>
                    <a:pt x="90899" y="42299"/>
                  </a:moveTo>
                  <a:lnTo>
                    <a:pt x="0" y="42299"/>
                  </a:lnTo>
                  <a:lnTo>
                    <a:pt x="0" y="0"/>
                  </a:lnTo>
                  <a:lnTo>
                    <a:pt x="90899" y="0"/>
                  </a:lnTo>
                  <a:lnTo>
                    <a:pt x="90899" y="42299"/>
                  </a:lnTo>
                  <a:close/>
                </a:path>
              </a:pathLst>
            </a:custGeom>
            <a:solidFill>
              <a:srgbClr val="DAF7FF"/>
            </a:solidFill>
          </p:spPr>
          <p:txBody>
            <a:bodyPr wrap="square" lIns="0" tIns="0" rIns="0" bIns="0" rtlCol="0"/>
            <a:lstStyle/>
            <a:p>
              <a:endParaRPr sz="2400"/>
            </a:p>
          </p:txBody>
        </p:sp>
        <p:sp>
          <p:nvSpPr>
            <p:cNvPr id="96" name="object 96"/>
            <p:cNvSpPr/>
            <p:nvPr/>
          </p:nvSpPr>
          <p:spPr>
            <a:xfrm>
              <a:off x="3732350" y="2584671"/>
              <a:ext cx="91440" cy="42545"/>
            </a:xfrm>
            <a:custGeom>
              <a:avLst/>
              <a:gdLst/>
              <a:ahLst/>
              <a:cxnLst/>
              <a:rect l="l" t="t" r="r" b="b"/>
              <a:pathLst>
                <a:path w="91439" h="42544">
                  <a:moveTo>
                    <a:pt x="0" y="0"/>
                  </a:moveTo>
                  <a:lnTo>
                    <a:pt x="90899" y="0"/>
                  </a:lnTo>
                  <a:lnTo>
                    <a:pt x="90899" y="42299"/>
                  </a:lnTo>
                  <a:lnTo>
                    <a:pt x="0" y="42299"/>
                  </a:lnTo>
                  <a:lnTo>
                    <a:pt x="0" y="0"/>
                  </a:lnTo>
                  <a:close/>
                </a:path>
              </a:pathLst>
            </a:custGeom>
            <a:ln w="3175">
              <a:solidFill>
                <a:srgbClr val="237A94"/>
              </a:solidFill>
            </a:ln>
          </p:spPr>
          <p:txBody>
            <a:bodyPr wrap="square" lIns="0" tIns="0" rIns="0" bIns="0" rtlCol="0"/>
            <a:lstStyle/>
            <a:p>
              <a:endParaRPr sz="2400"/>
            </a:p>
          </p:txBody>
        </p:sp>
        <p:sp>
          <p:nvSpPr>
            <p:cNvPr id="97" name="object 97"/>
            <p:cNvSpPr/>
            <p:nvPr/>
          </p:nvSpPr>
          <p:spPr>
            <a:xfrm>
              <a:off x="3504925" y="2519371"/>
              <a:ext cx="91440" cy="107314"/>
            </a:xfrm>
            <a:custGeom>
              <a:avLst/>
              <a:gdLst/>
              <a:ahLst/>
              <a:cxnLst/>
              <a:rect l="l" t="t" r="r" b="b"/>
              <a:pathLst>
                <a:path w="91439" h="107314">
                  <a:moveTo>
                    <a:pt x="90899" y="106799"/>
                  </a:moveTo>
                  <a:lnTo>
                    <a:pt x="0" y="106799"/>
                  </a:lnTo>
                  <a:lnTo>
                    <a:pt x="0" y="0"/>
                  </a:lnTo>
                  <a:lnTo>
                    <a:pt x="90899" y="0"/>
                  </a:lnTo>
                  <a:lnTo>
                    <a:pt x="90899" y="106799"/>
                  </a:lnTo>
                  <a:close/>
                </a:path>
              </a:pathLst>
            </a:custGeom>
            <a:solidFill>
              <a:srgbClr val="DAF7FF"/>
            </a:solidFill>
          </p:spPr>
          <p:txBody>
            <a:bodyPr wrap="square" lIns="0" tIns="0" rIns="0" bIns="0" rtlCol="0"/>
            <a:lstStyle/>
            <a:p>
              <a:endParaRPr sz="2400"/>
            </a:p>
          </p:txBody>
        </p:sp>
        <p:sp>
          <p:nvSpPr>
            <p:cNvPr id="98" name="object 98"/>
            <p:cNvSpPr/>
            <p:nvPr/>
          </p:nvSpPr>
          <p:spPr>
            <a:xfrm>
              <a:off x="3504925" y="2519371"/>
              <a:ext cx="91440" cy="107314"/>
            </a:xfrm>
            <a:custGeom>
              <a:avLst/>
              <a:gdLst/>
              <a:ahLst/>
              <a:cxnLst/>
              <a:rect l="l" t="t" r="r" b="b"/>
              <a:pathLst>
                <a:path w="91439" h="107314">
                  <a:moveTo>
                    <a:pt x="0" y="0"/>
                  </a:moveTo>
                  <a:lnTo>
                    <a:pt x="90899" y="0"/>
                  </a:lnTo>
                  <a:lnTo>
                    <a:pt x="90899" y="106799"/>
                  </a:lnTo>
                  <a:lnTo>
                    <a:pt x="0" y="106799"/>
                  </a:lnTo>
                  <a:lnTo>
                    <a:pt x="0" y="0"/>
                  </a:lnTo>
                  <a:close/>
                </a:path>
              </a:pathLst>
            </a:custGeom>
            <a:ln w="3175">
              <a:solidFill>
                <a:srgbClr val="237A94"/>
              </a:solidFill>
            </a:ln>
          </p:spPr>
          <p:txBody>
            <a:bodyPr wrap="square" lIns="0" tIns="0" rIns="0" bIns="0" rtlCol="0"/>
            <a:lstStyle/>
            <a:p>
              <a:endParaRPr sz="2400"/>
            </a:p>
          </p:txBody>
        </p:sp>
        <p:sp>
          <p:nvSpPr>
            <p:cNvPr id="99" name="object 99"/>
            <p:cNvSpPr/>
            <p:nvPr/>
          </p:nvSpPr>
          <p:spPr>
            <a:xfrm>
              <a:off x="3618650" y="2532672"/>
              <a:ext cx="91440" cy="93980"/>
            </a:xfrm>
            <a:custGeom>
              <a:avLst/>
              <a:gdLst/>
              <a:ahLst/>
              <a:cxnLst/>
              <a:rect l="l" t="t" r="r" b="b"/>
              <a:pathLst>
                <a:path w="91439" h="93980">
                  <a:moveTo>
                    <a:pt x="90899" y="93599"/>
                  </a:moveTo>
                  <a:lnTo>
                    <a:pt x="0" y="93599"/>
                  </a:lnTo>
                  <a:lnTo>
                    <a:pt x="0" y="0"/>
                  </a:lnTo>
                  <a:lnTo>
                    <a:pt x="90899" y="0"/>
                  </a:lnTo>
                  <a:lnTo>
                    <a:pt x="90899" y="93599"/>
                  </a:lnTo>
                  <a:close/>
                </a:path>
              </a:pathLst>
            </a:custGeom>
            <a:solidFill>
              <a:srgbClr val="DAF7FF"/>
            </a:solidFill>
          </p:spPr>
          <p:txBody>
            <a:bodyPr wrap="square" lIns="0" tIns="0" rIns="0" bIns="0" rtlCol="0"/>
            <a:lstStyle/>
            <a:p>
              <a:endParaRPr sz="2400"/>
            </a:p>
          </p:txBody>
        </p:sp>
        <p:sp>
          <p:nvSpPr>
            <p:cNvPr id="100" name="object 100"/>
            <p:cNvSpPr/>
            <p:nvPr/>
          </p:nvSpPr>
          <p:spPr>
            <a:xfrm>
              <a:off x="3618650" y="2532672"/>
              <a:ext cx="91440" cy="93980"/>
            </a:xfrm>
            <a:custGeom>
              <a:avLst/>
              <a:gdLst/>
              <a:ahLst/>
              <a:cxnLst/>
              <a:rect l="l" t="t" r="r" b="b"/>
              <a:pathLst>
                <a:path w="91439" h="93980">
                  <a:moveTo>
                    <a:pt x="0" y="0"/>
                  </a:moveTo>
                  <a:lnTo>
                    <a:pt x="90899" y="0"/>
                  </a:lnTo>
                  <a:lnTo>
                    <a:pt x="90899" y="93599"/>
                  </a:lnTo>
                  <a:lnTo>
                    <a:pt x="0" y="93599"/>
                  </a:lnTo>
                  <a:lnTo>
                    <a:pt x="0" y="0"/>
                  </a:lnTo>
                  <a:close/>
                </a:path>
              </a:pathLst>
            </a:custGeom>
            <a:ln w="3175">
              <a:solidFill>
                <a:srgbClr val="237A94"/>
              </a:solidFill>
            </a:ln>
          </p:spPr>
          <p:txBody>
            <a:bodyPr wrap="square" lIns="0" tIns="0" rIns="0" bIns="0" rtlCol="0"/>
            <a:lstStyle/>
            <a:p>
              <a:endParaRPr sz="2400"/>
            </a:p>
          </p:txBody>
        </p:sp>
        <p:sp>
          <p:nvSpPr>
            <p:cNvPr id="101" name="object 101"/>
            <p:cNvSpPr/>
            <p:nvPr/>
          </p:nvSpPr>
          <p:spPr>
            <a:xfrm>
              <a:off x="3391200" y="2499774"/>
              <a:ext cx="91440" cy="127635"/>
            </a:xfrm>
            <a:custGeom>
              <a:avLst/>
              <a:gdLst/>
              <a:ahLst/>
              <a:cxnLst/>
              <a:rect l="l" t="t" r="r" b="b"/>
              <a:pathLst>
                <a:path w="91439" h="127635">
                  <a:moveTo>
                    <a:pt x="90899" y="127499"/>
                  </a:moveTo>
                  <a:lnTo>
                    <a:pt x="0" y="127499"/>
                  </a:lnTo>
                  <a:lnTo>
                    <a:pt x="0" y="0"/>
                  </a:lnTo>
                  <a:lnTo>
                    <a:pt x="90899" y="0"/>
                  </a:lnTo>
                  <a:lnTo>
                    <a:pt x="90899" y="127499"/>
                  </a:lnTo>
                  <a:close/>
                </a:path>
              </a:pathLst>
            </a:custGeom>
            <a:solidFill>
              <a:srgbClr val="DAF7FF"/>
            </a:solidFill>
          </p:spPr>
          <p:txBody>
            <a:bodyPr wrap="square" lIns="0" tIns="0" rIns="0" bIns="0" rtlCol="0"/>
            <a:lstStyle/>
            <a:p>
              <a:endParaRPr sz="2400"/>
            </a:p>
          </p:txBody>
        </p:sp>
        <p:sp>
          <p:nvSpPr>
            <p:cNvPr id="102" name="object 102"/>
            <p:cNvSpPr/>
            <p:nvPr/>
          </p:nvSpPr>
          <p:spPr>
            <a:xfrm>
              <a:off x="3391200" y="2499774"/>
              <a:ext cx="91440" cy="127635"/>
            </a:xfrm>
            <a:custGeom>
              <a:avLst/>
              <a:gdLst/>
              <a:ahLst/>
              <a:cxnLst/>
              <a:rect l="l" t="t" r="r" b="b"/>
              <a:pathLst>
                <a:path w="91439" h="127635">
                  <a:moveTo>
                    <a:pt x="0" y="0"/>
                  </a:moveTo>
                  <a:lnTo>
                    <a:pt x="90899" y="0"/>
                  </a:lnTo>
                  <a:lnTo>
                    <a:pt x="90899" y="127499"/>
                  </a:lnTo>
                  <a:lnTo>
                    <a:pt x="0" y="127499"/>
                  </a:lnTo>
                  <a:lnTo>
                    <a:pt x="0" y="0"/>
                  </a:lnTo>
                  <a:close/>
                </a:path>
              </a:pathLst>
            </a:custGeom>
            <a:ln w="3175">
              <a:solidFill>
                <a:srgbClr val="237A94"/>
              </a:solidFill>
            </a:ln>
          </p:spPr>
          <p:txBody>
            <a:bodyPr wrap="square" lIns="0" tIns="0" rIns="0" bIns="0" rtlCol="0"/>
            <a:lstStyle/>
            <a:p>
              <a:endParaRPr sz="2400"/>
            </a:p>
          </p:txBody>
        </p:sp>
        <p:sp>
          <p:nvSpPr>
            <p:cNvPr id="103" name="object 103"/>
            <p:cNvSpPr/>
            <p:nvPr/>
          </p:nvSpPr>
          <p:spPr>
            <a:xfrm>
              <a:off x="3342725" y="2628424"/>
              <a:ext cx="514984" cy="1270"/>
            </a:xfrm>
            <a:custGeom>
              <a:avLst/>
              <a:gdLst/>
              <a:ahLst/>
              <a:cxnLst/>
              <a:rect l="l" t="t" r="r" b="b"/>
              <a:pathLst>
                <a:path w="514985" h="1269">
                  <a:moveTo>
                    <a:pt x="0" y="899"/>
                  </a:moveTo>
                  <a:lnTo>
                    <a:pt x="514499" y="0"/>
                  </a:lnTo>
                </a:path>
              </a:pathLst>
            </a:custGeom>
            <a:ln w="3175">
              <a:solidFill>
                <a:srgbClr val="4285F4"/>
              </a:solidFill>
            </a:ln>
          </p:spPr>
          <p:txBody>
            <a:bodyPr wrap="square" lIns="0" tIns="0" rIns="0" bIns="0" rtlCol="0"/>
            <a:lstStyle/>
            <a:p>
              <a:endParaRPr sz="2400"/>
            </a:p>
          </p:txBody>
        </p:sp>
        <p:sp>
          <p:nvSpPr>
            <p:cNvPr id="104" name="object 104"/>
            <p:cNvSpPr/>
            <p:nvPr/>
          </p:nvSpPr>
          <p:spPr>
            <a:xfrm>
              <a:off x="4263062" y="2607383"/>
              <a:ext cx="91440" cy="27940"/>
            </a:xfrm>
            <a:custGeom>
              <a:avLst/>
              <a:gdLst/>
              <a:ahLst/>
              <a:cxnLst/>
              <a:rect l="l" t="t" r="r" b="b"/>
              <a:pathLst>
                <a:path w="91439" h="27939">
                  <a:moveTo>
                    <a:pt x="90899" y="27599"/>
                  </a:moveTo>
                  <a:lnTo>
                    <a:pt x="0" y="27599"/>
                  </a:lnTo>
                  <a:lnTo>
                    <a:pt x="0" y="0"/>
                  </a:lnTo>
                  <a:lnTo>
                    <a:pt x="90899" y="0"/>
                  </a:lnTo>
                  <a:lnTo>
                    <a:pt x="90899" y="27599"/>
                  </a:lnTo>
                  <a:close/>
                </a:path>
              </a:pathLst>
            </a:custGeom>
            <a:solidFill>
              <a:srgbClr val="E3C1E1"/>
            </a:solidFill>
          </p:spPr>
          <p:txBody>
            <a:bodyPr wrap="square" lIns="0" tIns="0" rIns="0" bIns="0" rtlCol="0"/>
            <a:lstStyle/>
            <a:p>
              <a:endParaRPr sz="2400"/>
            </a:p>
          </p:txBody>
        </p:sp>
        <p:sp>
          <p:nvSpPr>
            <p:cNvPr id="105" name="object 105"/>
            <p:cNvSpPr/>
            <p:nvPr/>
          </p:nvSpPr>
          <p:spPr>
            <a:xfrm>
              <a:off x="4263062" y="2607383"/>
              <a:ext cx="91440" cy="27940"/>
            </a:xfrm>
            <a:custGeom>
              <a:avLst/>
              <a:gdLst/>
              <a:ahLst/>
              <a:cxnLst/>
              <a:rect l="l" t="t" r="r" b="b"/>
              <a:pathLst>
                <a:path w="91439" h="27939">
                  <a:moveTo>
                    <a:pt x="0" y="0"/>
                  </a:moveTo>
                  <a:lnTo>
                    <a:pt x="90899" y="0"/>
                  </a:lnTo>
                  <a:lnTo>
                    <a:pt x="90899" y="27599"/>
                  </a:lnTo>
                  <a:lnTo>
                    <a:pt x="0" y="27599"/>
                  </a:lnTo>
                  <a:lnTo>
                    <a:pt x="0" y="0"/>
                  </a:lnTo>
                  <a:close/>
                </a:path>
              </a:pathLst>
            </a:custGeom>
            <a:ln w="3175">
              <a:solidFill>
                <a:srgbClr val="965AC8"/>
              </a:solidFill>
            </a:ln>
          </p:spPr>
          <p:txBody>
            <a:bodyPr wrap="square" lIns="0" tIns="0" rIns="0" bIns="0" rtlCol="0"/>
            <a:lstStyle/>
            <a:p>
              <a:endParaRPr sz="2400"/>
            </a:p>
          </p:txBody>
        </p:sp>
        <p:sp>
          <p:nvSpPr>
            <p:cNvPr id="106" name="object 106"/>
            <p:cNvSpPr/>
            <p:nvPr/>
          </p:nvSpPr>
          <p:spPr>
            <a:xfrm>
              <a:off x="4035625" y="2482099"/>
              <a:ext cx="91440" cy="152400"/>
            </a:xfrm>
            <a:custGeom>
              <a:avLst/>
              <a:gdLst/>
              <a:ahLst/>
              <a:cxnLst/>
              <a:rect l="l" t="t" r="r" b="b"/>
              <a:pathLst>
                <a:path w="91439" h="152400">
                  <a:moveTo>
                    <a:pt x="90899" y="152099"/>
                  </a:moveTo>
                  <a:lnTo>
                    <a:pt x="0" y="152099"/>
                  </a:lnTo>
                  <a:lnTo>
                    <a:pt x="0" y="0"/>
                  </a:lnTo>
                  <a:lnTo>
                    <a:pt x="90899" y="0"/>
                  </a:lnTo>
                  <a:lnTo>
                    <a:pt x="90899" y="152099"/>
                  </a:lnTo>
                  <a:close/>
                </a:path>
              </a:pathLst>
            </a:custGeom>
            <a:solidFill>
              <a:srgbClr val="E3C1E1"/>
            </a:solidFill>
          </p:spPr>
          <p:txBody>
            <a:bodyPr wrap="square" lIns="0" tIns="0" rIns="0" bIns="0" rtlCol="0"/>
            <a:lstStyle/>
            <a:p>
              <a:endParaRPr sz="2400"/>
            </a:p>
          </p:txBody>
        </p:sp>
        <p:sp>
          <p:nvSpPr>
            <p:cNvPr id="107" name="object 107"/>
            <p:cNvSpPr/>
            <p:nvPr/>
          </p:nvSpPr>
          <p:spPr>
            <a:xfrm>
              <a:off x="4035625" y="2482099"/>
              <a:ext cx="91440" cy="152400"/>
            </a:xfrm>
            <a:custGeom>
              <a:avLst/>
              <a:gdLst/>
              <a:ahLst/>
              <a:cxnLst/>
              <a:rect l="l" t="t" r="r" b="b"/>
              <a:pathLst>
                <a:path w="91439" h="152400">
                  <a:moveTo>
                    <a:pt x="0" y="0"/>
                  </a:moveTo>
                  <a:lnTo>
                    <a:pt x="90899" y="0"/>
                  </a:lnTo>
                  <a:lnTo>
                    <a:pt x="90899" y="152099"/>
                  </a:lnTo>
                  <a:lnTo>
                    <a:pt x="0" y="152099"/>
                  </a:lnTo>
                  <a:lnTo>
                    <a:pt x="0" y="0"/>
                  </a:lnTo>
                  <a:close/>
                </a:path>
              </a:pathLst>
            </a:custGeom>
            <a:ln w="3175">
              <a:solidFill>
                <a:srgbClr val="965AC8"/>
              </a:solidFill>
            </a:ln>
          </p:spPr>
          <p:txBody>
            <a:bodyPr wrap="square" lIns="0" tIns="0" rIns="0" bIns="0" rtlCol="0"/>
            <a:lstStyle/>
            <a:p>
              <a:endParaRPr sz="2400"/>
            </a:p>
          </p:txBody>
        </p:sp>
        <p:sp>
          <p:nvSpPr>
            <p:cNvPr id="108" name="object 108"/>
            <p:cNvSpPr/>
            <p:nvPr/>
          </p:nvSpPr>
          <p:spPr>
            <a:xfrm>
              <a:off x="4149350" y="2568949"/>
              <a:ext cx="91440" cy="65405"/>
            </a:xfrm>
            <a:custGeom>
              <a:avLst/>
              <a:gdLst/>
              <a:ahLst/>
              <a:cxnLst/>
              <a:rect l="l" t="t" r="r" b="b"/>
              <a:pathLst>
                <a:path w="91439" h="65405">
                  <a:moveTo>
                    <a:pt x="90899" y="65399"/>
                  </a:moveTo>
                  <a:lnTo>
                    <a:pt x="0" y="65399"/>
                  </a:lnTo>
                  <a:lnTo>
                    <a:pt x="0" y="0"/>
                  </a:lnTo>
                  <a:lnTo>
                    <a:pt x="90899" y="0"/>
                  </a:lnTo>
                  <a:lnTo>
                    <a:pt x="90899" y="65399"/>
                  </a:lnTo>
                  <a:close/>
                </a:path>
              </a:pathLst>
            </a:custGeom>
            <a:solidFill>
              <a:srgbClr val="E3C1E1"/>
            </a:solidFill>
          </p:spPr>
          <p:txBody>
            <a:bodyPr wrap="square" lIns="0" tIns="0" rIns="0" bIns="0" rtlCol="0"/>
            <a:lstStyle/>
            <a:p>
              <a:endParaRPr sz="2400"/>
            </a:p>
          </p:txBody>
        </p:sp>
        <p:sp>
          <p:nvSpPr>
            <p:cNvPr id="109" name="object 109"/>
            <p:cNvSpPr/>
            <p:nvPr/>
          </p:nvSpPr>
          <p:spPr>
            <a:xfrm>
              <a:off x="4149350" y="2568949"/>
              <a:ext cx="91440" cy="65405"/>
            </a:xfrm>
            <a:custGeom>
              <a:avLst/>
              <a:gdLst/>
              <a:ahLst/>
              <a:cxnLst/>
              <a:rect l="l" t="t" r="r" b="b"/>
              <a:pathLst>
                <a:path w="91439" h="65405">
                  <a:moveTo>
                    <a:pt x="0" y="0"/>
                  </a:moveTo>
                  <a:lnTo>
                    <a:pt x="90899" y="0"/>
                  </a:lnTo>
                  <a:lnTo>
                    <a:pt x="90899" y="65399"/>
                  </a:lnTo>
                  <a:lnTo>
                    <a:pt x="0" y="65399"/>
                  </a:lnTo>
                  <a:lnTo>
                    <a:pt x="0" y="0"/>
                  </a:lnTo>
                  <a:close/>
                </a:path>
              </a:pathLst>
            </a:custGeom>
            <a:ln w="3175">
              <a:solidFill>
                <a:srgbClr val="965AC8"/>
              </a:solidFill>
            </a:ln>
          </p:spPr>
          <p:txBody>
            <a:bodyPr wrap="square" lIns="0" tIns="0" rIns="0" bIns="0" rtlCol="0"/>
            <a:lstStyle/>
            <a:p>
              <a:endParaRPr sz="2400"/>
            </a:p>
          </p:txBody>
        </p:sp>
        <p:sp>
          <p:nvSpPr>
            <p:cNvPr id="110" name="object 110"/>
            <p:cNvSpPr/>
            <p:nvPr/>
          </p:nvSpPr>
          <p:spPr>
            <a:xfrm>
              <a:off x="3921900" y="2429399"/>
              <a:ext cx="91440" cy="206375"/>
            </a:xfrm>
            <a:custGeom>
              <a:avLst/>
              <a:gdLst/>
              <a:ahLst/>
              <a:cxnLst/>
              <a:rect l="l" t="t" r="r" b="b"/>
              <a:pathLst>
                <a:path w="91439" h="206375">
                  <a:moveTo>
                    <a:pt x="90899" y="205799"/>
                  </a:moveTo>
                  <a:lnTo>
                    <a:pt x="0" y="205799"/>
                  </a:lnTo>
                  <a:lnTo>
                    <a:pt x="0" y="0"/>
                  </a:lnTo>
                  <a:lnTo>
                    <a:pt x="90899" y="0"/>
                  </a:lnTo>
                  <a:lnTo>
                    <a:pt x="90899" y="205799"/>
                  </a:lnTo>
                  <a:close/>
                </a:path>
              </a:pathLst>
            </a:custGeom>
            <a:solidFill>
              <a:srgbClr val="E3C1E1"/>
            </a:solidFill>
          </p:spPr>
          <p:txBody>
            <a:bodyPr wrap="square" lIns="0" tIns="0" rIns="0" bIns="0" rtlCol="0"/>
            <a:lstStyle/>
            <a:p>
              <a:endParaRPr sz="2400"/>
            </a:p>
          </p:txBody>
        </p:sp>
        <p:sp>
          <p:nvSpPr>
            <p:cNvPr id="111" name="object 111"/>
            <p:cNvSpPr/>
            <p:nvPr/>
          </p:nvSpPr>
          <p:spPr>
            <a:xfrm>
              <a:off x="3921900" y="2429399"/>
              <a:ext cx="91440" cy="206375"/>
            </a:xfrm>
            <a:custGeom>
              <a:avLst/>
              <a:gdLst/>
              <a:ahLst/>
              <a:cxnLst/>
              <a:rect l="l" t="t" r="r" b="b"/>
              <a:pathLst>
                <a:path w="91439" h="206375">
                  <a:moveTo>
                    <a:pt x="0" y="0"/>
                  </a:moveTo>
                  <a:lnTo>
                    <a:pt x="90899" y="0"/>
                  </a:lnTo>
                  <a:lnTo>
                    <a:pt x="90899" y="205799"/>
                  </a:lnTo>
                  <a:lnTo>
                    <a:pt x="0" y="205799"/>
                  </a:lnTo>
                  <a:lnTo>
                    <a:pt x="0" y="0"/>
                  </a:lnTo>
                  <a:close/>
                </a:path>
              </a:pathLst>
            </a:custGeom>
            <a:ln w="3175">
              <a:solidFill>
                <a:srgbClr val="965AC8"/>
              </a:solidFill>
            </a:ln>
          </p:spPr>
          <p:txBody>
            <a:bodyPr wrap="square" lIns="0" tIns="0" rIns="0" bIns="0" rtlCol="0"/>
            <a:lstStyle/>
            <a:p>
              <a:endParaRPr sz="2400"/>
            </a:p>
          </p:txBody>
        </p:sp>
        <p:sp>
          <p:nvSpPr>
            <p:cNvPr id="112" name="object 112"/>
            <p:cNvSpPr/>
            <p:nvPr/>
          </p:nvSpPr>
          <p:spPr>
            <a:xfrm>
              <a:off x="3873425" y="2636424"/>
              <a:ext cx="514984" cy="1270"/>
            </a:xfrm>
            <a:custGeom>
              <a:avLst/>
              <a:gdLst/>
              <a:ahLst/>
              <a:cxnLst/>
              <a:rect l="l" t="t" r="r" b="b"/>
              <a:pathLst>
                <a:path w="514985" h="1269">
                  <a:moveTo>
                    <a:pt x="0" y="899"/>
                  </a:moveTo>
                  <a:lnTo>
                    <a:pt x="514499" y="0"/>
                  </a:lnTo>
                </a:path>
              </a:pathLst>
            </a:custGeom>
            <a:ln w="3175">
              <a:solidFill>
                <a:srgbClr val="4285F4"/>
              </a:solidFill>
            </a:ln>
          </p:spPr>
          <p:txBody>
            <a:bodyPr wrap="square" lIns="0" tIns="0" rIns="0" bIns="0" rtlCol="0"/>
            <a:lstStyle/>
            <a:p>
              <a:endParaRPr sz="2400"/>
            </a:p>
          </p:txBody>
        </p:sp>
      </p:grpSp>
      <p:grpSp>
        <p:nvGrpSpPr>
          <p:cNvPr id="113" name="object 113"/>
          <p:cNvGrpSpPr/>
          <p:nvPr/>
        </p:nvGrpSpPr>
        <p:grpSpPr>
          <a:xfrm>
            <a:off x="5258399" y="3727184"/>
            <a:ext cx="1374140" cy="277705"/>
            <a:chOff x="3943799" y="2795387"/>
            <a:chExt cx="1030605" cy="208279"/>
          </a:xfrm>
        </p:grpSpPr>
        <p:sp>
          <p:nvSpPr>
            <p:cNvPr id="114" name="object 114"/>
            <p:cNvSpPr/>
            <p:nvPr/>
          </p:nvSpPr>
          <p:spPr>
            <a:xfrm>
              <a:off x="4334186" y="2972758"/>
              <a:ext cx="91440" cy="27940"/>
            </a:xfrm>
            <a:custGeom>
              <a:avLst/>
              <a:gdLst/>
              <a:ahLst/>
              <a:cxnLst/>
              <a:rect l="l" t="t" r="r" b="b"/>
              <a:pathLst>
                <a:path w="91439" h="27939">
                  <a:moveTo>
                    <a:pt x="90899" y="27599"/>
                  </a:moveTo>
                  <a:lnTo>
                    <a:pt x="0" y="27599"/>
                  </a:lnTo>
                  <a:lnTo>
                    <a:pt x="0" y="0"/>
                  </a:lnTo>
                  <a:lnTo>
                    <a:pt x="90899" y="0"/>
                  </a:lnTo>
                  <a:lnTo>
                    <a:pt x="90899" y="27599"/>
                  </a:lnTo>
                  <a:close/>
                </a:path>
              </a:pathLst>
            </a:custGeom>
            <a:solidFill>
              <a:srgbClr val="DAF7FF"/>
            </a:solidFill>
          </p:spPr>
          <p:txBody>
            <a:bodyPr wrap="square" lIns="0" tIns="0" rIns="0" bIns="0" rtlCol="0"/>
            <a:lstStyle/>
            <a:p>
              <a:endParaRPr sz="2400"/>
            </a:p>
          </p:txBody>
        </p:sp>
        <p:sp>
          <p:nvSpPr>
            <p:cNvPr id="115" name="object 115"/>
            <p:cNvSpPr/>
            <p:nvPr/>
          </p:nvSpPr>
          <p:spPr>
            <a:xfrm>
              <a:off x="4334186" y="2972758"/>
              <a:ext cx="91440" cy="27940"/>
            </a:xfrm>
            <a:custGeom>
              <a:avLst/>
              <a:gdLst/>
              <a:ahLst/>
              <a:cxnLst/>
              <a:rect l="l" t="t" r="r" b="b"/>
              <a:pathLst>
                <a:path w="91439" h="27939">
                  <a:moveTo>
                    <a:pt x="0" y="0"/>
                  </a:moveTo>
                  <a:lnTo>
                    <a:pt x="90899" y="0"/>
                  </a:lnTo>
                  <a:lnTo>
                    <a:pt x="90899" y="27599"/>
                  </a:lnTo>
                  <a:lnTo>
                    <a:pt x="0" y="27599"/>
                  </a:lnTo>
                  <a:lnTo>
                    <a:pt x="0" y="0"/>
                  </a:lnTo>
                  <a:close/>
                </a:path>
              </a:pathLst>
            </a:custGeom>
            <a:ln w="3175">
              <a:solidFill>
                <a:srgbClr val="237A94"/>
              </a:solidFill>
            </a:ln>
          </p:spPr>
          <p:txBody>
            <a:bodyPr wrap="square" lIns="0" tIns="0" rIns="0" bIns="0" rtlCol="0"/>
            <a:lstStyle/>
            <a:p>
              <a:endParaRPr sz="2400"/>
            </a:p>
          </p:txBody>
        </p:sp>
        <p:sp>
          <p:nvSpPr>
            <p:cNvPr id="116" name="object 116"/>
            <p:cNvSpPr/>
            <p:nvPr/>
          </p:nvSpPr>
          <p:spPr>
            <a:xfrm>
              <a:off x="4106749" y="2843525"/>
              <a:ext cx="91440" cy="156210"/>
            </a:xfrm>
            <a:custGeom>
              <a:avLst/>
              <a:gdLst/>
              <a:ahLst/>
              <a:cxnLst/>
              <a:rect l="l" t="t" r="r" b="b"/>
              <a:pathLst>
                <a:path w="91439" h="156210">
                  <a:moveTo>
                    <a:pt x="90899" y="155999"/>
                  </a:moveTo>
                  <a:lnTo>
                    <a:pt x="0" y="155999"/>
                  </a:lnTo>
                  <a:lnTo>
                    <a:pt x="0" y="0"/>
                  </a:lnTo>
                  <a:lnTo>
                    <a:pt x="90899" y="0"/>
                  </a:lnTo>
                  <a:lnTo>
                    <a:pt x="90899" y="155999"/>
                  </a:lnTo>
                  <a:close/>
                </a:path>
              </a:pathLst>
            </a:custGeom>
            <a:solidFill>
              <a:srgbClr val="DAF7FF"/>
            </a:solidFill>
          </p:spPr>
          <p:txBody>
            <a:bodyPr wrap="square" lIns="0" tIns="0" rIns="0" bIns="0" rtlCol="0"/>
            <a:lstStyle/>
            <a:p>
              <a:endParaRPr sz="2400"/>
            </a:p>
          </p:txBody>
        </p:sp>
        <p:sp>
          <p:nvSpPr>
            <p:cNvPr id="117" name="object 117"/>
            <p:cNvSpPr/>
            <p:nvPr/>
          </p:nvSpPr>
          <p:spPr>
            <a:xfrm>
              <a:off x="4106749" y="2843525"/>
              <a:ext cx="91440" cy="156210"/>
            </a:xfrm>
            <a:custGeom>
              <a:avLst/>
              <a:gdLst/>
              <a:ahLst/>
              <a:cxnLst/>
              <a:rect l="l" t="t" r="r" b="b"/>
              <a:pathLst>
                <a:path w="91439" h="156210">
                  <a:moveTo>
                    <a:pt x="0" y="0"/>
                  </a:moveTo>
                  <a:lnTo>
                    <a:pt x="90899" y="0"/>
                  </a:lnTo>
                  <a:lnTo>
                    <a:pt x="90899" y="155999"/>
                  </a:lnTo>
                  <a:lnTo>
                    <a:pt x="0" y="155999"/>
                  </a:lnTo>
                  <a:lnTo>
                    <a:pt x="0" y="0"/>
                  </a:lnTo>
                  <a:close/>
                </a:path>
              </a:pathLst>
            </a:custGeom>
            <a:ln w="3175">
              <a:solidFill>
                <a:srgbClr val="237A94"/>
              </a:solidFill>
            </a:ln>
          </p:spPr>
          <p:txBody>
            <a:bodyPr wrap="square" lIns="0" tIns="0" rIns="0" bIns="0" rtlCol="0"/>
            <a:lstStyle/>
            <a:p>
              <a:endParaRPr sz="2400"/>
            </a:p>
          </p:txBody>
        </p:sp>
        <p:sp>
          <p:nvSpPr>
            <p:cNvPr id="118" name="object 118"/>
            <p:cNvSpPr/>
            <p:nvPr/>
          </p:nvSpPr>
          <p:spPr>
            <a:xfrm>
              <a:off x="4220474" y="2860317"/>
              <a:ext cx="91440" cy="139700"/>
            </a:xfrm>
            <a:custGeom>
              <a:avLst/>
              <a:gdLst/>
              <a:ahLst/>
              <a:cxnLst/>
              <a:rect l="l" t="t" r="r" b="b"/>
              <a:pathLst>
                <a:path w="91439" h="139700">
                  <a:moveTo>
                    <a:pt x="90899" y="139199"/>
                  </a:moveTo>
                  <a:lnTo>
                    <a:pt x="0" y="139199"/>
                  </a:lnTo>
                  <a:lnTo>
                    <a:pt x="0" y="0"/>
                  </a:lnTo>
                  <a:lnTo>
                    <a:pt x="90899" y="0"/>
                  </a:lnTo>
                  <a:lnTo>
                    <a:pt x="90899" y="139199"/>
                  </a:lnTo>
                  <a:close/>
                </a:path>
              </a:pathLst>
            </a:custGeom>
            <a:solidFill>
              <a:srgbClr val="DAF7FF"/>
            </a:solidFill>
          </p:spPr>
          <p:txBody>
            <a:bodyPr wrap="square" lIns="0" tIns="0" rIns="0" bIns="0" rtlCol="0"/>
            <a:lstStyle/>
            <a:p>
              <a:endParaRPr sz="2400"/>
            </a:p>
          </p:txBody>
        </p:sp>
        <p:sp>
          <p:nvSpPr>
            <p:cNvPr id="119" name="object 119"/>
            <p:cNvSpPr/>
            <p:nvPr/>
          </p:nvSpPr>
          <p:spPr>
            <a:xfrm>
              <a:off x="4220474" y="2860317"/>
              <a:ext cx="91440" cy="139700"/>
            </a:xfrm>
            <a:custGeom>
              <a:avLst/>
              <a:gdLst/>
              <a:ahLst/>
              <a:cxnLst/>
              <a:rect l="l" t="t" r="r" b="b"/>
              <a:pathLst>
                <a:path w="91439" h="139700">
                  <a:moveTo>
                    <a:pt x="0" y="0"/>
                  </a:moveTo>
                  <a:lnTo>
                    <a:pt x="90899" y="0"/>
                  </a:lnTo>
                  <a:lnTo>
                    <a:pt x="90899" y="139199"/>
                  </a:lnTo>
                  <a:lnTo>
                    <a:pt x="0" y="139199"/>
                  </a:lnTo>
                  <a:lnTo>
                    <a:pt x="0" y="0"/>
                  </a:lnTo>
                  <a:close/>
                </a:path>
              </a:pathLst>
            </a:custGeom>
            <a:ln w="3175">
              <a:solidFill>
                <a:srgbClr val="237A94"/>
              </a:solidFill>
            </a:ln>
          </p:spPr>
          <p:txBody>
            <a:bodyPr wrap="square" lIns="0" tIns="0" rIns="0" bIns="0" rtlCol="0"/>
            <a:lstStyle/>
            <a:p>
              <a:endParaRPr sz="2400"/>
            </a:p>
          </p:txBody>
        </p:sp>
        <p:sp>
          <p:nvSpPr>
            <p:cNvPr id="120" name="object 120"/>
            <p:cNvSpPr/>
            <p:nvPr/>
          </p:nvSpPr>
          <p:spPr>
            <a:xfrm>
              <a:off x="3993024" y="2796900"/>
              <a:ext cx="91440" cy="203835"/>
            </a:xfrm>
            <a:custGeom>
              <a:avLst/>
              <a:gdLst/>
              <a:ahLst/>
              <a:cxnLst/>
              <a:rect l="l" t="t" r="r" b="b"/>
              <a:pathLst>
                <a:path w="91439" h="203835">
                  <a:moveTo>
                    <a:pt x="90899" y="203699"/>
                  </a:moveTo>
                  <a:lnTo>
                    <a:pt x="0" y="203699"/>
                  </a:lnTo>
                  <a:lnTo>
                    <a:pt x="0" y="0"/>
                  </a:lnTo>
                  <a:lnTo>
                    <a:pt x="90899" y="0"/>
                  </a:lnTo>
                  <a:lnTo>
                    <a:pt x="90899" y="203699"/>
                  </a:lnTo>
                  <a:close/>
                </a:path>
              </a:pathLst>
            </a:custGeom>
            <a:solidFill>
              <a:srgbClr val="DAF7FF"/>
            </a:solidFill>
          </p:spPr>
          <p:txBody>
            <a:bodyPr wrap="square" lIns="0" tIns="0" rIns="0" bIns="0" rtlCol="0"/>
            <a:lstStyle/>
            <a:p>
              <a:endParaRPr sz="2400"/>
            </a:p>
          </p:txBody>
        </p:sp>
        <p:sp>
          <p:nvSpPr>
            <p:cNvPr id="121" name="object 121"/>
            <p:cNvSpPr/>
            <p:nvPr/>
          </p:nvSpPr>
          <p:spPr>
            <a:xfrm>
              <a:off x="3993024" y="2796900"/>
              <a:ext cx="91440" cy="203835"/>
            </a:xfrm>
            <a:custGeom>
              <a:avLst/>
              <a:gdLst/>
              <a:ahLst/>
              <a:cxnLst/>
              <a:rect l="l" t="t" r="r" b="b"/>
              <a:pathLst>
                <a:path w="91439" h="203835">
                  <a:moveTo>
                    <a:pt x="0" y="0"/>
                  </a:moveTo>
                  <a:lnTo>
                    <a:pt x="90899" y="0"/>
                  </a:lnTo>
                  <a:lnTo>
                    <a:pt x="90899" y="203699"/>
                  </a:lnTo>
                  <a:lnTo>
                    <a:pt x="0" y="203699"/>
                  </a:lnTo>
                  <a:lnTo>
                    <a:pt x="0" y="0"/>
                  </a:lnTo>
                  <a:close/>
                </a:path>
              </a:pathLst>
            </a:custGeom>
            <a:ln w="3175">
              <a:solidFill>
                <a:srgbClr val="237A94"/>
              </a:solidFill>
            </a:ln>
          </p:spPr>
          <p:txBody>
            <a:bodyPr wrap="square" lIns="0" tIns="0" rIns="0" bIns="0" rtlCol="0"/>
            <a:lstStyle/>
            <a:p>
              <a:endParaRPr sz="2400"/>
            </a:p>
          </p:txBody>
        </p:sp>
        <p:sp>
          <p:nvSpPr>
            <p:cNvPr id="122" name="object 122"/>
            <p:cNvSpPr/>
            <p:nvPr/>
          </p:nvSpPr>
          <p:spPr>
            <a:xfrm>
              <a:off x="3944549" y="3001800"/>
              <a:ext cx="514984" cy="1270"/>
            </a:xfrm>
            <a:custGeom>
              <a:avLst/>
              <a:gdLst/>
              <a:ahLst/>
              <a:cxnLst/>
              <a:rect l="l" t="t" r="r" b="b"/>
              <a:pathLst>
                <a:path w="514985" h="1269">
                  <a:moveTo>
                    <a:pt x="0" y="899"/>
                  </a:moveTo>
                  <a:lnTo>
                    <a:pt x="514499" y="0"/>
                  </a:lnTo>
                </a:path>
              </a:pathLst>
            </a:custGeom>
            <a:ln w="3175">
              <a:solidFill>
                <a:srgbClr val="4285F4"/>
              </a:solidFill>
            </a:ln>
          </p:spPr>
          <p:txBody>
            <a:bodyPr wrap="square" lIns="0" tIns="0" rIns="0" bIns="0" rtlCol="0"/>
            <a:lstStyle/>
            <a:p>
              <a:endParaRPr sz="2400"/>
            </a:p>
          </p:txBody>
        </p:sp>
        <p:sp>
          <p:nvSpPr>
            <p:cNvPr id="123" name="object 123"/>
            <p:cNvSpPr/>
            <p:nvPr/>
          </p:nvSpPr>
          <p:spPr>
            <a:xfrm>
              <a:off x="4848674" y="2958046"/>
              <a:ext cx="91440" cy="42545"/>
            </a:xfrm>
            <a:custGeom>
              <a:avLst/>
              <a:gdLst/>
              <a:ahLst/>
              <a:cxnLst/>
              <a:rect l="l" t="t" r="r" b="b"/>
              <a:pathLst>
                <a:path w="91439" h="42544">
                  <a:moveTo>
                    <a:pt x="90899" y="42299"/>
                  </a:moveTo>
                  <a:lnTo>
                    <a:pt x="0" y="42299"/>
                  </a:lnTo>
                  <a:lnTo>
                    <a:pt x="0" y="0"/>
                  </a:lnTo>
                  <a:lnTo>
                    <a:pt x="90899" y="0"/>
                  </a:lnTo>
                  <a:lnTo>
                    <a:pt x="90899" y="42299"/>
                  </a:lnTo>
                  <a:close/>
                </a:path>
              </a:pathLst>
            </a:custGeom>
            <a:solidFill>
              <a:srgbClr val="E3C1E1"/>
            </a:solidFill>
          </p:spPr>
          <p:txBody>
            <a:bodyPr wrap="square" lIns="0" tIns="0" rIns="0" bIns="0" rtlCol="0"/>
            <a:lstStyle/>
            <a:p>
              <a:endParaRPr sz="2400"/>
            </a:p>
          </p:txBody>
        </p:sp>
        <p:sp>
          <p:nvSpPr>
            <p:cNvPr id="124" name="object 124"/>
            <p:cNvSpPr/>
            <p:nvPr/>
          </p:nvSpPr>
          <p:spPr>
            <a:xfrm>
              <a:off x="4848674" y="2958046"/>
              <a:ext cx="91440" cy="42545"/>
            </a:xfrm>
            <a:custGeom>
              <a:avLst/>
              <a:gdLst/>
              <a:ahLst/>
              <a:cxnLst/>
              <a:rect l="l" t="t" r="r" b="b"/>
              <a:pathLst>
                <a:path w="91439" h="42544">
                  <a:moveTo>
                    <a:pt x="0" y="0"/>
                  </a:moveTo>
                  <a:lnTo>
                    <a:pt x="90899" y="0"/>
                  </a:lnTo>
                  <a:lnTo>
                    <a:pt x="90899" y="42299"/>
                  </a:lnTo>
                  <a:lnTo>
                    <a:pt x="0" y="42299"/>
                  </a:lnTo>
                  <a:lnTo>
                    <a:pt x="0" y="0"/>
                  </a:lnTo>
                  <a:close/>
                </a:path>
              </a:pathLst>
            </a:custGeom>
            <a:ln w="3175">
              <a:solidFill>
                <a:srgbClr val="965AC8"/>
              </a:solidFill>
            </a:ln>
          </p:spPr>
          <p:txBody>
            <a:bodyPr wrap="square" lIns="0" tIns="0" rIns="0" bIns="0" rtlCol="0"/>
            <a:lstStyle/>
            <a:p>
              <a:endParaRPr sz="2400"/>
            </a:p>
          </p:txBody>
        </p:sp>
        <p:sp>
          <p:nvSpPr>
            <p:cNvPr id="125" name="object 125"/>
            <p:cNvSpPr/>
            <p:nvPr/>
          </p:nvSpPr>
          <p:spPr>
            <a:xfrm>
              <a:off x="4621249" y="2892746"/>
              <a:ext cx="91440" cy="107314"/>
            </a:xfrm>
            <a:custGeom>
              <a:avLst/>
              <a:gdLst/>
              <a:ahLst/>
              <a:cxnLst/>
              <a:rect l="l" t="t" r="r" b="b"/>
              <a:pathLst>
                <a:path w="91439" h="107314">
                  <a:moveTo>
                    <a:pt x="90899" y="106799"/>
                  </a:moveTo>
                  <a:lnTo>
                    <a:pt x="0" y="106799"/>
                  </a:lnTo>
                  <a:lnTo>
                    <a:pt x="0" y="0"/>
                  </a:lnTo>
                  <a:lnTo>
                    <a:pt x="90899" y="0"/>
                  </a:lnTo>
                  <a:lnTo>
                    <a:pt x="90899" y="106799"/>
                  </a:lnTo>
                  <a:close/>
                </a:path>
              </a:pathLst>
            </a:custGeom>
            <a:solidFill>
              <a:srgbClr val="E3C1E1"/>
            </a:solidFill>
          </p:spPr>
          <p:txBody>
            <a:bodyPr wrap="square" lIns="0" tIns="0" rIns="0" bIns="0" rtlCol="0"/>
            <a:lstStyle/>
            <a:p>
              <a:endParaRPr sz="2400"/>
            </a:p>
          </p:txBody>
        </p:sp>
        <p:sp>
          <p:nvSpPr>
            <p:cNvPr id="126" name="object 126"/>
            <p:cNvSpPr/>
            <p:nvPr/>
          </p:nvSpPr>
          <p:spPr>
            <a:xfrm>
              <a:off x="4621249" y="2892746"/>
              <a:ext cx="91440" cy="107314"/>
            </a:xfrm>
            <a:custGeom>
              <a:avLst/>
              <a:gdLst/>
              <a:ahLst/>
              <a:cxnLst/>
              <a:rect l="l" t="t" r="r" b="b"/>
              <a:pathLst>
                <a:path w="91439" h="107314">
                  <a:moveTo>
                    <a:pt x="0" y="0"/>
                  </a:moveTo>
                  <a:lnTo>
                    <a:pt x="90899" y="0"/>
                  </a:lnTo>
                  <a:lnTo>
                    <a:pt x="90899" y="106799"/>
                  </a:lnTo>
                  <a:lnTo>
                    <a:pt x="0" y="106799"/>
                  </a:lnTo>
                  <a:lnTo>
                    <a:pt x="0" y="0"/>
                  </a:lnTo>
                  <a:close/>
                </a:path>
              </a:pathLst>
            </a:custGeom>
            <a:ln w="3175">
              <a:solidFill>
                <a:srgbClr val="965AC8"/>
              </a:solidFill>
            </a:ln>
          </p:spPr>
          <p:txBody>
            <a:bodyPr wrap="square" lIns="0" tIns="0" rIns="0" bIns="0" rtlCol="0"/>
            <a:lstStyle/>
            <a:p>
              <a:endParaRPr sz="2400"/>
            </a:p>
          </p:txBody>
        </p:sp>
        <p:sp>
          <p:nvSpPr>
            <p:cNvPr id="127" name="object 127"/>
            <p:cNvSpPr/>
            <p:nvPr/>
          </p:nvSpPr>
          <p:spPr>
            <a:xfrm>
              <a:off x="4734974" y="2906047"/>
              <a:ext cx="91440" cy="93980"/>
            </a:xfrm>
            <a:custGeom>
              <a:avLst/>
              <a:gdLst/>
              <a:ahLst/>
              <a:cxnLst/>
              <a:rect l="l" t="t" r="r" b="b"/>
              <a:pathLst>
                <a:path w="91439" h="93980">
                  <a:moveTo>
                    <a:pt x="90899" y="93599"/>
                  </a:moveTo>
                  <a:lnTo>
                    <a:pt x="0" y="93599"/>
                  </a:lnTo>
                  <a:lnTo>
                    <a:pt x="0" y="0"/>
                  </a:lnTo>
                  <a:lnTo>
                    <a:pt x="90899" y="0"/>
                  </a:lnTo>
                  <a:lnTo>
                    <a:pt x="90899" y="93599"/>
                  </a:lnTo>
                  <a:close/>
                </a:path>
              </a:pathLst>
            </a:custGeom>
            <a:solidFill>
              <a:srgbClr val="E3C1E1"/>
            </a:solidFill>
          </p:spPr>
          <p:txBody>
            <a:bodyPr wrap="square" lIns="0" tIns="0" rIns="0" bIns="0" rtlCol="0"/>
            <a:lstStyle/>
            <a:p>
              <a:endParaRPr sz="2400"/>
            </a:p>
          </p:txBody>
        </p:sp>
        <p:sp>
          <p:nvSpPr>
            <p:cNvPr id="128" name="object 128"/>
            <p:cNvSpPr/>
            <p:nvPr/>
          </p:nvSpPr>
          <p:spPr>
            <a:xfrm>
              <a:off x="4734974" y="2906047"/>
              <a:ext cx="91440" cy="93980"/>
            </a:xfrm>
            <a:custGeom>
              <a:avLst/>
              <a:gdLst/>
              <a:ahLst/>
              <a:cxnLst/>
              <a:rect l="l" t="t" r="r" b="b"/>
              <a:pathLst>
                <a:path w="91439" h="93980">
                  <a:moveTo>
                    <a:pt x="0" y="0"/>
                  </a:moveTo>
                  <a:lnTo>
                    <a:pt x="90899" y="0"/>
                  </a:lnTo>
                  <a:lnTo>
                    <a:pt x="90899" y="93599"/>
                  </a:lnTo>
                  <a:lnTo>
                    <a:pt x="0" y="93599"/>
                  </a:lnTo>
                  <a:lnTo>
                    <a:pt x="0" y="0"/>
                  </a:lnTo>
                  <a:close/>
                </a:path>
              </a:pathLst>
            </a:custGeom>
            <a:ln w="3175">
              <a:solidFill>
                <a:srgbClr val="965AC8"/>
              </a:solidFill>
            </a:ln>
          </p:spPr>
          <p:txBody>
            <a:bodyPr wrap="square" lIns="0" tIns="0" rIns="0" bIns="0" rtlCol="0"/>
            <a:lstStyle/>
            <a:p>
              <a:endParaRPr sz="2400"/>
            </a:p>
          </p:txBody>
        </p:sp>
        <p:sp>
          <p:nvSpPr>
            <p:cNvPr id="129" name="object 129"/>
            <p:cNvSpPr/>
            <p:nvPr/>
          </p:nvSpPr>
          <p:spPr>
            <a:xfrm>
              <a:off x="4507524" y="2873150"/>
              <a:ext cx="91440" cy="127635"/>
            </a:xfrm>
            <a:custGeom>
              <a:avLst/>
              <a:gdLst/>
              <a:ahLst/>
              <a:cxnLst/>
              <a:rect l="l" t="t" r="r" b="b"/>
              <a:pathLst>
                <a:path w="91439" h="127635">
                  <a:moveTo>
                    <a:pt x="90899" y="127499"/>
                  </a:moveTo>
                  <a:lnTo>
                    <a:pt x="0" y="127499"/>
                  </a:lnTo>
                  <a:lnTo>
                    <a:pt x="0" y="0"/>
                  </a:lnTo>
                  <a:lnTo>
                    <a:pt x="90899" y="0"/>
                  </a:lnTo>
                  <a:lnTo>
                    <a:pt x="90899" y="127499"/>
                  </a:lnTo>
                  <a:close/>
                </a:path>
              </a:pathLst>
            </a:custGeom>
            <a:solidFill>
              <a:srgbClr val="E3C1E1"/>
            </a:solidFill>
          </p:spPr>
          <p:txBody>
            <a:bodyPr wrap="square" lIns="0" tIns="0" rIns="0" bIns="0" rtlCol="0"/>
            <a:lstStyle/>
            <a:p>
              <a:endParaRPr sz="2400"/>
            </a:p>
          </p:txBody>
        </p:sp>
        <p:sp>
          <p:nvSpPr>
            <p:cNvPr id="130" name="object 130"/>
            <p:cNvSpPr/>
            <p:nvPr/>
          </p:nvSpPr>
          <p:spPr>
            <a:xfrm>
              <a:off x="4507524" y="2873150"/>
              <a:ext cx="91440" cy="127635"/>
            </a:xfrm>
            <a:custGeom>
              <a:avLst/>
              <a:gdLst/>
              <a:ahLst/>
              <a:cxnLst/>
              <a:rect l="l" t="t" r="r" b="b"/>
              <a:pathLst>
                <a:path w="91439" h="127635">
                  <a:moveTo>
                    <a:pt x="0" y="0"/>
                  </a:moveTo>
                  <a:lnTo>
                    <a:pt x="90899" y="0"/>
                  </a:lnTo>
                  <a:lnTo>
                    <a:pt x="90899" y="127499"/>
                  </a:lnTo>
                  <a:lnTo>
                    <a:pt x="0" y="127499"/>
                  </a:lnTo>
                  <a:lnTo>
                    <a:pt x="0" y="0"/>
                  </a:lnTo>
                  <a:close/>
                </a:path>
              </a:pathLst>
            </a:custGeom>
            <a:ln w="3175">
              <a:solidFill>
                <a:srgbClr val="965AC8"/>
              </a:solidFill>
            </a:ln>
          </p:spPr>
          <p:txBody>
            <a:bodyPr wrap="square" lIns="0" tIns="0" rIns="0" bIns="0" rtlCol="0"/>
            <a:lstStyle/>
            <a:p>
              <a:endParaRPr sz="2400"/>
            </a:p>
          </p:txBody>
        </p:sp>
        <p:sp>
          <p:nvSpPr>
            <p:cNvPr id="131" name="object 131"/>
            <p:cNvSpPr/>
            <p:nvPr/>
          </p:nvSpPr>
          <p:spPr>
            <a:xfrm>
              <a:off x="4459049" y="3001800"/>
              <a:ext cx="514984" cy="1270"/>
            </a:xfrm>
            <a:custGeom>
              <a:avLst/>
              <a:gdLst/>
              <a:ahLst/>
              <a:cxnLst/>
              <a:rect l="l" t="t" r="r" b="b"/>
              <a:pathLst>
                <a:path w="514985" h="1269">
                  <a:moveTo>
                    <a:pt x="0" y="899"/>
                  </a:moveTo>
                  <a:lnTo>
                    <a:pt x="514499" y="0"/>
                  </a:lnTo>
                </a:path>
              </a:pathLst>
            </a:custGeom>
            <a:ln w="3175">
              <a:solidFill>
                <a:srgbClr val="4285F4"/>
              </a:solidFill>
            </a:ln>
          </p:spPr>
          <p:txBody>
            <a:bodyPr wrap="square" lIns="0" tIns="0" rIns="0" bIns="0" rtlCol="0"/>
            <a:lstStyle/>
            <a:p>
              <a:endParaRPr sz="2400"/>
            </a:p>
          </p:txBody>
        </p:sp>
      </p:grpSp>
      <p:sp>
        <p:nvSpPr>
          <p:cNvPr id="132" name="object 132"/>
          <p:cNvSpPr txBox="1"/>
          <p:nvPr/>
        </p:nvSpPr>
        <p:spPr>
          <a:xfrm>
            <a:off x="3753811" y="1893273"/>
            <a:ext cx="485987" cy="263320"/>
          </a:xfrm>
          <a:prstGeom prst="rect">
            <a:avLst/>
          </a:prstGeom>
        </p:spPr>
        <p:txBody>
          <a:bodyPr vert="horz" wrap="square" lIns="0" tIns="16933" rIns="0" bIns="0" rtlCol="0">
            <a:spAutoFit/>
          </a:bodyPr>
          <a:lstStyle/>
          <a:p>
            <a:pPr marL="16933">
              <a:spcBef>
                <a:spcPts val="133"/>
              </a:spcBef>
            </a:pPr>
            <a:r>
              <a:rPr sz="1600" b="1" spc="-13" dirty="0">
                <a:solidFill>
                  <a:srgbClr val="965AC8"/>
                </a:solidFill>
                <a:latin typeface="Arial"/>
                <a:cs typeface="Arial"/>
              </a:rPr>
              <a:t>draft</a:t>
            </a:r>
            <a:endParaRPr sz="1600">
              <a:latin typeface="Arial"/>
              <a:cs typeface="Arial"/>
            </a:endParaRPr>
          </a:p>
        </p:txBody>
      </p:sp>
      <p:sp>
        <p:nvSpPr>
          <p:cNvPr id="133" name="object 133"/>
          <p:cNvSpPr txBox="1"/>
          <p:nvPr/>
        </p:nvSpPr>
        <p:spPr>
          <a:xfrm>
            <a:off x="571590" y="2581167"/>
            <a:ext cx="1556173" cy="625642"/>
          </a:xfrm>
          <a:prstGeom prst="rect">
            <a:avLst/>
          </a:prstGeom>
          <a:ln w="24374">
            <a:solidFill>
              <a:srgbClr val="000000"/>
            </a:solidFill>
          </a:ln>
        </p:spPr>
        <p:txBody>
          <a:bodyPr vert="horz" wrap="square" lIns="0" tIns="74507" rIns="0" bIns="0" rtlCol="0">
            <a:spAutoFit/>
          </a:bodyPr>
          <a:lstStyle/>
          <a:p>
            <a:pPr marL="414010" marR="374217" indent="-29633">
              <a:lnSpc>
                <a:spcPct val="101099"/>
              </a:lnSpc>
              <a:spcBef>
                <a:spcPts val="587"/>
              </a:spcBef>
            </a:pPr>
            <a:r>
              <a:rPr spc="-67" dirty="0">
                <a:solidFill>
                  <a:srgbClr val="434343"/>
                </a:solidFill>
                <a:latin typeface="Arial Black"/>
                <a:cs typeface="Arial Black"/>
              </a:rPr>
              <a:t>Target </a:t>
            </a:r>
            <a:r>
              <a:rPr spc="-13" dirty="0">
                <a:solidFill>
                  <a:srgbClr val="434343"/>
                </a:solidFill>
                <a:latin typeface="Arial Black"/>
                <a:cs typeface="Arial Black"/>
              </a:rPr>
              <a:t>Model</a:t>
            </a:r>
            <a:endParaRPr>
              <a:latin typeface="Arial Black"/>
              <a:cs typeface="Arial Black"/>
            </a:endParaRPr>
          </a:p>
        </p:txBody>
      </p:sp>
      <p:sp>
        <p:nvSpPr>
          <p:cNvPr id="134" name="object 134"/>
          <p:cNvSpPr txBox="1"/>
          <p:nvPr/>
        </p:nvSpPr>
        <p:spPr>
          <a:xfrm>
            <a:off x="5842816" y="1915281"/>
            <a:ext cx="768773" cy="324875"/>
          </a:xfrm>
          <a:prstGeom prst="rect">
            <a:avLst/>
          </a:prstGeom>
        </p:spPr>
        <p:txBody>
          <a:bodyPr vert="horz" wrap="square" lIns="0" tIns="16933" rIns="0" bIns="0" rtlCol="0">
            <a:spAutoFit/>
          </a:bodyPr>
          <a:lstStyle/>
          <a:p>
            <a:pPr marL="16933">
              <a:spcBef>
                <a:spcPts val="133"/>
              </a:spcBef>
            </a:pPr>
            <a:r>
              <a:rPr sz="2000" b="1" spc="-13" dirty="0">
                <a:solidFill>
                  <a:srgbClr val="F65B66"/>
                </a:solidFill>
                <a:latin typeface="Arial"/>
                <a:cs typeface="Arial"/>
              </a:rPr>
              <a:t>False!</a:t>
            </a:r>
            <a:endParaRPr sz="2000">
              <a:latin typeface="Arial"/>
              <a:cs typeface="Arial"/>
            </a:endParaRPr>
          </a:p>
        </p:txBody>
      </p:sp>
      <p:sp>
        <p:nvSpPr>
          <p:cNvPr id="135" name="object 135"/>
          <p:cNvSpPr txBox="1"/>
          <p:nvPr/>
        </p:nvSpPr>
        <p:spPr>
          <a:xfrm>
            <a:off x="8488880" y="1904195"/>
            <a:ext cx="2184400" cy="345330"/>
          </a:xfrm>
          <a:prstGeom prst="rect">
            <a:avLst/>
          </a:prstGeom>
        </p:spPr>
        <p:txBody>
          <a:bodyPr vert="horz" wrap="square" lIns="0" tIns="16933" rIns="0" bIns="0" rtlCol="0">
            <a:spAutoFit/>
          </a:bodyPr>
          <a:lstStyle/>
          <a:p>
            <a:pPr marL="16933">
              <a:spcBef>
                <a:spcPts val="133"/>
              </a:spcBef>
            </a:pPr>
            <a:r>
              <a:rPr sz="2133" b="1" dirty="0">
                <a:solidFill>
                  <a:srgbClr val="237A94"/>
                </a:solidFill>
                <a:latin typeface="Arial"/>
                <a:cs typeface="Arial"/>
              </a:rPr>
              <a:t>Biased</a:t>
            </a:r>
            <a:r>
              <a:rPr sz="2133" b="1" spc="-33" dirty="0">
                <a:solidFill>
                  <a:srgbClr val="237A94"/>
                </a:solidFill>
                <a:latin typeface="Arial"/>
                <a:cs typeface="Arial"/>
              </a:rPr>
              <a:t> </a:t>
            </a:r>
            <a:r>
              <a:rPr sz="2133" b="1" dirty="0">
                <a:solidFill>
                  <a:srgbClr val="237A94"/>
                </a:solidFill>
                <a:latin typeface="Arial"/>
                <a:cs typeface="Arial"/>
              </a:rPr>
              <a:t>coin</a:t>
            </a:r>
            <a:r>
              <a:rPr sz="2133" b="1" spc="-33" dirty="0">
                <a:solidFill>
                  <a:srgbClr val="237A94"/>
                </a:solidFill>
                <a:latin typeface="Arial"/>
                <a:cs typeface="Arial"/>
              </a:rPr>
              <a:t> </a:t>
            </a:r>
            <a:r>
              <a:rPr sz="2133" b="1" spc="-27" dirty="0">
                <a:solidFill>
                  <a:srgbClr val="237A94"/>
                </a:solidFill>
                <a:latin typeface="Arial"/>
                <a:cs typeface="Arial"/>
              </a:rPr>
              <a:t>toss</a:t>
            </a:r>
            <a:endParaRPr sz="2133">
              <a:latin typeface="Arial"/>
              <a:cs typeface="Arial"/>
            </a:endParaRPr>
          </a:p>
        </p:txBody>
      </p:sp>
      <p:grpSp>
        <p:nvGrpSpPr>
          <p:cNvPr id="136" name="object 136"/>
          <p:cNvGrpSpPr/>
          <p:nvPr/>
        </p:nvGrpSpPr>
        <p:grpSpPr>
          <a:xfrm>
            <a:off x="6859245" y="2068700"/>
            <a:ext cx="1320800" cy="55033"/>
            <a:chOff x="5144434" y="1551524"/>
            <a:chExt cx="990600" cy="41275"/>
          </a:xfrm>
        </p:grpSpPr>
        <p:sp>
          <p:nvSpPr>
            <p:cNvPr id="137" name="object 137"/>
            <p:cNvSpPr/>
            <p:nvPr/>
          </p:nvSpPr>
          <p:spPr>
            <a:xfrm>
              <a:off x="5149197" y="1572019"/>
              <a:ext cx="937894" cy="6985"/>
            </a:xfrm>
            <a:custGeom>
              <a:avLst/>
              <a:gdLst/>
              <a:ahLst/>
              <a:cxnLst/>
              <a:rect l="l" t="t" r="r" b="b"/>
              <a:pathLst>
                <a:path w="937895" h="6984">
                  <a:moveTo>
                    <a:pt x="0" y="6786"/>
                  </a:moveTo>
                  <a:lnTo>
                    <a:pt x="937351" y="0"/>
                  </a:lnTo>
                </a:path>
              </a:pathLst>
            </a:custGeom>
            <a:ln w="9524">
              <a:solidFill>
                <a:srgbClr val="595959"/>
              </a:solidFill>
            </a:ln>
          </p:spPr>
          <p:txBody>
            <a:bodyPr wrap="square" lIns="0" tIns="0" rIns="0" bIns="0" rtlCol="0"/>
            <a:lstStyle/>
            <a:p>
              <a:endParaRPr sz="2400"/>
            </a:p>
          </p:txBody>
        </p:sp>
        <p:sp>
          <p:nvSpPr>
            <p:cNvPr id="138" name="object 138"/>
            <p:cNvSpPr/>
            <p:nvPr/>
          </p:nvSpPr>
          <p:spPr>
            <a:xfrm>
              <a:off x="6086434" y="1556286"/>
              <a:ext cx="43815" cy="31750"/>
            </a:xfrm>
            <a:custGeom>
              <a:avLst/>
              <a:gdLst/>
              <a:ahLst/>
              <a:cxnLst/>
              <a:rect l="l" t="t" r="r" b="b"/>
              <a:pathLst>
                <a:path w="43814" h="31750">
                  <a:moveTo>
                    <a:pt x="227" y="31464"/>
                  </a:moveTo>
                  <a:lnTo>
                    <a:pt x="0" y="0"/>
                  </a:lnTo>
                  <a:lnTo>
                    <a:pt x="43338" y="15419"/>
                  </a:lnTo>
                  <a:lnTo>
                    <a:pt x="227" y="31464"/>
                  </a:lnTo>
                  <a:close/>
                </a:path>
              </a:pathLst>
            </a:custGeom>
            <a:solidFill>
              <a:srgbClr val="595959"/>
            </a:solidFill>
          </p:spPr>
          <p:txBody>
            <a:bodyPr wrap="square" lIns="0" tIns="0" rIns="0" bIns="0" rtlCol="0"/>
            <a:lstStyle/>
            <a:p>
              <a:endParaRPr sz="2400"/>
            </a:p>
          </p:txBody>
        </p:sp>
        <p:sp>
          <p:nvSpPr>
            <p:cNvPr id="139" name="object 139"/>
            <p:cNvSpPr/>
            <p:nvPr/>
          </p:nvSpPr>
          <p:spPr>
            <a:xfrm>
              <a:off x="6086434" y="1556286"/>
              <a:ext cx="43815" cy="31750"/>
            </a:xfrm>
            <a:custGeom>
              <a:avLst/>
              <a:gdLst/>
              <a:ahLst/>
              <a:cxnLst/>
              <a:rect l="l" t="t" r="r" b="b"/>
              <a:pathLst>
                <a:path w="43814" h="31750">
                  <a:moveTo>
                    <a:pt x="227" y="31464"/>
                  </a:moveTo>
                  <a:lnTo>
                    <a:pt x="43338" y="15419"/>
                  </a:lnTo>
                  <a:lnTo>
                    <a:pt x="0" y="0"/>
                  </a:lnTo>
                  <a:lnTo>
                    <a:pt x="227" y="31464"/>
                  </a:lnTo>
                  <a:close/>
                </a:path>
              </a:pathLst>
            </a:custGeom>
            <a:ln w="9524">
              <a:solidFill>
                <a:srgbClr val="595959"/>
              </a:solidFill>
            </a:ln>
          </p:spPr>
          <p:txBody>
            <a:bodyPr wrap="square" lIns="0" tIns="0" rIns="0" bIns="0" rtlCol="0"/>
            <a:lstStyle/>
            <a:p>
              <a:endParaRPr sz="2400"/>
            </a:p>
          </p:txBody>
        </p:sp>
      </p:grpSp>
      <p:sp>
        <p:nvSpPr>
          <p:cNvPr id="140" name="object 140"/>
          <p:cNvSpPr/>
          <p:nvPr/>
        </p:nvSpPr>
        <p:spPr>
          <a:xfrm>
            <a:off x="4667266" y="2281999"/>
            <a:ext cx="3374813" cy="417407"/>
          </a:xfrm>
          <a:custGeom>
            <a:avLst/>
            <a:gdLst/>
            <a:ahLst/>
            <a:cxnLst/>
            <a:rect l="l" t="t" r="r" b="b"/>
            <a:pathLst>
              <a:path w="2531110" h="313055">
                <a:moveTo>
                  <a:pt x="2531099" y="312599"/>
                </a:moveTo>
                <a:lnTo>
                  <a:pt x="0" y="312599"/>
                </a:lnTo>
                <a:lnTo>
                  <a:pt x="0" y="0"/>
                </a:lnTo>
                <a:lnTo>
                  <a:pt x="2531099" y="0"/>
                </a:lnTo>
                <a:lnTo>
                  <a:pt x="2531099" y="312599"/>
                </a:lnTo>
                <a:close/>
              </a:path>
            </a:pathLst>
          </a:custGeom>
          <a:solidFill>
            <a:srgbClr val="FFFFFF">
              <a:alpha val="80378"/>
            </a:srgbClr>
          </a:solidFill>
        </p:spPr>
        <p:txBody>
          <a:bodyPr wrap="square" lIns="0" tIns="0" rIns="0" bIns="0" rtlCol="0"/>
          <a:lstStyle/>
          <a:p>
            <a:endParaRPr sz="2400"/>
          </a:p>
        </p:txBody>
      </p:sp>
      <p:sp>
        <p:nvSpPr>
          <p:cNvPr id="141" name="object 141"/>
          <p:cNvSpPr txBox="1"/>
          <p:nvPr/>
        </p:nvSpPr>
        <p:spPr>
          <a:xfrm>
            <a:off x="9822965" y="2478996"/>
            <a:ext cx="1281007" cy="345330"/>
          </a:xfrm>
          <a:prstGeom prst="rect">
            <a:avLst/>
          </a:prstGeom>
        </p:spPr>
        <p:txBody>
          <a:bodyPr vert="horz" wrap="square" lIns="0" tIns="16933" rIns="0" bIns="0" rtlCol="0">
            <a:spAutoFit/>
          </a:bodyPr>
          <a:lstStyle/>
          <a:p>
            <a:pPr marL="50799">
              <a:spcBef>
                <a:spcPts val="133"/>
              </a:spcBef>
            </a:pPr>
            <a:r>
              <a:rPr sz="2133" spc="-13" dirty="0">
                <a:latin typeface="Arial MT"/>
                <a:cs typeface="Arial MT"/>
              </a:rPr>
              <a:t>p</a:t>
            </a:r>
            <a:r>
              <a:rPr sz="2100" b="1" spc="-20" baseline="-31746" dirty="0">
                <a:solidFill>
                  <a:srgbClr val="237A94"/>
                </a:solidFill>
                <a:latin typeface="Arial"/>
                <a:cs typeface="Arial"/>
              </a:rPr>
              <a:t>tgt</a:t>
            </a:r>
            <a:r>
              <a:rPr sz="2133" spc="-13" dirty="0">
                <a:latin typeface="Arial MT"/>
                <a:cs typeface="Arial MT"/>
              </a:rPr>
              <a:t>(</a:t>
            </a:r>
            <a:r>
              <a:rPr sz="2133" i="1" spc="-13" dirty="0">
                <a:solidFill>
                  <a:srgbClr val="434343"/>
                </a:solidFill>
                <a:latin typeface="Arial"/>
                <a:cs typeface="Arial"/>
              </a:rPr>
              <a:t>Paris</a:t>
            </a:r>
            <a:r>
              <a:rPr sz="2133" spc="-13" dirty="0">
                <a:latin typeface="Arial MT"/>
                <a:cs typeface="Arial MT"/>
              </a:rPr>
              <a:t>)</a:t>
            </a:r>
            <a:endParaRPr sz="2133">
              <a:latin typeface="Arial MT"/>
              <a:cs typeface="Arial MT"/>
            </a:endParaRPr>
          </a:p>
        </p:txBody>
      </p:sp>
      <p:sp>
        <p:nvSpPr>
          <p:cNvPr id="142" name="object 142"/>
          <p:cNvSpPr txBox="1"/>
          <p:nvPr/>
        </p:nvSpPr>
        <p:spPr>
          <a:xfrm>
            <a:off x="9972336" y="3199624"/>
            <a:ext cx="335280" cy="235106"/>
          </a:xfrm>
          <a:prstGeom prst="rect">
            <a:avLst/>
          </a:prstGeom>
        </p:spPr>
        <p:txBody>
          <a:bodyPr vert="horz" wrap="square" lIns="0" tIns="19472" rIns="0" bIns="0" rtlCol="0">
            <a:spAutoFit/>
          </a:bodyPr>
          <a:lstStyle/>
          <a:p>
            <a:pPr marL="16933">
              <a:spcBef>
                <a:spcPts val="152"/>
              </a:spcBef>
            </a:pPr>
            <a:r>
              <a:rPr sz="1400" b="1" spc="-27" dirty="0">
                <a:solidFill>
                  <a:srgbClr val="A12F9D"/>
                </a:solidFill>
                <a:latin typeface="Arial"/>
                <a:cs typeface="Arial"/>
              </a:rPr>
              <a:t>drft</a:t>
            </a:r>
            <a:endParaRPr sz="1400">
              <a:latin typeface="Arial"/>
              <a:cs typeface="Arial"/>
            </a:endParaRPr>
          </a:p>
        </p:txBody>
      </p:sp>
      <p:sp>
        <p:nvSpPr>
          <p:cNvPr id="143" name="object 143"/>
          <p:cNvSpPr txBox="1"/>
          <p:nvPr/>
        </p:nvSpPr>
        <p:spPr>
          <a:xfrm>
            <a:off x="9821692" y="3007714"/>
            <a:ext cx="1283547" cy="345330"/>
          </a:xfrm>
          <a:prstGeom prst="rect">
            <a:avLst/>
          </a:prstGeom>
        </p:spPr>
        <p:txBody>
          <a:bodyPr vert="horz" wrap="square" lIns="0" tIns="16933" rIns="0" bIns="0" rtlCol="0">
            <a:spAutoFit/>
          </a:bodyPr>
          <a:lstStyle/>
          <a:p>
            <a:pPr marL="16933">
              <a:spcBef>
                <a:spcPts val="133"/>
              </a:spcBef>
              <a:tabLst>
                <a:tab pos="468195" algn="l"/>
              </a:tabLst>
            </a:pPr>
            <a:r>
              <a:rPr sz="2133" spc="-67" dirty="0">
                <a:latin typeface="Arial MT"/>
                <a:cs typeface="Arial MT"/>
              </a:rPr>
              <a:t>p</a:t>
            </a:r>
            <a:r>
              <a:rPr sz="2133" dirty="0">
                <a:latin typeface="Arial MT"/>
                <a:cs typeface="Arial MT"/>
              </a:rPr>
              <a:t>	</a:t>
            </a:r>
            <a:r>
              <a:rPr sz="2133" spc="-13" dirty="0">
                <a:latin typeface="Arial MT"/>
                <a:cs typeface="Arial MT"/>
              </a:rPr>
              <a:t>(</a:t>
            </a:r>
            <a:r>
              <a:rPr sz="2133" i="1" spc="-13" dirty="0">
                <a:solidFill>
                  <a:srgbClr val="434343"/>
                </a:solidFill>
                <a:latin typeface="Arial"/>
                <a:cs typeface="Arial"/>
              </a:rPr>
              <a:t>Paris</a:t>
            </a:r>
            <a:r>
              <a:rPr sz="2133" spc="-13" dirty="0">
                <a:latin typeface="Arial MT"/>
                <a:cs typeface="Arial MT"/>
              </a:rPr>
              <a:t>)</a:t>
            </a:r>
            <a:endParaRPr sz="2133">
              <a:latin typeface="Arial MT"/>
              <a:cs typeface="Arial MT"/>
            </a:endParaRPr>
          </a:p>
        </p:txBody>
      </p:sp>
      <p:sp>
        <p:nvSpPr>
          <p:cNvPr id="144" name="object 144"/>
          <p:cNvSpPr/>
          <p:nvPr/>
        </p:nvSpPr>
        <p:spPr>
          <a:xfrm>
            <a:off x="9727333" y="2966700"/>
            <a:ext cx="1472353" cy="23707"/>
          </a:xfrm>
          <a:custGeom>
            <a:avLst/>
            <a:gdLst/>
            <a:ahLst/>
            <a:cxnLst/>
            <a:rect l="l" t="t" r="r" b="b"/>
            <a:pathLst>
              <a:path w="1104265" h="17780">
                <a:moveTo>
                  <a:pt x="0" y="17699"/>
                </a:moveTo>
                <a:lnTo>
                  <a:pt x="1103699" y="0"/>
                </a:lnTo>
              </a:path>
            </a:pathLst>
          </a:custGeom>
          <a:ln w="19049">
            <a:solidFill>
              <a:srgbClr val="595959"/>
            </a:solidFill>
          </a:ln>
        </p:spPr>
        <p:txBody>
          <a:bodyPr wrap="square" lIns="0" tIns="0" rIns="0" bIns="0" rtlCol="0"/>
          <a:lstStyle/>
          <a:p>
            <a:endParaRPr sz="2400"/>
          </a:p>
        </p:txBody>
      </p:sp>
      <p:sp>
        <p:nvSpPr>
          <p:cNvPr id="145" name="object 145"/>
          <p:cNvSpPr txBox="1"/>
          <p:nvPr/>
        </p:nvSpPr>
        <p:spPr>
          <a:xfrm>
            <a:off x="8054434" y="2743363"/>
            <a:ext cx="1457113" cy="345330"/>
          </a:xfrm>
          <a:prstGeom prst="rect">
            <a:avLst/>
          </a:prstGeom>
        </p:spPr>
        <p:txBody>
          <a:bodyPr vert="horz" wrap="square" lIns="0" tIns="16933" rIns="0" bIns="0" rtlCol="0">
            <a:spAutoFit/>
          </a:bodyPr>
          <a:lstStyle/>
          <a:p>
            <a:pPr marL="16933">
              <a:spcBef>
                <a:spcPts val="133"/>
              </a:spcBef>
            </a:pPr>
            <a:r>
              <a:rPr sz="2133" dirty="0">
                <a:latin typeface="Arial MT"/>
                <a:cs typeface="Arial MT"/>
              </a:rPr>
              <a:t>p(</a:t>
            </a:r>
            <a:r>
              <a:rPr sz="2133" b="1" i="1" dirty="0">
                <a:solidFill>
                  <a:srgbClr val="5AB46E"/>
                </a:solidFill>
                <a:latin typeface="Arial"/>
                <a:cs typeface="Arial"/>
              </a:rPr>
              <a:t>accept</a:t>
            </a:r>
            <a:r>
              <a:rPr sz="2133" dirty="0">
                <a:latin typeface="Arial MT"/>
                <a:cs typeface="Arial MT"/>
              </a:rPr>
              <a:t>)</a:t>
            </a:r>
            <a:r>
              <a:rPr sz="2133" spc="-47" dirty="0">
                <a:latin typeface="Arial MT"/>
                <a:cs typeface="Arial MT"/>
              </a:rPr>
              <a:t> </a:t>
            </a:r>
            <a:r>
              <a:rPr sz="2133" spc="-67" dirty="0">
                <a:latin typeface="Arial MT"/>
                <a:cs typeface="Arial MT"/>
              </a:rPr>
              <a:t>=</a:t>
            </a:r>
            <a:endParaRPr sz="2133">
              <a:latin typeface="Arial MT"/>
              <a:cs typeface="Arial MT"/>
            </a:endParaRPr>
          </a:p>
        </p:txBody>
      </p:sp>
      <p:pic>
        <p:nvPicPr>
          <p:cNvPr id="146" name="object 146"/>
          <p:cNvPicPr/>
          <p:nvPr/>
        </p:nvPicPr>
        <p:blipFill>
          <a:blip r:embed="rId2" cstate="print"/>
          <a:stretch>
            <a:fillRect/>
          </a:stretch>
        </p:blipFill>
        <p:spPr>
          <a:xfrm>
            <a:off x="7957067" y="2875734"/>
            <a:ext cx="1473165" cy="1473165"/>
          </a:xfrm>
          <a:prstGeom prst="rect">
            <a:avLst/>
          </a:prstGeom>
        </p:spPr>
      </p:pic>
      <p:sp>
        <p:nvSpPr>
          <p:cNvPr id="150" name="TextBox 149">
            <a:extLst>
              <a:ext uri="{FF2B5EF4-FFF2-40B4-BE49-F238E27FC236}">
                <a16:creationId xmlns:a16="http://schemas.microsoft.com/office/drawing/2014/main" id="{5E1C6E7F-99AB-053B-D1FC-19D19299E320}"/>
              </a:ext>
            </a:extLst>
          </p:cNvPr>
          <p:cNvSpPr txBox="1"/>
          <p:nvPr/>
        </p:nvSpPr>
        <p:spPr>
          <a:xfrm>
            <a:off x="5698844" y="5721869"/>
            <a:ext cx="6308160" cy="584775"/>
          </a:xfrm>
          <a:prstGeom prst="rect">
            <a:avLst/>
          </a:prstGeom>
          <a:noFill/>
        </p:spPr>
        <p:txBody>
          <a:bodyPr wrap="square">
            <a:spAutoFit/>
          </a:bodyPr>
          <a:lstStyle/>
          <a:p>
            <a:r>
              <a:rPr lang="en-IN" sz="3200" b="1" dirty="0"/>
              <a:t>Reject</a:t>
            </a:r>
            <a:r>
              <a:rPr lang="en-IN" sz="3200" dirty="0"/>
              <a:t> with probability 1 − p(x)/q(x)</a:t>
            </a:r>
          </a:p>
        </p:txBody>
      </p:sp>
      <p:sp>
        <p:nvSpPr>
          <p:cNvPr id="151" name="TextBox 150">
            <a:extLst>
              <a:ext uri="{FF2B5EF4-FFF2-40B4-BE49-F238E27FC236}">
                <a16:creationId xmlns:a16="http://schemas.microsoft.com/office/drawing/2014/main" id="{55014C2A-2EB0-51BE-A1C2-781865296C4F}"/>
              </a:ext>
            </a:extLst>
          </p:cNvPr>
          <p:cNvSpPr txBox="1"/>
          <p:nvPr/>
        </p:nvSpPr>
        <p:spPr>
          <a:xfrm>
            <a:off x="7825216" y="4583008"/>
            <a:ext cx="3511727" cy="830997"/>
          </a:xfrm>
          <a:prstGeom prst="rect">
            <a:avLst/>
          </a:prstGeom>
          <a:noFill/>
        </p:spPr>
        <p:txBody>
          <a:bodyPr wrap="square">
            <a:spAutoFit/>
          </a:bodyPr>
          <a:lstStyle/>
          <a:p>
            <a:r>
              <a:rPr lang="en-IN" sz="2400" dirty="0"/>
              <a:t>p(x)  = target probability </a:t>
            </a:r>
          </a:p>
          <a:p>
            <a:r>
              <a:rPr lang="en-IN" sz="2400" dirty="0"/>
              <a:t> q(x) = draft probability</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3036288" y="1878841"/>
            <a:ext cx="598593" cy="263320"/>
          </a:xfrm>
          <a:prstGeom prst="rect">
            <a:avLst/>
          </a:prstGeom>
        </p:spPr>
        <p:txBody>
          <a:bodyPr vert="horz" wrap="square" lIns="0" tIns="16933" rIns="0" bIns="0" rtlCol="0">
            <a:spAutoFit/>
          </a:bodyPr>
          <a:lstStyle/>
          <a:p>
            <a:pPr marL="16933">
              <a:spcBef>
                <a:spcPts val="133"/>
              </a:spcBef>
            </a:pPr>
            <a:r>
              <a:rPr sz="1600" b="1" spc="-13" dirty="0">
                <a:solidFill>
                  <a:srgbClr val="237A94"/>
                </a:solidFill>
                <a:latin typeface="Arial"/>
                <a:cs typeface="Arial"/>
              </a:rPr>
              <a:t>target</a:t>
            </a:r>
            <a:endParaRPr sz="1600">
              <a:latin typeface="Arial"/>
              <a:cs typeface="Arial"/>
            </a:endParaRPr>
          </a:p>
        </p:txBody>
      </p:sp>
      <p:grpSp>
        <p:nvGrpSpPr>
          <p:cNvPr id="3" name="object 3"/>
          <p:cNvGrpSpPr/>
          <p:nvPr/>
        </p:nvGrpSpPr>
        <p:grpSpPr>
          <a:xfrm>
            <a:off x="2121241" y="3206216"/>
            <a:ext cx="2312247" cy="306493"/>
            <a:chOff x="1590930" y="2404662"/>
            <a:chExt cx="1734185" cy="229870"/>
          </a:xfrm>
        </p:grpSpPr>
        <p:sp>
          <p:nvSpPr>
            <p:cNvPr id="4" name="object 4"/>
            <p:cNvSpPr/>
            <p:nvPr/>
          </p:nvSpPr>
          <p:spPr>
            <a:xfrm>
              <a:off x="1595693" y="2519375"/>
              <a:ext cx="295910" cy="2540"/>
            </a:xfrm>
            <a:custGeom>
              <a:avLst/>
              <a:gdLst/>
              <a:ahLst/>
              <a:cxnLst/>
              <a:rect l="l" t="t" r="r" b="b"/>
              <a:pathLst>
                <a:path w="295910" h="2539">
                  <a:moveTo>
                    <a:pt x="0" y="0"/>
                  </a:moveTo>
                  <a:lnTo>
                    <a:pt x="295652" y="2513"/>
                  </a:lnTo>
                </a:path>
              </a:pathLst>
            </a:custGeom>
            <a:ln w="9524">
              <a:solidFill>
                <a:srgbClr val="595959"/>
              </a:solidFill>
            </a:ln>
          </p:spPr>
          <p:txBody>
            <a:bodyPr wrap="square" lIns="0" tIns="0" rIns="0" bIns="0" rtlCol="0"/>
            <a:lstStyle/>
            <a:p>
              <a:endParaRPr sz="2400"/>
            </a:p>
          </p:txBody>
        </p:sp>
        <p:sp>
          <p:nvSpPr>
            <p:cNvPr id="5" name="object 5"/>
            <p:cNvSpPr/>
            <p:nvPr/>
          </p:nvSpPr>
          <p:spPr>
            <a:xfrm>
              <a:off x="1891211" y="2506156"/>
              <a:ext cx="43815" cy="31750"/>
            </a:xfrm>
            <a:custGeom>
              <a:avLst/>
              <a:gdLst/>
              <a:ahLst/>
              <a:cxnLst/>
              <a:rect l="l" t="t" r="r" b="b"/>
              <a:pathLst>
                <a:path w="43814" h="31750">
                  <a:moveTo>
                    <a:pt x="0" y="31464"/>
                  </a:moveTo>
                  <a:lnTo>
                    <a:pt x="267" y="0"/>
                  </a:lnTo>
                  <a:lnTo>
                    <a:pt x="43357" y="16099"/>
                  </a:lnTo>
                  <a:lnTo>
                    <a:pt x="0" y="31464"/>
                  </a:lnTo>
                  <a:close/>
                </a:path>
              </a:pathLst>
            </a:custGeom>
            <a:solidFill>
              <a:srgbClr val="595959"/>
            </a:solidFill>
          </p:spPr>
          <p:txBody>
            <a:bodyPr wrap="square" lIns="0" tIns="0" rIns="0" bIns="0" rtlCol="0"/>
            <a:lstStyle/>
            <a:p>
              <a:endParaRPr sz="2400"/>
            </a:p>
          </p:txBody>
        </p:sp>
        <p:sp>
          <p:nvSpPr>
            <p:cNvPr id="6" name="object 6"/>
            <p:cNvSpPr/>
            <p:nvPr/>
          </p:nvSpPr>
          <p:spPr>
            <a:xfrm>
              <a:off x="1891211" y="2506156"/>
              <a:ext cx="43815" cy="31750"/>
            </a:xfrm>
            <a:custGeom>
              <a:avLst/>
              <a:gdLst/>
              <a:ahLst/>
              <a:cxnLst/>
              <a:rect l="l" t="t" r="r" b="b"/>
              <a:pathLst>
                <a:path w="43814" h="31750">
                  <a:moveTo>
                    <a:pt x="0" y="31464"/>
                  </a:moveTo>
                  <a:lnTo>
                    <a:pt x="43357" y="16099"/>
                  </a:lnTo>
                  <a:lnTo>
                    <a:pt x="267" y="0"/>
                  </a:lnTo>
                  <a:lnTo>
                    <a:pt x="0" y="31464"/>
                  </a:lnTo>
                  <a:close/>
                </a:path>
              </a:pathLst>
            </a:custGeom>
            <a:ln w="9524">
              <a:solidFill>
                <a:srgbClr val="595959"/>
              </a:solidFill>
            </a:ln>
          </p:spPr>
          <p:txBody>
            <a:bodyPr wrap="square" lIns="0" tIns="0" rIns="0" bIns="0" rtlCol="0"/>
            <a:lstStyle/>
            <a:p>
              <a:endParaRPr sz="2400"/>
            </a:p>
          </p:txBody>
        </p:sp>
        <p:sp>
          <p:nvSpPr>
            <p:cNvPr id="7" name="object 7"/>
            <p:cNvSpPr/>
            <p:nvPr/>
          </p:nvSpPr>
          <p:spPr>
            <a:xfrm>
              <a:off x="1948480" y="2420817"/>
              <a:ext cx="302895" cy="203835"/>
            </a:xfrm>
            <a:custGeom>
              <a:avLst/>
              <a:gdLst/>
              <a:ahLst/>
              <a:cxnLst/>
              <a:rect l="l" t="t" r="r" b="b"/>
              <a:pathLst>
                <a:path w="302894" h="203835">
                  <a:moveTo>
                    <a:pt x="268799" y="203399"/>
                  </a:moveTo>
                  <a:lnTo>
                    <a:pt x="33900" y="203399"/>
                  </a:lnTo>
                  <a:lnTo>
                    <a:pt x="20705" y="200735"/>
                  </a:lnTo>
                  <a:lnTo>
                    <a:pt x="9929" y="193470"/>
                  </a:lnTo>
                  <a:lnTo>
                    <a:pt x="2664" y="182695"/>
                  </a:lnTo>
                  <a:lnTo>
                    <a:pt x="0" y="169499"/>
                  </a:lnTo>
                  <a:lnTo>
                    <a:pt x="0" y="33900"/>
                  </a:lnTo>
                  <a:lnTo>
                    <a:pt x="2664" y="20705"/>
                  </a:lnTo>
                  <a:lnTo>
                    <a:pt x="9929" y="9929"/>
                  </a:lnTo>
                  <a:lnTo>
                    <a:pt x="20705" y="2664"/>
                  </a:lnTo>
                  <a:lnTo>
                    <a:pt x="33900" y="0"/>
                  </a:lnTo>
                  <a:lnTo>
                    <a:pt x="268799" y="0"/>
                  </a:lnTo>
                  <a:lnTo>
                    <a:pt x="302042" y="27256"/>
                  </a:lnTo>
                  <a:lnTo>
                    <a:pt x="302699" y="33900"/>
                  </a:lnTo>
                  <a:lnTo>
                    <a:pt x="302699" y="169499"/>
                  </a:lnTo>
                  <a:lnTo>
                    <a:pt x="300035" y="182695"/>
                  </a:lnTo>
                  <a:lnTo>
                    <a:pt x="292770" y="193470"/>
                  </a:lnTo>
                  <a:lnTo>
                    <a:pt x="281995" y="200735"/>
                  </a:lnTo>
                  <a:lnTo>
                    <a:pt x="268799" y="203399"/>
                  </a:lnTo>
                  <a:close/>
                </a:path>
              </a:pathLst>
            </a:custGeom>
            <a:solidFill>
              <a:srgbClr val="FAADB3"/>
            </a:solidFill>
          </p:spPr>
          <p:txBody>
            <a:bodyPr wrap="square" lIns="0" tIns="0" rIns="0" bIns="0" rtlCol="0"/>
            <a:lstStyle/>
            <a:p>
              <a:endParaRPr sz="2400"/>
            </a:p>
          </p:txBody>
        </p:sp>
        <p:sp>
          <p:nvSpPr>
            <p:cNvPr id="8" name="object 8"/>
            <p:cNvSpPr/>
            <p:nvPr/>
          </p:nvSpPr>
          <p:spPr>
            <a:xfrm>
              <a:off x="1948480" y="2420817"/>
              <a:ext cx="302895" cy="203835"/>
            </a:xfrm>
            <a:custGeom>
              <a:avLst/>
              <a:gdLst/>
              <a:ahLst/>
              <a:cxnLst/>
              <a:rect l="l" t="t" r="r" b="b"/>
              <a:pathLst>
                <a:path w="302894" h="203835">
                  <a:moveTo>
                    <a:pt x="0" y="33900"/>
                  </a:moveTo>
                  <a:lnTo>
                    <a:pt x="2664" y="20705"/>
                  </a:lnTo>
                  <a:lnTo>
                    <a:pt x="9929" y="9929"/>
                  </a:lnTo>
                  <a:lnTo>
                    <a:pt x="20705" y="2664"/>
                  </a:lnTo>
                  <a:lnTo>
                    <a:pt x="33900" y="0"/>
                  </a:lnTo>
                  <a:lnTo>
                    <a:pt x="268799" y="0"/>
                  </a:lnTo>
                  <a:lnTo>
                    <a:pt x="302042" y="27256"/>
                  </a:lnTo>
                  <a:lnTo>
                    <a:pt x="302699" y="33900"/>
                  </a:lnTo>
                  <a:lnTo>
                    <a:pt x="302699" y="169499"/>
                  </a:lnTo>
                  <a:lnTo>
                    <a:pt x="300035" y="182695"/>
                  </a:lnTo>
                  <a:lnTo>
                    <a:pt x="292770" y="193470"/>
                  </a:lnTo>
                  <a:lnTo>
                    <a:pt x="281995" y="200735"/>
                  </a:lnTo>
                  <a:lnTo>
                    <a:pt x="268799" y="203399"/>
                  </a:lnTo>
                  <a:lnTo>
                    <a:pt x="33900" y="203399"/>
                  </a:lnTo>
                  <a:lnTo>
                    <a:pt x="20705" y="200735"/>
                  </a:lnTo>
                  <a:lnTo>
                    <a:pt x="9929" y="193470"/>
                  </a:lnTo>
                  <a:lnTo>
                    <a:pt x="2664" y="182695"/>
                  </a:lnTo>
                  <a:lnTo>
                    <a:pt x="0" y="169499"/>
                  </a:lnTo>
                  <a:lnTo>
                    <a:pt x="0" y="33900"/>
                  </a:lnTo>
                  <a:close/>
                </a:path>
              </a:pathLst>
            </a:custGeom>
            <a:ln w="5474">
              <a:solidFill>
                <a:srgbClr val="595959"/>
              </a:solidFill>
            </a:ln>
          </p:spPr>
          <p:txBody>
            <a:bodyPr wrap="square" lIns="0" tIns="0" rIns="0" bIns="0" rtlCol="0"/>
            <a:lstStyle/>
            <a:p>
              <a:endParaRPr sz="2400"/>
            </a:p>
          </p:txBody>
        </p:sp>
        <p:sp>
          <p:nvSpPr>
            <p:cNvPr id="9" name="object 9"/>
            <p:cNvSpPr/>
            <p:nvPr/>
          </p:nvSpPr>
          <p:spPr>
            <a:xfrm>
              <a:off x="2787923" y="2409425"/>
              <a:ext cx="532130" cy="220345"/>
            </a:xfrm>
            <a:custGeom>
              <a:avLst/>
              <a:gdLst/>
              <a:ahLst/>
              <a:cxnLst/>
              <a:rect l="l" t="t" r="r" b="b"/>
              <a:pathLst>
                <a:path w="532129" h="220344">
                  <a:moveTo>
                    <a:pt x="4952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close/>
                </a:path>
              </a:pathLst>
            </a:custGeom>
            <a:solidFill>
              <a:srgbClr val="E9F1F4"/>
            </a:solidFill>
          </p:spPr>
          <p:txBody>
            <a:bodyPr wrap="square" lIns="0" tIns="0" rIns="0" bIns="0" rtlCol="0"/>
            <a:lstStyle/>
            <a:p>
              <a:endParaRPr sz="2400"/>
            </a:p>
          </p:txBody>
        </p:sp>
        <p:sp>
          <p:nvSpPr>
            <p:cNvPr id="10" name="object 10"/>
            <p:cNvSpPr/>
            <p:nvPr/>
          </p:nvSpPr>
          <p:spPr>
            <a:xfrm>
              <a:off x="2787923" y="2409425"/>
              <a:ext cx="532130" cy="220345"/>
            </a:xfrm>
            <a:custGeom>
              <a:avLst/>
              <a:gdLst/>
              <a:ahLst/>
              <a:cxnLst/>
              <a:rect l="l" t="t" r="r" b="b"/>
              <a:pathLst>
                <a:path w="532129" h="220344">
                  <a:moveTo>
                    <a:pt x="0" y="36650"/>
                  </a:move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sp>
          <p:nvSpPr>
            <p:cNvPr id="11" name="object 11"/>
            <p:cNvSpPr/>
            <p:nvPr/>
          </p:nvSpPr>
          <p:spPr>
            <a:xfrm>
              <a:off x="2255899" y="2409425"/>
              <a:ext cx="532130" cy="220345"/>
            </a:xfrm>
            <a:custGeom>
              <a:avLst/>
              <a:gdLst/>
              <a:ahLst/>
              <a:cxnLst/>
              <a:rect l="l" t="t" r="r" b="b"/>
              <a:pathLst>
                <a:path w="532130" h="220344">
                  <a:moveTo>
                    <a:pt x="4952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close/>
                </a:path>
              </a:pathLst>
            </a:custGeom>
            <a:solidFill>
              <a:srgbClr val="E9F1F4"/>
            </a:solidFill>
          </p:spPr>
          <p:txBody>
            <a:bodyPr wrap="square" lIns="0" tIns="0" rIns="0" bIns="0" rtlCol="0"/>
            <a:lstStyle/>
            <a:p>
              <a:endParaRPr sz="2400"/>
            </a:p>
          </p:txBody>
        </p:sp>
        <p:sp>
          <p:nvSpPr>
            <p:cNvPr id="12" name="object 12"/>
            <p:cNvSpPr/>
            <p:nvPr/>
          </p:nvSpPr>
          <p:spPr>
            <a:xfrm>
              <a:off x="2255899" y="2409425"/>
              <a:ext cx="532130" cy="220345"/>
            </a:xfrm>
            <a:custGeom>
              <a:avLst/>
              <a:gdLst/>
              <a:ahLst/>
              <a:cxnLst/>
              <a:rect l="l" t="t" r="r" b="b"/>
              <a:pathLst>
                <a:path w="532130" h="220344">
                  <a:moveTo>
                    <a:pt x="0" y="36650"/>
                  </a:move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grpSp>
      <p:grpSp>
        <p:nvGrpSpPr>
          <p:cNvPr id="13" name="object 13"/>
          <p:cNvGrpSpPr/>
          <p:nvPr/>
        </p:nvGrpSpPr>
        <p:grpSpPr>
          <a:xfrm>
            <a:off x="2594164" y="2727079"/>
            <a:ext cx="411480" cy="279400"/>
            <a:chOff x="1945623" y="2045309"/>
            <a:chExt cx="308610" cy="209550"/>
          </a:xfrm>
        </p:grpSpPr>
        <p:sp>
          <p:nvSpPr>
            <p:cNvPr id="14" name="object 14"/>
            <p:cNvSpPr/>
            <p:nvPr/>
          </p:nvSpPr>
          <p:spPr>
            <a:xfrm>
              <a:off x="1948480" y="2048167"/>
              <a:ext cx="302895" cy="203835"/>
            </a:xfrm>
            <a:custGeom>
              <a:avLst/>
              <a:gdLst/>
              <a:ahLst/>
              <a:cxnLst/>
              <a:rect l="l" t="t" r="r" b="b"/>
              <a:pathLst>
                <a:path w="302894" h="203835">
                  <a:moveTo>
                    <a:pt x="268799" y="203399"/>
                  </a:moveTo>
                  <a:lnTo>
                    <a:pt x="33900" y="203399"/>
                  </a:lnTo>
                  <a:lnTo>
                    <a:pt x="20705" y="200735"/>
                  </a:lnTo>
                  <a:lnTo>
                    <a:pt x="9929" y="193470"/>
                  </a:lnTo>
                  <a:lnTo>
                    <a:pt x="2664" y="182695"/>
                  </a:lnTo>
                  <a:lnTo>
                    <a:pt x="0" y="169499"/>
                  </a:lnTo>
                  <a:lnTo>
                    <a:pt x="0" y="33900"/>
                  </a:lnTo>
                  <a:lnTo>
                    <a:pt x="2664" y="20705"/>
                  </a:lnTo>
                  <a:lnTo>
                    <a:pt x="9929" y="9929"/>
                  </a:lnTo>
                  <a:lnTo>
                    <a:pt x="20705" y="2664"/>
                  </a:lnTo>
                  <a:lnTo>
                    <a:pt x="33900" y="0"/>
                  </a:lnTo>
                  <a:lnTo>
                    <a:pt x="268799" y="0"/>
                  </a:lnTo>
                  <a:lnTo>
                    <a:pt x="302042" y="27256"/>
                  </a:lnTo>
                  <a:lnTo>
                    <a:pt x="302699" y="33900"/>
                  </a:lnTo>
                  <a:lnTo>
                    <a:pt x="302699" y="169499"/>
                  </a:lnTo>
                  <a:lnTo>
                    <a:pt x="300035" y="182695"/>
                  </a:lnTo>
                  <a:lnTo>
                    <a:pt x="292770" y="193470"/>
                  </a:lnTo>
                  <a:lnTo>
                    <a:pt x="281995" y="200735"/>
                  </a:lnTo>
                  <a:lnTo>
                    <a:pt x="268799" y="203399"/>
                  </a:lnTo>
                  <a:close/>
                </a:path>
              </a:pathLst>
            </a:custGeom>
            <a:solidFill>
              <a:srgbClr val="FAADB3"/>
            </a:solidFill>
          </p:spPr>
          <p:txBody>
            <a:bodyPr wrap="square" lIns="0" tIns="0" rIns="0" bIns="0" rtlCol="0"/>
            <a:lstStyle/>
            <a:p>
              <a:endParaRPr sz="2400"/>
            </a:p>
          </p:txBody>
        </p:sp>
        <p:sp>
          <p:nvSpPr>
            <p:cNvPr id="15" name="object 15"/>
            <p:cNvSpPr/>
            <p:nvPr/>
          </p:nvSpPr>
          <p:spPr>
            <a:xfrm>
              <a:off x="1948480" y="2048167"/>
              <a:ext cx="302895" cy="203835"/>
            </a:xfrm>
            <a:custGeom>
              <a:avLst/>
              <a:gdLst/>
              <a:ahLst/>
              <a:cxnLst/>
              <a:rect l="l" t="t" r="r" b="b"/>
              <a:pathLst>
                <a:path w="302894" h="203835">
                  <a:moveTo>
                    <a:pt x="0" y="33900"/>
                  </a:moveTo>
                  <a:lnTo>
                    <a:pt x="2664" y="20705"/>
                  </a:lnTo>
                  <a:lnTo>
                    <a:pt x="9929" y="9929"/>
                  </a:lnTo>
                  <a:lnTo>
                    <a:pt x="20705" y="2664"/>
                  </a:lnTo>
                  <a:lnTo>
                    <a:pt x="33900" y="0"/>
                  </a:lnTo>
                  <a:lnTo>
                    <a:pt x="268799" y="0"/>
                  </a:lnTo>
                  <a:lnTo>
                    <a:pt x="302042" y="27256"/>
                  </a:lnTo>
                  <a:lnTo>
                    <a:pt x="302699" y="33900"/>
                  </a:lnTo>
                  <a:lnTo>
                    <a:pt x="302699" y="169499"/>
                  </a:lnTo>
                  <a:lnTo>
                    <a:pt x="300035" y="182695"/>
                  </a:lnTo>
                  <a:lnTo>
                    <a:pt x="292770" y="193470"/>
                  </a:lnTo>
                  <a:lnTo>
                    <a:pt x="281995" y="200735"/>
                  </a:lnTo>
                  <a:lnTo>
                    <a:pt x="268799" y="203399"/>
                  </a:lnTo>
                  <a:lnTo>
                    <a:pt x="33900" y="203399"/>
                  </a:lnTo>
                  <a:lnTo>
                    <a:pt x="20705" y="200735"/>
                  </a:lnTo>
                  <a:lnTo>
                    <a:pt x="9929" y="193470"/>
                  </a:lnTo>
                  <a:lnTo>
                    <a:pt x="2664" y="182695"/>
                  </a:lnTo>
                  <a:lnTo>
                    <a:pt x="0" y="169499"/>
                  </a:lnTo>
                  <a:lnTo>
                    <a:pt x="0" y="33900"/>
                  </a:lnTo>
                  <a:close/>
                </a:path>
              </a:pathLst>
            </a:custGeom>
            <a:ln w="5474">
              <a:solidFill>
                <a:srgbClr val="595959"/>
              </a:solidFill>
            </a:ln>
          </p:spPr>
          <p:txBody>
            <a:bodyPr wrap="square" lIns="0" tIns="0" rIns="0" bIns="0" rtlCol="0"/>
            <a:lstStyle/>
            <a:p>
              <a:endParaRPr sz="2400"/>
            </a:p>
          </p:txBody>
        </p:sp>
      </p:grpSp>
      <p:grpSp>
        <p:nvGrpSpPr>
          <p:cNvPr id="16" name="object 16"/>
          <p:cNvGrpSpPr/>
          <p:nvPr/>
        </p:nvGrpSpPr>
        <p:grpSpPr>
          <a:xfrm>
            <a:off x="2594164" y="3720812"/>
            <a:ext cx="411480" cy="279400"/>
            <a:chOff x="1945623" y="2790609"/>
            <a:chExt cx="308610" cy="209550"/>
          </a:xfrm>
        </p:grpSpPr>
        <p:sp>
          <p:nvSpPr>
            <p:cNvPr id="17" name="object 17"/>
            <p:cNvSpPr/>
            <p:nvPr/>
          </p:nvSpPr>
          <p:spPr>
            <a:xfrm>
              <a:off x="1948480" y="2793467"/>
              <a:ext cx="302895" cy="203835"/>
            </a:xfrm>
            <a:custGeom>
              <a:avLst/>
              <a:gdLst/>
              <a:ahLst/>
              <a:cxnLst/>
              <a:rect l="l" t="t" r="r" b="b"/>
              <a:pathLst>
                <a:path w="302894" h="203835">
                  <a:moveTo>
                    <a:pt x="268799" y="203399"/>
                  </a:moveTo>
                  <a:lnTo>
                    <a:pt x="33900" y="203399"/>
                  </a:lnTo>
                  <a:lnTo>
                    <a:pt x="20705" y="200735"/>
                  </a:lnTo>
                  <a:lnTo>
                    <a:pt x="9929" y="193470"/>
                  </a:lnTo>
                  <a:lnTo>
                    <a:pt x="2664" y="182695"/>
                  </a:lnTo>
                  <a:lnTo>
                    <a:pt x="0" y="169499"/>
                  </a:lnTo>
                  <a:lnTo>
                    <a:pt x="0" y="33900"/>
                  </a:lnTo>
                  <a:lnTo>
                    <a:pt x="2664" y="20705"/>
                  </a:lnTo>
                  <a:lnTo>
                    <a:pt x="9929" y="9929"/>
                  </a:lnTo>
                  <a:lnTo>
                    <a:pt x="20705" y="2664"/>
                  </a:lnTo>
                  <a:lnTo>
                    <a:pt x="33900" y="0"/>
                  </a:lnTo>
                  <a:lnTo>
                    <a:pt x="268799" y="0"/>
                  </a:lnTo>
                  <a:lnTo>
                    <a:pt x="302042" y="27256"/>
                  </a:lnTo>
                  <a:lnTo>
                    <a:pt x="302699" y="33900"/>
                  </a:lnTo>
                  <a:lnTo>
                    <a:pt x="302699" y="169499"/>
                  </a:lnTo>
                  <a:lnTo>
                    <a:pt x="300035" y="182695"/>
                  </a:lnTo>
                  <a:lnTo>
                    <a:pt x="292770" y="193470"/>
                  </a:lnTo>
                  <a:lnTo>
                    <a:pt x="281995" y="200735"/>
                  </a:lnTo>
                  <a:lnTo>
                    <a:pt x="268799" y="203399"/>
                  </a:lnTo>
                  <a:close/>
                </a:path>
              </a:pathLst>
            </a:custGeom>
            <a:solidFill>
              <a:srgbClr val="FAADB3"/>
            </a:solidFill>
          </p:spPr>
          <p:txBody>
            <a:bodyPr wrap="square" lIns="0" tIns="0" rIns="0" bIns="0" rtlCol="0"/>
            <a:lstStyle/>
            <a:p>
              <a:endParaRPr sz="2400"/>
            </a:p>
          </p:txBody>
        </p:sp>
        <p:sp>
          <p:nvSpPr>
            <p:cNvPr id="18" name="object 18"/>
            <p:cNvSpPr/>
            <p:nvPr/>
          </p:nvSpPr>
          <p:spPr>
            <a:xfrm>
              <a:off x="1948480" y="2793467"/>
              <a:ext cx="302895" cy="203835"/>
            </a:xfrm>
            <a:custGeom>
              <a:avLst/>
              <a:gdLst/>
              <a:ahLst/>
              <a:cxnLst/>
              <a:rect l="l" t="t" r="r" b="b"/>
              <a:pathLst>
                <a:path w="302894" h="203835">
                  <a:moveTo>
                    <a:pt x="0" y="33900"/>
                  </a:moveTo>
                  <a:lnTo>
                    <a:pt x="2664" y="20705"/>
                  </a:lnTo>
                  <a:lnTo>
                    <a:pt x="9929" y="9929"/>
                  </a:lnTo>
                  <a:lnTo>
                    <a:pt x="20705" y="2664"/>
                  </a:lnTo>
                  <a:lnTo>
                    <a:pt x="33900" y="0"/>
                  </a:lnTo>
                  <a:lnTo>
                    <a:pt x="268799" y="0"/>
                  </a:lnTo>
                  <a:lnTo>
                    <a:pt x="302042" y="27256"/>
                  </a:lnTo>
                  <a:lnTo>
                    <a:pt x="302699" y="33900"/>
                  </a:lnTo>
                  <a:lnTo>
                    <a:pt x="302699" y="169499"/>
                  </a:lnTo>
                  <a:lnTo>
                    <a:pt x="300035" y="182695"/>
                  </a:lnTo>
                  <a:lnTo>
                    <a:pt x="292770" y="193470"/>
                  </a:lnTo>
                  <a:lnTo>
                    <a:pt x="281995" y="200735"/>
                  </a:lnTo>
                  <a:lnTo>
                    <a:pt x="268799" y="203399"/>
                  </a:lnTo>
                  <a:lnTo>
                    <a:pt x="33900" y="203399"/>
                  </a:lnTo>
                  <a:lnTo>
                    <a:pt x="20705" y="200735"/>
                  </a:lnTo>
                  <a:lnTo>
                    <a:pt x="9929" y="193470"/>
                  </a:lnTo>
                  <a:lnTo>
                    <a:pt x="2664" y="182695"/>
                  </a:lnTo>
                  <a:lnTo>
                    <a:pt x="0" y="169499"/>
                  </a:lnTo>
                  <a:lnTo>
                    <a:pt x="0" y="33900"/>
                  </a:lnTo>
                  <a:close/>
                </a:path>
              </a:pathLst>
            </a:custGeom>
            <a:ln w="5474">
              <a:solidFill>
                <a:srgbClr val="595959"/>
              </a:solidFill>
            </a:ln>
          </p:spPr>
          <p:txBody>
            <a:bodyPr wrap="square" lIns="0" tIns="0" rIns="0" bIns="0" rtlCol="0"/>
            <a:lstStyle/>
            <a:p>
              <a:endParaRPr sz="2400"/>
            </a:p>
          </p:txBody>
        </p:sp>
      </p:grpSp>
      <p:sp>
        <p:nvSpPr>
          <p:cNvPr id="19" name="object 19"/>
          <p:cNvSpPr txBox="1"/>
          <p:nvPr/>
        </p:nvSpPr>
        <p:spPr>
          <a:xfrm>
            <a:off x="2723581" y="3712681"/>
            <a:ext cx="153247" cy="264175"/>
          </a:xfrm>
          <a:prstGeom prst="rect">
            <a:avLst/>
          </a:prstGeom>
        </p:spPr>
        <p:txBody>
          <a:bodyPr vert="horz" wrap="square" lIns="0" tIns="17780" rIns="0" bIns="0" rtlCol="0">
            <a:spAutoFit/>
          </a:bodyPr>
          <a:lstStyle/>
          <a:p>
            <a:pPr marL="16933">
              <a:spcBef>
                <a:spcPts val="140"/>
              </a:spcBef>
            </a:pPr>
            <a:r>
              <a:rPr sz="1600" spc="-740" dirty="0">
                <a:latin typeface="Lucida Sans Unicode"/>
                <a:cs typeface="Lucida Sans Unicode"/>
              </a:rPr>
              <a:t>…</a:t>
            </a:r>
            <a:endParaRPr sz="1600">
              <a:latin typeface="Lucida Sans Unicode"/>
              <a:cs typeface="Lucida Sans Unicode"/>
            </a:endParaRPr>
          </a:p>
        </p:txBody>
      </p:sp>
      <p:grpSp>
        <p:nvGrpSpPr>
          <p:cNvPr id="20" name="object 20"/>
          <p:cNvGrpSpPr/>
          <p:nvPr/>
        </p:nvGrpSpPr>
        <p:grpSpPr>
          <a:xfrm>
            <a:off x="2594324" y="2276806"/>
            <a:ext cx="411480" cy="278553"/>
            <a:chOff x="1945743" y="1707604"/>
            <a:chExt cx="308610" cy="208915"/>
          </a:xfrm>
        </p:grpSpPr>
        <p:sp>
          <p:nvSpPr>
            <p:cNvPr id="21" name="object 21"/>
            <p:cNvSpPr/>
            <p:nvPr/>
          </p:nvSpPr>
          <p:spPr>
            <a:xfrm>
              <a:off x="1948480" y="1710342"/>
              <a:ext cx="302895" cy="203835"/>
            </a:xfrm>
            <a:custGeom>
              <a:avLst/>
              <a:gdLst/>
              <a:ahLst/>
              <a:cxnLst/>
              <a:rect l="l" t="t" r="r" b="b"/>
              <a:pathLst>
                <a:path w="302894" h="203835">
                  <a:moveTo>
                    <a:pt x="268799" y="203399"/>
                  </a:moveTo>
                  <a:lnTo>
                    <a:pt x="33900" y="203399"/>
                  </a:lnTo>
                  <a:lnTo>
                    <a:pt x="20705" y="200735"/>
                  </a:lnTo>
                  <a:lnTo>
                    <a:pt x="9929" y="193470"/>
                  </a:lnTo>
                  <a:lnTo>
                    <a:pt x="2664" y="182695"/>
                  </a:lnTo>
                  <a:lnTo>
                    <a:pt x="0" y="169499"/>
                  </a:lnTo>
                  <a:lnTo>
                    <a:pt x="0" y="33900"/>
                  </a:lnTo>
                  <a:lnTo>
                    <a:pt x="2664" y="20705"/>
                  </a:lnTo>
                  <a:lnTo>
                    <a:pt x="9929" y="9929"/>
                  </a:lnTo>
                  <a:lnTo>
                    <a:pt x="20705" y="2664"/>
                  </a:lnTo>
                  <a:lnTo>
                    <a:pt x="33900" y="0"/>
                  </a:lnTo>
                  <a:lnTo>
                    <a:pt x="268799" y="0"/>
                  </a:lnTo>
                  <a:lnTo>
                    <a:pt x="302042" y="27256"/>
                  </a:lnTo>
                  <a:lnTo>
                    <a:pt x="302699" y="33900"/>
                  </a:lnTo>
                  <a:lnTo>
                    <a:pt x="302699" y="169499"/>
                  </a:lnTo>
                  <a:lnTo>
                    <a:pt x="300035" y="182695"/>
                  </a:lnTo>
                  <a:lnTo>
                    <a:pt x="292770" y="193470"/>
                  </a:lnTo>
                  <a:lnTo>
                    <a:pt x="281995" y="200735"/>
                  </a:lnTo>
                  <a:lnTo>
                    <a:pt x="268799" y="203399"/>
                  </a:lnTo>
                  <a:close/>
                </a:path>
              </a:pathLst>
            </a:custGeom>
            <a:solidFill>
              <a:srgbClr val="FAADB3"/>
            </a:solidFill>
          </p:spPr>
          <p:txBody>
            <a:bodyPr wrap="square" lIns="0" tIns="0" rIns="0" bIns="0" rtlCol="0"/>
            <a:lstStyle/>
            <a:p>
              <a:endParaRPr sz="2400"/>
            </a:p>
          </p:txBody>
        </p:sp>
        <p:sp>
          <p:nvSpPr>
            <p:cNvPr id="22" name="object 22"/>
            <p:cNvSpPr/>
            <p:nvPr/>
          </p:nvSpPr>
          <p:spPr>
            <a:xfrm>
              <a:off x="1948480" y="1710342"/>
              <a:ext cx="302895" cy="203835"/>
            </a:xfrm>
            <a:custGeom>
              <a:avLst/>
              <a:gdLst/>
              <a:ahLst/>
              <a:cxnLst/>
              <a:rect l="l" t="t" r="r" b="b"/>
              <a:pathLst>
                <a:path w="302894" h="203835">
                  <a:moveTo>
                    <a:pt x="0" y="33900"/>
                  </a:moveTo>
                  <a:lnTo>
                    <a:pt x="2664" y="20705"/>
                  </a:lnTo>
                  <a:lnTo>
                    <a:pt x="9929" y="9929"/>
                  </a:lnTo>
                  <a:lnTo>
                    <a:pt x="20705" y="2664"/>
                  </a:lnTo>
                  <a:lnTo>
                    <a:pt x="33900" y="0"/>
                  </a:lnTo>
                  <a:lnTo>
                    <a:pt x="268799" y="0"/>
                  </a:lnTo>
                  <a:lnTo>
                    <a:pt x="302042" y="27256"/>
                  </a:lnTo>
                  <a:lnTo>
                    <a:pt x="302699" y="33900"/>
                  </a:lnTo>
                  <a:lnTo>
                    <a:pt x="302699" y="169499"/>
                  </a:lnTo>
                  <a:lnTo>
                    <a:pt x="300035" y="182695"/>
                  </a:lnTo>
                  <a:lnTo>
                    <a:pt x="292770" y="193470"/>
                  </a:lnTo>
                  <a:lnTo>
                    <a:pt x="281995" y="200735"/>
                  </a:lnTo>
                  <a:lnTo>
                    <a:pt x="268799" y="203399"/>
                  </a:lnTo>
                  <a:lnTo>
                    <a:pt x="33900" y="203399"/>
                  </a:lnTo>
                  <a:lnTo>
                    <a:pt x="20705" y="200735"/>
                  </a:lnTo>
                  <a:lnTo>
                    <a:pt x="9929" y="193470"/>
                  </a:lnTo>
                  <a:lnTo>
                    <a:pt x="2664" y="182695"/>
                  </a:lnTo>
                  <a:lnTo>
                    <a:pt x="0" y="169499"/>
                  </a:lnTo>
                  <a:lnTo>
                    <a:pt x="0" y="33900"/>
                  </a:lnTo>
                  <a:close/>
                </a:path>
              </a:pathLst>
            </a:custGeom>
            <a:ln w="5474">
              <a:solidFill>
                <a:srgbClr val="595959"/>
              </a:solidFill>
            </a:ln>
          </p:spPr>
          <p:txBody>
            <a:bodyPr wrap="square" lIns="0" tIns="0" rIns="0" bIns="0" rtlCol="0"/>
            <a:lstStyle/>
            <a:p>
              <a:endParaRPr sz="2400"/>
            </a:p>
          </p:txBody>
        </p:sp>
      </p:grpSp>
      <p:sp>
        <p:nvSpPr>
          <p:cNvPr id="23" name="object 23"/>
          <p:cNvSpPr txBox="1"/>
          <p:nvPr/>
        </p:nvSpPr>
        <p:spPr>
          <a:xfrm>
            <a:off x="2723581" y="2268515"/>
            <a:ext cx="153247" cy="715581"/>
          </a:xfrm>
          <a:prstGeom prst="rect">
            <a:avLst/>
          </a:prstGeom>
        </p:spPr>
        <p:txBody>
          <a:bodyPr vert="horz" wrap="square" lIns="0" tIns="17780" rIns="0" bIns="0" rtlCol="0">
            <a:spAutoFit/>
          </a:bodyPr>
          <a:lstStyle/>
          <a:p>
            <a:pPr marL="16933">
              <a:spcBef>
                <a:spcPts val="140"/>
              </a:spcBef>
            </a:pPr>
            <a:r>
              <a:rPr sz="1600" spc="-740" dirty="0">
                <a:latin typeface="Lucida Sans Unicode"/>
                <a:cs typeface="Lucida Sans Unicode"/>
              </a:rPr>
              <a:t>…</a:t>
            </a:r>
            <a:endParaRPr sz="1600">
              <a:latin typeface="Lucida Sans Unicode"/>
              <a:cs typeface="Lucida Sans Unicode"/>
            </a:endParaRPr>
          </a:p>
          <a:p>
            <a:pPr marL="16933">
              <a:spcBef>
                <a:spcPts val="1627"/>
              </a:spcBef>
            </a:pPr>
            <a:r>
              <a:rPr sz="1600" spc="-740" dirty="0">
                <a:latin typeface="Lucida Sans Unicode"/>
                <a:cs typeface="Lucida Sans Unicode"/>
              </a:rPr>
              <a:t>…</a:t>
            </a:r>
            <a:endParaRPr sz="1600">
              <a:latin typeface="Lucida Sans Unicode"/>
              <a:cs typeface="Lucida Sans Unicode"/>
            </a:endParaRPr>
          </a:p>
        </p:txBody>
      </p:sp>
      <p:grpSp>
        <p:nvGrpSpPr>
          <p:cNvPr id="24" name="object 24"/>
          <p:cNvGrpSpPr/>
          <p:nvPr/>
        </p:nvGrpSpPr>
        <p:grpSpPr>
          <a:xfrm>
            <a:off x="3001517" y="2718799"/>
            <a:ext cx="722207" cy="306493"/>
            <a:chOff x="2251137" y="2039099"/>
            <a:chExt cx="541655" cy="229870"/>
          </a:xfrm>
        </p:grpSpPr>
        <p:sp>
          <p:nvSpPr>
            <p:cNvPr id="25" name="object 25"/>
            <p:cNvSpPr/>
            <p:nvPr/>
          </p:nvSpPr>
          <p:spPr>
            <a:xfrm>
              <a:off x="2255899" y="2043862"/>
              <a:ext cx="532130" cy="220345"/>
            </a:xfrm>
            <a:custGeom>
              <a:avLst/>
              <a:gdLst/>
              <a:ahLst/>
              <a:cxnLst/>
              <a:rect l="l" t="t" r="r" b="b"/>
              <a:pathLst>
                <a:path w="532130" h="220344">
                  <a:moveTo>
                    <a:pt x="4952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495249" y="0"/>
                  </a:lnTo>
                  <a:lnTo>
                    <a:pt x="529110" y="22624"/>
                  </a:lnTo>
                  <a:lnTo>
                    <a:pt x="531899" y="36650"/>
                  </a:lnTo>
                  <a:lnTo>
                    <a:pt x="531899" y="183249"/>
                  </a:lnTo>
                  <a:lnTo>
                    <a:pt x="529019" y="197515"/>
                  </a:lnTo>
                  <a:lnTo>
                    <a:pt x="521165" y="209165"/>
                  </a:lnTo>
                  <a:lnTo>
                    <a:pt x="509515" y="217019"/>
                  </a:lnTo>
                  <a:lnTo>
                    <a:pt x="495249" y="219899"/>
                  </a:lnTo>
                  <a:close/>
                </a:path>
              </a:pathLst>
            </a:custGeom>
            <a:solidFill>
              <a:srgbClr val="E9F1F4"/>
            </a:solidFill>
          </p:spPr>
          <p:txBody>
            <a:bodyPr wrap="square" lIns="0" tIns="0" rIns="0" bIns="0" rtlCol="0"/>
            <a:lstStyle/>
            <a:p>
              <a:endParaRPr sz="2400"/>
            </a:p>
          </p:txBody>
        </p:sp>
        <p:sp>
          <p:nvSpPr>
            <p:cNvPr id="26" name="object 26"/>
            <p:cNvSpPr/>
            <p:nvPr/>
          </p:nvSpPr>
          <p:spPr>
            <a:xfrm>
              <a:off x="2255899" y="2043862"/>
              <a:ext cx="532130" cy="220345"/>
            </a:xfrm>
            <a:custGeom>
              <a:avLst/>
              <a:gdLst/>
              <a:ahLst/>
              <a:cxnLst/>
              <a:rect l="l" t="t" r="r" b="b"/>
              <a:pathLst>
                <a:path w="532130" h="220344">
                  <a:moveTo>
                    <a:pt x="0" y="36650"/>
                  </a:moveTo>
                  <a:lnTo>
                    <a:pt x="2880" y="22384"/>
                  </a:lnTo>
                  <a:lnTo>
                    <a:pt x="10734" y="10734"/>
                  </a:lnTo>
                  <a:lnTo>
                    <a:pt x="22384" y="2880"/>
                  </a:lnTo>
                  <a:lnTo>
                    <a:pt x="36650" y="0"/>
                  </a:lnTo>
                  <a:lnTo>
                    <a:pt x="495249" y="0"/>
                  </a:lnTo>
                  <a:lnTo>
                    <a:pt x="529110" y="22624"/>
                  </a:lnTo>
                  <a:lnTo>
                    <a:pt x="531899" y="36650"/>
                  </a:lnTo>
                  <a:lnTo>
                    <a:pt x="531899" y="183249"/>
                  </a:lnTo>
                  <a:lnTo>
                    <a:pt x="529019" y="197515"/>
                  </a:lnTo>
                  <a:lnTo>
                    <a:pt x="521165" y="209165"/>
                  </a:lnTo>
                  <a:lnTo>
                    <a:pt x="509515" y="217019"/>
                  </a:lnTo>
                  <a:lnTo>
                    <a:pt x="4952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grpSp>
      <p:sp>
        <p:nvSpPr>
          <p:cNvPr id="27" name="object 27"/>
          <p:cNvSpPr txBox="1"/>
          <p:nvPr/>
        </p:nvSpPr>
        <p:spPr>
          <a:xfrm>
            <a:off x="3061685" y="2703093"/>
            <a:ext cx="601979" cy="304421"/>
          </a:xfrm>
          <a:prstGeom prst="rect">
            <a:avLst/>
          </a:prstGeom>
        </p:spPr>
        <p:txBody>
          <a:bodyPr vert="horz" wrap="square" lIns="0" tIns="16933" rIns="0" bIns="0" rtlCol="0">
            <a:spAutoFit/>
          </a:bodyPr>
          <a:lstStyle/>
          <a:p>
            <a:pPr marL="16933">
              <a:spcBef>
                <a:spcPts val="133"/>
              </a:spcBef>
            </a:pPr>
            <a:r>
              <a:rPr sz="1867" spc="-13" dirty="0">
                <a:latin typeface="Lucida Sans Unicode"/>
                <a:cs typeface="Lucida Sans Unicode"/>
              </a:rPr>
              <a:t>Paris</a:t>
            </a:r>
            <a:endParaRPr sz="1867">
              <a:latin typeface="Lucida Sans Unicode"/>
              <a:cs typeface="Lucida Sans Unicode"/>
            </a:endParaRPr>
          </a:p>
        </p:txBody>
      </p:sp>
      <p:grpSp>
        <p:nvGrpSpPr>
          <p:cNvPr id="28" name="object 28"/>
          <p:cNvGrpSpPr/>
          <p:nvPr/>
        </p:nvGrpSpPr>
        <p:grpSpPr>
          <a:xfrm>
            <a:off x="2995217" y="3710683"/>
            <a:ext cx="2241127" cy="306493"/>
            <a:chOff x="2246412" y="2783012"/>
            <a:chExt cx="1680845" cy="229870"/>
          </a:xfrm>
        </p:grpSpPr>
        <p:sp>
          <p:nvSpPr>
            <p:cNvPr id="29" name="object 29"/>
            <p:cNvSpPr/>
            <p:nvPr/>
          </p:nvSpPr>
          <p:spPr>
            <a:xfrm>
              <a:off x="2783197" y="2787774"/>
              <a:ext cx="532130" cy="220345"/>
            </a:xfrm>
            <a:custGeom>
              <a:avLst/>
              <a:gdLst/>
              <a:ahLst/>
              <a:cxnLst/>
              <a:rect l="l" t="t" r="r" b="b"/>
              <a:pathLst>
                <a:path w="532129" h="220344">
                  <a:moveTo>
                    <a:pt x="4952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close/>
                </a:path>
              </a:pathLst>
            </a:custGeom>
            <a:solidFill>
              <a:srgbClr val="E9F1F4"/>
            </a:solidFill>
          </p:spPr>
          <p:txBody>
            <a:bodyPr wrap="square" lIns="0" tIns="0" rIns="0" bIns="0" rtlCol="0"/>
            <a:lstStyle/>
            <a:p>
              <a:endParaRPr sz="2400"/>
            </a:p>
          </p:txBody>
        </p:sp>
        <p:sp>
          <p:nvSpPr>
            <p:cNvPr id="30" name="object 30"/>
            <p:cNvSpPr/>
            <p:nvPr/>
          </p:nvSpPr>
          <p:spPr>
            <a:xfrm>
              <a:off x="2783197" y="2787774"/>
              <a:ext cx="532130" cy="220345"/>
            </a:xfrm>
            <a:custGeom>
              <a:avLst/>
              <a:gdLst/>
              <a:ahLst/>
              <a:cxnLst/>
              <a:rect l="l" t="t" r="r" b="b"/>
              <a:pathLst>
                <a:path w="532129" h="220344">
                  <a:moveTo>
                    <a:pt x="0" y="36650"/>
                  </a:move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sp>
          <p:nvSpPr>
            <p:cNvPr id="31" name="object 31"/>
            <p:cNvSpPr/>
            <p:nvPr/>
          </p:nvSpPr>
          <p:spPr>
            <a:xfrm>
              <a:off x="3315224" y="2787774"/>
              <a:ext cx="607695" cy="220345"/>
            </a:xfrm>
            <a:custGeom>
              <a:avLst/>
              <a:gdLst/>
              <a:ahLst/>
              <a:cxnLst/>
              <a:rect l="l" t="t" r="r" b="b"/>
              <a:pathLst>
                <a:path w="607695" h="220344">
                  <a:moveTo>
                    <a:pt x="5705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570549" y="0"/>
                  </a:lnTo>
                  <a:lnTo>
                    <a:pt x="604410" y="22625"/>
                  </a:lnTo>
                  <a:lnTo>
                    <a:pt x="607199" y="36650"/>
                  </a:lnTo>
                  <a:lnTo>
                    <a:pt x="607199" y="183249"/>
                  </a:lnTo>
                  <a:lnTo>
                    <a:pt x="604319" y="197515"/>
                  </a:lnTo>
                  <a:lnTo>
                    <a:pt x="596465" y="209165"/>
                  </a:lnTo>
                  <a:lnTo>
                    <a:pt x="584815" y="217019"/>
                  </a:lnTo>
                  <a:lnTo>
                    <a:pt x="570549" y="219899"/>
                  </a:lnTo>
                  <a:close/>
                </a:path>
              </a:pathLst>
            </a:custGeom>
            <a:solidFill>
              <a:srgbClr val="E9F1F4"/>
            </a:solidFill>
          </p:spPr>
          <p:txBody>
            <a:bodyPr wrap="square" lIns="0" tIns="0" rIns="0" bIns="0" rtlCol="0"/>
            <a:lstStyle/>
            <a:p>
              <a:endParaRPr sz="2400"/>
            </a:p>
          </p:txBody>
        </p:sp>
        <p:sp>
          <p:nvSpPr>
            <p:cNvPr id="32" name="object 32"/>
            <p:cNvSpPr/>
            <p:nvPr/>
          </p:nvSpPr>
          <p:spPr>
            <a:xfrm>
              <a:off x="3315224" y="2787774"/>
              <a:ext cx="607695" cy="220345"/>
            </a:xfrm>
            <a:custGeom>
              <a:avLst/>
              <a:gdLst/>
              <a:ahLst/>
              <a:cxnLst/>
              <a:rect l="l" t="t" r="r" b="b"/>
              <a:pathLst>
                <a:path w="607695" h="220344">
                  <a:moveTo>
                    <a:pt x="0" y="36650"/>
                  </a:moveTo>
                  <a:lnTo>
                    <a:pt x="2880" y="22384"/>
                  </a:lnTo>
                  <a:lnTo>
                    <a:pt x="10734" y="10734"/>
                  </a:lnTo>
                  <a:lnTo>
                    <a:pt x="22384" y="2880"/>
                  </a:lnTo>
                  <a:lnTo>
                    <a:pt x="36650" y="0"/>
                  </a:lnTo>
                  <a:lnTo>
                    <a:pt x="570549" y="0"/>
                  </a:lnTo>
                  <a:lnTo>
                    <a:pt x="604410" y="22625"/>
                  </a:lnTo>
                  <a:lnTo>
                    <a:pt x="607199" y="36650"/>
                  </a:lnTo>
                  <a:lnTo>
                    <a:pt x="607199" y="183249"/>
                  </a:lnTo>
                  <a:lnTo>
                    <a:pt x="604319" y="197515"/>
                  </a:lnTo>
                  <a:lnTo>
                    <a:pt x="596465" y="209165"/>
                  </a:lnTo>
                  <a:lnTo>
                    <a:pt x="584815" y="217019"/>
                  </a:lnTo>
                  <a:lnTo>
                    <a:pt x="5705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sp>
          <p:nvSpPr>
            <p:cNvPr id="33" name="object 33"/>
            <p:cNvSpPr/>
            <p:nvPr/>
          </p:nvSpPr>
          <p:spPr>
            <a:xfrm>
              <a:off x="2251174" y="2787774"/>
              <a:ext cx="532130" cy="220345"/>
            </a:xfrm>
            <a:custGeom>
              <a:avLst/>
              <a:gdLst/>
              <a:ahLst/>
              <a:cxnLst/>
              <a:rect l="l" t="t" r="r" b="b"/>
              <a:pathLst>
                <a:path w="532130" h="220344">
                  <a:moveTo>
                    <a:pt x="4952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close/>
                </a:path>
              </a:pathLst>
            </a:custGeom>
            <a:solidFill>
              <a:srgbClr val="E9F1F4"/>
            </a:solidFill>
          </p:spPr>
          <p:txBody>
            <a:bodyPr wrap="square" lIns="0" tIns="0" rIns="0" bIns="0" rtlCol="0"/>
            <a:lstStyle/>
            <a:p>
              <a:endParaRPr sz="2400"/>
            </a:p>
          </p:txBody>
        </p:sp>
        <p:sp>
          <p:nvSpPr>
            <p:cNvPr id="34" name="object 34"/>
            <p:cNvSpPr/>
            <p:nvPr/>
          </p:nvSpPr>
          <p:spPr>
            <a:xfrm>
              <a:off x="2251174" y="2787774"/>
              <a:ext cx="532130" cy="220345"/>
            </a:xfrm>
            <a:custGeom>
              <a:avLst/>
              <a:gdLst/>
              <a:ahLst/>
              <a:cxnLst/>
              <a:rect l="l" t="t" r="r" b="b"/>
              <a:pathLst>
                <a:path w="532130" h="220344">
                  <a:moveTo>
                    <a:pt x="0" y="36650"/>
                  </a:move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grpSp>
      <p:grpSp>
        <p:nvGrpSpPr>
          <p:cNvPr id="35" name="object 35"/>
          <p:cNvGrpSpPr/>
          <p:nvPr/>
        </p:nvGrpSpPr>
        <p:grpSpPr>
          <a:xfrm>
            <a:off x="2594164" y="4193150"/>
            <a:ext cx="1838960" cy="306493"/>
            <a:chOff x="1945623" y="3144862"/>
            <a:chExt cx="1379220" cy="229870"/>
          </a:xfrm>
        </p:grpSpPr>
        <p:sp>
          <p:nvSpPr>
            <p:cNvPr id="36" name="object 36"/>
            <p:cNvSpPr/>
            <p:nvPr/>
          </p:nvSpPr>
          <p:spPr>
            <a:xfrm>
              <a:off x="1948480" y="3166117"/>
              <a:ext cx="302895" cy="203835"/>
            </a:xfrm>
            <a:custGeom>
              <a:avLst/>
              <a:gdLst/>
              <a:ahLst/>
              <a:cxnLst/>
              <a:rect l="l" t="t" r="r" b="b"/>
              <a:pathLst>
                <a:path w="302894" h="203835">
                  <a:moveTo>
                    <a:pt x="268799" y="203399"/>
                  </a:moveTo>
                  <a:lnTo>
                    <a:pt x="33900" y="203399"/>
                  </a:lnTo>
                  <a:lnTo>
                    <a:pt x="20705" y="200735"/>
                  </a:lnTo>
                  <a:lnTo>
                    <a:pt x="9929" y="193470"/>
                  </a:lnTo>
                  <a:lnTo>
                    <a:pt x="2664" y="182695"/>
                  </a:lnTo>
                  <a:lnTo>
                    <a:pt x="0" y="169499"/>
                  </a:lnTo>
                  <a:lnTo>
                    <a:pt x="0" y="33900"/>
                  </a:lnTo>
                  <a:lnTo>
                    <a:pt x="2664" y="20705"/>
                  </a:lnTo>
                  <a:lnTo>
                    <a:pt x="9929" y="9929"/>
                  </a:lnTo>
                  <a:lnTo>
                    <a:pt x="20705" y="2664"/>
                  </a:lnTo>
                  <a:lnTo>
                    <a:pt x="33900" y="0"/>
                  </a:lnTo>
                  <a:lnTo>
                    <a:pt x="268799" y="0"/>
                  </a:lnTo>
                  <a:lnTo>
                    <a:pt x="302042" y="27256"/>
                  </a:lnTo>
                  <a:lnTo>
                    <a:pt x="302699" y="33900"/>
                  </a:lnTo>
                  <a:lnTo>
                    <a:pt x="302699" y="169499"/>
                  </a:lnTo>
                  <a:lnTo>
                    <a:pt x="300035" y="182695"/>
                  </a:lnTo>
                  <a:lnTo>
                    <a:pt x="292770" y="193470"/>
                  </a:lnTo>
                  <a:lnTo>
                    <a:pt x="281995" y="200735"/>
                  </a:lnTo>
                  <a:lnTo>
                    <a:pt x="268799" y="203399"/>
                  </a:lnTo>
                  <a:close/>
                </a:path>
              </a:pathLst>
            </a:custGeom>
            <a:solidFill>
              <a:srgbClr val="FAADB3"/>
            </a:solidFill>
          </p:spPr>
          <p:txBody>
            <a:bodyPr wrap="square" lIns="0" tIns="0" rIns="0" bIns="0" rtlCol="0"/>
            <a:lstStyle/>
            <a:p>
              <a:endParaRPr sz="2400"/>
            </a:p>
          </p:txBody>
        </p:sp>
        <p:sp>
          <p:nvSpPr>
            <p:cNvPr id="37" name="object 37"/>
            <p:cNvSpPr/>
            <p:nvPr/>
          </p:nvSpPr>
          <p:spPr>
            <a:xfrm>
              <a:off x="1948480" y="3166117"/>
              <a:ext cx="302895" cy="203835"/>
            </a:xfrm>
            <a:custGeom>
              <a:avLst/>
              <a:gdLst/>
              <a:ahLst/>
              <a:cxnLst/>
              <a:rect l="l" t="t" r="r" b="b"/>
              <a:pathLst>
                <a:path w="302894" h="203835">
                  <a:moveTo>
                    <a:pt x="0" y="33900"/>
                  </a:moveTo>
                  <a:lnTo>
                    <a:pt x="2664" y="20705"/>
                  </a:lnTo>
                  <a:lnTo>
                    <a:pt x="9929" y="9929"/>
                  </a:lnTo>
                  <a:lnTo>
                    <a:pt x="20705" y="2664"/>
                  </a:lnTo>
                  <a:lnTo>
                    <a:pt x="33900" y="0"/>
                  </a:lnTo>
                  <a:lnTo>
                    <a:pt x="268799" y="0"/>
                  </a:lnTo>
                  <a:lnTo>
                    <a:pt x="302042" y="27256"/>
                  </a:lnTo>
                  <a:lnTo>
                    <a:pt x="302699" y="33900"/>
                  </a:lnTo>
                  <a:lnTo>
                    <a:pt x="302699" y="169499"/>
                  </a:lnTo>
                  <a:lnTo>
                    <a:pt x="300035" y="182695"/>
                  </a:lnTo>
                  <a:lnTo>
                    <a:pt x="292770" y="193470"/>
                  </a:lnTo>
                  <a:lnTo>
                    <a:pt x="281995" y="200735"/>
                  </a:lnTo>
                  <a:lnTo>
                    <a:pt x="268799" y="203399"/>
                  </a:lnTo>
                  <a:lnTo>
                    <a:pt x="33900" y="203399"/>
                  </a:lnTo>
                  <a:lnTo>
                    <a:pt x="20705" y="200735"/>
                  </a:lnTo>
                  <a:lnTo>
                    <a:pt x="9929" y="193470"/>
                  </a:lnTo>
                  <a:lnTo>
                    <a:pt x="2664" y="182695"/>
                  </a:lnTo>
                  <a:lnTo>
                    <a:pt x="0" y="169499"/>
                  </a:lnTo>
                  <a:lnTo>
                    <a:pt x="0" y="33900"/>
                  </a:lnTo>
                  <a:close/>
                </a:path>
              </a:pathLst>
            </a:custGeom>
            <a:ln w="5474">
              <a:solidFill>
                <a:srgbClr val="595959"/>
              </a:solidFill>
            </a:ln>
          </p:spPr>
          <p:txBody>
            <a:bodyPr wrap="square" lIns="0" tIns="0" rIns="0" bIns="0" rtlCol="0"/>
            <a:lstStyle/>
            <a:p>
              <a:endParaRPr sz="2400"/>
            </a:p>
          </p:txBody>
        </p:sp>
        <p:sp>
          <p:nvSpPr>
            <p:cNvPr id="38" name="object 38"/>
            <p:cNvSpPr/>
            <p:nvPr/>
          </p:nvSpPr>
          <p:spPr>
            <a:xfrm>
              <a:off x="2787922" y="3149624"/>
              <a:ext cx="532130" cy="220345"/>
            </a:xfrm>
            <a:custGeom>
              <a:avLst/>
              <a:gdLst/>
              <a:ahLst/>
              <a:cxnLst/>
              <a:rect l="l" t="t" r="r" b="b"/>
              <a:pathLst>
                <a:path w="532129" h="220345">
                  <a:moveTo>
                    <a:pt x="4952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close/>
                </a:path>
              </a:pathLst>
            </a:custGeom>
            <a:solidFill>
              <a:srgbClr val="E9F1F4"/>
            </a:solidFill>
          </p:spPr>
          <p:txBody>
            <a:bodyPr wrap="square" lIns="0" tIns="0" rIns="0" bIns="0" rtlCol="0"/>
            <a:lstStyle/>
            <a:p>
              <a:endParaRPr sz="2400"/>
            </a:p>
          </p:txBody>
        </p:sp>
        <p:sp>
          <p:nvSpPr>
            <p:cNvPr id="39" name="object 39"/>
            <p:cNvSpPr/>
            <p:nvPr/>
          </p:nvSpPr>
          <p:spPr>
            <a:xfrm>
              <a:off x="2787922" y="3149624"/>
              <a:ext cx="532130" cy="220345"/>
            </a:xfrm>
            <a:custGeom>
              <a:avLst/>
              <a:gdLst/>
              <a:ahLst/>
              <a:cxnLst/>
              <a:rect l="l" t="t" r="r" b="b"/>
              <a:pathLst>
                <a:path w="532129" h="220345">
                  <a:moveTo>
                    <a:pt x="0" y="36650"/>
                  </a:move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grpSp>
      <p:sp>
        <p:nvSpPr>
          <p:cNvPr id="40" name="object 40"/>
          <p:cNvSpPr txBox="1"/>
          <p:nvPr/>
        </p:nvSpPr>
        <p:spPr>
          <a:xfrm>
            <a:off x="2723581" y="3190511"/>
            <a:ext cx="1390225" cy="1302258"/>
          </a:xfrm>
          <a:prstGeom prst="rect">
            <a:avLst/>
          </a:prstGeom>
        </p:spPr>
        <p:txBody>
          <a:bodyPr vert="horz" wrap="square" lIns="0" tIns="16933" rIns="0" bIns="0" rtlCol="0">
            <a:spAutoFit/>
          </a:bodyPr>
          <a:lstStyle/>
          <a:p>
            <a:pPr marR="6773" algn="r">
              <a:spcBef>
                <a:spcPts val="133"/>
              </a:spcBef>
              <a:tabLst>
                <a:tab pos="337812" algn="l"/>
                <a:tab pos="1305526" algn="l"/>
              </a:tabLst>
            </a:pPr>
            <a:r>
              <a:rPr sz="2400" spc="-1109" baseline="2314" dirty="0">
                <a:latin typeface="Lucida Sans Unicode"/>
                <a:cs typeface="Lucida Sans Unicode"/>
              </a:rPr>
              <a:t>…</a:t>
            </a:r>
            <a:r>
              <a:rPr sz="2400" baseline="2314" dirty="0">
                <a:latin typeface="Lucida Sans Unicode"/>
                <a:cs typeface="Lucida Sans Unicode"/>
              </a:rPr>
              <a:t>	</a:t>
            </a:r>
            <a:r>
              <a:rPr sz="1867" spc="-13" dirty="0">
                <a:latin typeface="Lucida Sans Unicode"/>
                <a:cs typeface="Lucida Sans Unicode"/>
              </a:rPr>
              <a:t>Paris</a:t>
            </a:r>
            <a:r>
              <a:rPr sz="1867" dirty="0">
                <a:latin typeface="Lucida Sans Unicode"/>
                <a:cs typeface="Lucida Sans Unicode"/>
              </a:rPr>
              <a:t>	</a:t>
            </a:r>
            <a:r>
              <a:rPr sz="1867" spc="-113" dirty="0">
                <a:latin typeface="Lucida Sans Unicode"/>
                <a:cs typeface="Lucida Sans Unicode"/>
              </a:rPr>
              <a:t>.</a:t>
            </a:r>
            <a:endParaRPr sz="1867">
              <a:latin typeface="Lucida Sans Unicode"/>
              <a:cs typeface="Lucida Sans Unicode"/>
            </a:endParaRPr>
          </a:p>
          <a:p>
            <a:pPr marR="12700" algn="r">
              <a:spcBef>
                <a:spcPts val="1733"/>
              </a:spcBef>
              <a:tabLst>
                <a:tab pos="967716" algn="l"/>
              </a:tabLst>
            </a:pPr>
            <a:r>
              <a:rPr sz="1867" spc="-13" dirty="0">
                <a:latin typeface="Lucida Sans Unicode"/>
                <a:cs typeface="Lucida Sans Unicode"/>
              </a:rPr>
              <a:t>Paris</a:t>
            </a:r>
            <a:r>
              <a:rPr sz="1867" dirty="0">
                <a:latin typeface="Lucida Sans Unicode"/>
                <a:cs typeface="Lucida Sans Unicode"/>
              </a:rPr>
              <a:t>	</a:t>
            </a:r>
            <a:r>
              <a:rPr sz="1867" spc="-67" dirty="0">
                <a:latin typeface="Lucida Sans Unicode"/>
                <a:cs typeface="Lucida Sans Unicode"/>
              </a:rPr>
              <a:t>.</a:t>
            </a:r>
            <a:endParaRPr sz="1867">
              <a:latin typeface="Lucida Sans Unicode"/>
              <a:cs typeface="Lucida Sans Unicode"/>
            </a:endParaRPr>
          </a:p>
          <a:p>
            <a:pPr marR="6773" algn="r">
              <a:spcBef>
                <a:spcPts val="1553"/>
              </a:spcBef>
            </a:pPr>
            <a:r>
              <a:rPr sz="1867" spc="-67" dirty="0">
                <a:latin typeface="Lucida Sans Unicode"/>
                <a:cs typeface="Lucida Sans Unicode"/>
              </a:rPr>
              <a:t>.</a:t>
            </a:r>
            <a:endParaRPr sz="1867">
              <a:latin typeface="Lucida Sans Unicode"/>
              <a:cs typeface="Lucida Sans Unicode"/>
            </a:endParaRPr>
          </a:p>
        </p:txBody>
      </p:sp>
      <p:grpSp>
        <p:nvGrpSpPr>
          <p:cNvPr id="41" name="object 41"/>
          <p:cNvGrpSpPr/>
          <p:nvPr/>
        </p:nvGrpSpPr>
        <p:grpSpPr>
          <a:xfrm>
            <a:off x="4420250" y="4193150"/>
            <a:ext cx="1531620" cy="306493"/>
            <a:chOff x="3315187" y="3144862"/>
            <a:chExt cx="1148715" cy="229870"/>
          </a:xfrm>
        </p:grpSpPr>
        <p:sp>
          <p:nvSpPr>
            <p:cNvPr id="42" name="object 42"/>
            <p:cNvSpPr/>
            <p:nvPr/>
          </p:nvSpPr>
          <p:spPr>
            <a:xfrm>
              <a:off x="3319950" y="3149624"/>
              <a:ext cx="607695" cy="220345"/>
            </a:xfrm>
            <a:custGeom>
              <a:avLst/>
              <a:gdLst/>
              <a:ahLst/>
              <a:cxnLst/>
              <a:rect l="l" t="t" r="r" b="b"/>
              <a:pathLst>
                <a:path w="607695" h="220345">
                  <a:moveTo>
                    <a:pt x="5705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570549" y="0"/>
                  </a:lnTo>
                  <a:lnTo>
                    <a:pt x="604410" y="22625"/>
                  </a:lnTo>
                  <a:lnTo>
                    <a:pt x="607199" y="36650"/>
                  </a:lnTo>
                  <a:lnTo>
                    <a:pt x="607199" y="183249"/>
                  </a:lnTo>
                  <a:lnTo>
                    <a:pt x="604319" y="197515"/>
                  </a:lnTo>
                  <a:lnTo>
                    <a:pt x="596465" y="209165"/>
                  </a:lnTo>
                  <a:lnTo>
                    <a:pt x="584815" y="217019"/>
                  </a:lnTo>
                  <a:lnTo>
                    <a:pt x="570549" y="219899"/>
                  </a:lnTo>
                  <a:close/>
                </a:path>
              </a:pathLst>
            </a:custGeom>
            <a:solidFill>
              <a:srgbClr val="E9F1F4"/>
            </a:solidFill>
          </p:spPr>
          <p:txBody>
            <a:bodyPr wrap="square" lIns="0" tIns="0" rIns="0" bIns="0" rtlCol="0"/>
            <a:lstStyle/>
            <a:p>
              <a:endParaRPr sz="2400"/>
            </a:p>
          </p:txBody>
        </p:sp>
        <p:sp>
          <p:nvSpPr>
            <p:cNvPr id="43" name="object 43"/>
            <p:cNvSpPr/>
            <p:nvPr/>
          </p:nvSpPr>
          <p:spPr>
            <a:xfrm>
              <a:off x="3319950" y="3149624"/>
              <a:ext cx="607695" cy="220345"/>
            </a:xfrm>
            <a:custGeom>
              <a:avLst/>
              <a:gdLst/>
              <a:ahLst/>
              <a:cxnLst/>
              <a:rect l="l" t="t" r="r" b="b"/>
              <a:pathLst>
                <a:path w="607695" h="220345">
                  <a:moveTo>
                    <a:pt x="0" y="36650"/>
                  </a:moveTo>
                  <a:lnTo>
                    <a:pt x="2880" y="22384"/>
                  </a:lnTo>
                  <a:lnTo>
                    <a:pt x="10734" y="10734"/>
                  </a:lnTo>
                  <a:lnTo>
                    <a:pt x="22384" y="2880"/>
                  </a:lnTo>
                  <a:lnTo>
                    <a:pt x="36650" y="0"/>
                  </a:lnTo>
                  <a:lnTo>
                    <a:pt x="570549" y="0"/>
                  </a:lnTo>
                  <a:lnTo>
                    <a:pt x="604410" y="22625"/>
                  </a:lnTo>
                  <a:lnTo>
                    <a:pt x="607199" y="36650"/>
                  </a:lnTo>
                  <a:lnTo>
                    <a:pt x="607199" y="183249"/>
                  </a:lnTo>
                  <a:lnTo>
                    <a:pt x="604319" y="197515"/>
                  </a:lnTo>
                  <a:lnTo>
                    <a:pt x="596465" y="209165"/>
                  </a:lnTo>
                  <a:lnTo>
                    <a:pt x="584815" y="217019"/>
                  </a:lnTo>
                  <a:lnTo>
                    <a:pt x="5705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sp>
          <p:nvSpPr>
            <p:cNvPr id="44" name="object 44"/>
            <p:cNvSpPr/>
            <p:nvPr/>
          </p:nvSpPr>
          <p:spPr>
            <a:xfrm>
              <a:off x="3927150" y="3149624"/>
              <a:ext cx="532130" cy="220345"/>
            </a:xfrm>
            <a:custGeom>
              <a:avLst/>
              <a:gdLst/>
              <a:ahLst/>
              <a:cxnLst/>
              <a:rect l="l" t="t" r="r" b="b"/>
              <a:pathLst>
                <a:path w="532129" h="220345">
                  <a:moveTo>
                    <a:pt x="4952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close/>
                </a:path>
              </a:pathLst>
            </a:custGeom>
            <a:solidFill>
              <a:srgbClr val="E9F1F4"/>
            </a:solidFill>
          </p:spPr>
          <p:txBody>
            <a:bodyPr wrap="square" lIns="0" tIns="0" rIns="0" bIns="0" rtlCol="0"/>
            <a:lstStyle/>
            <a:p>
              <a:endParaRPr sz="2400"/>
            </a:p>
          </p:txBody>
        </p:sp>
        <p:sp>
          <p:nvSpPr>
            <p:cNvPr id="45" name="object 45"/>
            <p:cNvSpPr/>
            <p:nvPr/>
          </p:nvSpPr>
          <p:spPr>
            <a:xfrm>
              <a:off x="3927150" y="3149624"/>
              <a:ext cx="532130" cy="220345"/>
            </a:xfrm>
            <a:custGeom>
              <a:avLst/>
              <a:gdLst/>
              <a:ahLst/>
              <a:cxnLst/>
              <a:rect l="l" t="t" r="r" b="b"/>
              <a:pathLst>
                <a:path w="532129" h="220345">
                  <a:moveTo>
                    <a:pt x="0" y="36650"/>
                  </a:move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grpSp>
      <p:sp>
        <p:nvSpPr>
          <p:cNvPr id="46" name="object 46"/>
          <p:cNvSpPr txBox="1"/>
          <p:nvPr/>
        </p:nvSpPr>
        <p:spPr>
          <a:xfrm>
            <a:off x="4439852" y="3694978"/>
            <a:ext cx="1258992" cy="796927"/>
          </a:xfrm>
          <a:prstGeom prst="rect">
            <a:avLst/>
          </a:prstGeom>
        </p:spPr>
        <p:txBody>
          <a:bodyPr vert="horz" wrap="square" lIns="0" tIns="16933" rIns="0" bIns="0" rtlCol="0">
            <a:spAutoFit/>
          </a:bodyPr>
          <a:lstStyle/>
          <a:p>
            <a:pPr marL="16933">
              <a:spcBef>
                <a:spcPts val="133"/>
              </a:spcBef>
            </a:pPr>
            <a:r>
              <a:rPr sz="1867" spc="60" dirty="0">
                <a:latin typeface="Lucida Sans Unicode"/>
                <a:cs typeface="Lucida Sans Unicode"/>
              </a:rPr>
              <a:t>Which</a:t>
            </a:r>
            <a:endParaRPr sz="1867">
              <a:latin typeface="Lucida Sans Unicode"/>
              <a:cs typeface="Lucida Sans Unicode"/>
            </a:endParaRPr>
          </a:p>
          <a:p>
            <a:pPr marL="22859">
              <a:spcBef>
                <a:spcPts val="1560"/>
              </a:spcBef>
              <a:tabLst>
                <a:tab pos="1059154" algn="l"/>
              </a:tabLst>
            </a:pPr>
            <a:r>
              <a:rPr sz="1867" spc="60" dirty="0">
                <a:latin typeface="Lucida Sans Unicode"/>
                <a:cs typeface="Lucida Sans Unicode"/>
              </a:rPr>
              <a:t>Which</a:t>
            </a:r>
            <a:r>
              <a:rPr sz="1867" dirty="0">
                <a:latin typeface="Lucida Sans Unicode"/>
                <a:cs typeface="Lucida Sans Unicode"/>
              </a:rPr>
              <a:t>	</a:t>
            </a:r>
            <a:r>
              <a:rPr sz="1867" spc="-33" dirty="0">
                <a:latin typeface="Lucida Sans Unicode"/>
                <a:cs typeface="Lucida Sans Unicode"/>
              </a:rPr>
              <a:t>is</a:t>
            </a:r>
            <a:endParaRPr sz="1867">
              <a:latin typeface="Lucida Sans Unicode"/>
              <a:cs typeface="Lucida Sans Unicode"/>
            </a:endParaRPr>
          </a:p>
        </p:txBody>
      </p:sp>
      <p:grpSp>
        <p:nvGrpSpPr>
          <p:cNvPr id="47" name="object 47"/>
          <p:cNvGrpSpPr/>
          <p:nvPr/>
        </p:nvGrpSpPr>
        <p:grpSpPr>
          <a:xfrm>
            <a:off x="3001517" y="4193150"/>
            <a:ext cx="722207" cy="306493"/>
            <a:chOff x="2251137" y="3144862"/>
            <a:chExt cx="541655" cy="229870"/>
          </a:xfrm>
        </p:grpSpPr>
        <p:sp>
          <p:nvSpPr>
            <p:cNvPr id="48" name="object 48"/>
            <p:cNvSpPr/>
            <p:nvPr/>
          </p:nvSpPr>
          <p:spPr>
            <a:xfrm>
              <a:off x="2255899" y="3149624"/>
              <a:ext cx="532130" cy="220345"/>
            </a:xfrm>
            <a:custGeom>
              <a:avLst/>
              <a:gdLst/>
              <a:ahLst/>
              <a:cxnLst/>
              <a:rect l="l" t="t" r="r" b="b"/>
              <a:pathLst>
                <a:path w="532130" h="220345">
                  <a:moveTo>
                    <a:pt x="4952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close/>
                </a:path>
              </a:pathLst>
            </a:custGeom>
            <a:solidFill>
              <a:srgbClr val="E9F1F4"/>
            </a:solidFill>
          </p:spPr>
          <p:txBody>
            <a:bodyPr wrap="square" lIns="0" tIns="0" rIns="0" bIns="0" rtlCol="0"/>
            <a:lstStyle/>
            <a:p>
              <a:endParaRPr sz="2400"/>
            </a:p>
          </p:txBody>
        </p:sp>
        <p:sp>
          <p:nvSpPr>
            <p:cNvPr id="49" name="object 49"/>
            <p:cNvSpPr/>
            <p:nvPr/>
          </p:nvSpPr>
          <p:spPr>
            <a:xfrm>
              <a:off x="2255899" y="3149624"/>
              <a:ext cx="532130" cy="220345"/>
            </a:xfrm>
            <a:custGeom>
              <a:avLst/>
              <a:gdLst/>
              <a:ahLst/>
              <a:cxnLst/>
              <a:rect l="l" t="t" r="r" b="b"/>
              <a:pathLst>
                <a:path w="532130" h="220345">
                  <a:moveTo>
                    <a:pt x="0" y="36650"/>
                  </a:move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grpSp>
      <p:sp>
        <p:nvSpPr>
          <p:cNvPr id="50" name="object 50"/>
          <p:cNvSpPr txBox="1"/>
          <p:nvPr/>
        </p:nvSpPr>
        <p:spPr>
          <a:xfrm>
            <a:off x="2723581" y="4177444"/>
            <a:ext cx="940647" cy="304421"/>
          </a:xfrm>
          <a:prstGeom prst="rect">
            <a:avLst/>
          </a:prstGeom>
        </p:spPr>
        <p:txBody>
          <a:bodyPr vert="horz" wrap="square" lIns="0" tIns="16933" rIns="0" bIns="0" rtlCol="0">
            <a:spAutoFit/>
          </a:bodyPr>
          <a:lstStyle/>
          <a:p>
            <a:pPr marL="16933">
              <a:spcBef>
                <a:spcPts val="133"/>
              </a:spcBef>
              <a:tabLst>
                <a:tab pos="354744" algn="l"/>
              </a:tabLst>
            </a:pPr>
            <a:r>
              <a:rPr sz="1600" spc="-740" dirty="0">
                <a:latin typeface="Lucida Sans Unicode"/>
                <a:cs typeface="Lucida Sans Unicode"/>
              </a:rPr>
              <a:t>…</a:t>
            </a:r>
            <a:r>
              <a:rPr sz="1600" dirty="0">
                <a:latin typeface="Lucida Sans Unicode"/>
                <a:cs typeface="Lucida Sans Unicode"/>
              </a:rPr>
              <a:t>	</a:t>
            </a:r>
            <a:r>
              <a:rPr sz="1867" spc="-13" dirty="0">
                <a:latin typeface="Lucida Sans Unicode"/>
                <a:cs typeface="Lucida Sans Unicode"/>
              </a:rPr>
              <a:t>Paris</a:t>
            </a:r>
            <a:endParaRPr sz="1867">
              <a:latin typeface="Lucida Sans Unicode"/>
              <a:cs typeface="Lucida Sans Unicode"/>
            </a:endParaRPr>
          </a:p>
        </p:txBody>
      </p:sp>
      <p:sp>
        <p:nvSpPr>
          <p:cNvPr id="51" name="object 51" descr="$PPTXTitle"/>
          <p:cNvSpPr txBox="1">
            <a:spLocks noGrp="1"/>
          </p:cNvSpPr>
          <p:nvPr>
            <p:ph type="title"/>
          </p:nvPr>
        </p:nvSpPr>
        <p:spPr>
          <a:xfrm>
            <a:off x="309316" y="671823"/>
            <a:ext cx="14020800" cy="509541"/>
          </a:xfrm>
          <a:prstGeom prst="rect">
            <a:avLst/>
          </a:prstGeom>
        </p:spPr>
        <p:txBody>
          <a:bodyPr vert="horz" wrap="square" lIns="0" tIns="16933" rIns="0" bIns="0" rtlCol="0" anchor="ctr">
            <a:spAutoFit/>
          </a:bodyPr>
          <a:lstStyle/>
          <a:p>
            <a:pPr marL="279393">
              <a:spcBef>
                <a:spcPts val="133"/>
              </a:spcBef>
            </a:pPr>
            <a:r>
              <a:rPr dirty="0"/>
              <a:t>How</a:t>
            </a:r>
            <a:r>
              <a:rPr spc="-140" dirty="0"/>
              <a:t> </a:t>
            </a:r>
            <a:r>
              <a:rPr spc="93" dirty="0"/>
              <a:t>do</a:t>
            </a:r>
            <a:r>
              <a:rPr spc="-140" dirty="0"/>
              <a:t> </a:t>
            </a:r>
            <a:r>
              <a:rPr spc="93" dirty="0"/>
              <a:t>you</a:t>
            </a:r>
            <a:r>
              <a:rPr spc="-140" dirty="0"/>
              <a:t> </a:t>
            </a:r>
            <a:r>
              <a:rPr dirty="0"/>
              <a:t>verify</a:t>
            </a:r>
            <a:r>
              <a:rPr spc="-140" dirty="0"/>
              <a:t> </a:t>
            </a:r>
            <a:r>
              <a:rPr spc="-13" dirty="0"/>
              <a:t>tokens?</a:t>
            </a:r>
          </a:p>
        </p:txBody>
      </p:sp>
      <p:grpSp>
        <p:nvGrpSpPr>
          <p:cNvPr id="52" name="object 52"/>
          <p:cNvGrpSpPr/>
          <p:nvPr/>
        </p:nvGrpSpPr>
        <p:grpSpPr>
          <a:xfrm>
            <a:off x="3081134" y="2278450"/>
            <a:ext cx="1431713" cy="296333"/>
            <a:chOff x="2310850" y="1708837"/>
            <a:chExt cx="1073785" cy="222250"/>
          </a:xfrm>
        </p:grpSpPr>
        <p:sp>
          <p:nvSpPr>
            <p:cNvPr id="53" name="object 53"/>
            <p:cNvSpPr/>
            <p:nvPr/>
          </p:nvSpPr>
          <p:spPr>
            <a:xfrm>
              <a:off x="2701237" y="1900308"/>
              <a:ext cx="91440" cy="27940"/>
            </a:xfrm>
            <a:custGeom>
              <a:avLst/>
              <a:gdLst/>
              <a:ahLst/>
              <a:cxnLst/>
              <a:rect l="l" t="t" r="r" b="b"/>
              <a:pathLst>
                <a:path w="91439" h="27939">
                  <a:moveTo>
                    <a:pt x="90899" y="27599"/>
                  </a:moveTo>
                  <a:lnTo>
                    <a:pt x="0" y="27599"/>
                  </a:lnTo>
                  <a:lnTo>
                    <a:pt x="0" y="0"/>
                  </a:lnTo>
                  <a:lnTo>
                    <a:pt x="90899" y="0"/>
                  </a:lnTo>
                  <a:lnTo>
                    <a:pt x="90899" y="27599"/>
                  </a:lnTo>
                  <a:close/>
                </a:path>
              </a:pathLst>
            </a:custGeom>
            <a:solidFill>
              <a:srgbClr val="DAF7FF"/>
            </a:solidFill>
          </p:spPr>
          <p:txBody>
            <a:bodyPr wrap="square" lIns="0" tIns="0" rIns="0" bIns="0" rtlCol="0"/>
            <a:lstStyle/>
            <a:p>
              <a:endParaRPr sz="2400"/>
            </a:p>
          </p:txBody>
        </p:sp>
        <p:sp>
          <p:nvSpPr>
            <p:cNvPr id="54" name="object 54"/>
            <p:cNvSpPr/>
            <p:nvPr/>
          </p:nvSpPr>
          <p:spPr>
            <a:xfrm>
              <a:off x="2701237" y="1900308"/>
              <a:ext cx="91440" cy="27940"/>
            </a:xfrm>
            <a:custGeom>
              <a:avLst/>
              <a:gdLst/>
              <a:ahLst/>
              <a:cxnLst/>
              <a:rect l="l" t="t" r="r" b="b"/>
              <a:pathLst>
                <a:path w="91439" h="27939">
                  <a:moveTo>
                    <a:pt x="0" y="0"/>
                  </a:moveTo>
                  <a:lnTo>
                    <a:pt x="90899" y="0"/>
                  </a:lnTo>
                  <a:lnTo>
                    <a:pt x="90899" y="27599"/>
                  </a:lnTo>
                  <a:lnTo>
                    <a:pt x="0" y="27599"/>
                  </a:lnTo>
                  <a:lnTo>
                    <a:pt x="0" y="0"/>
                  </a:lnTo>
                  <a:close/>
                </a:path>
              </a:pathLst>
            </a:custGeom>
            <a:ln w="3175">
              <a:solidFill>
                <a:srgbClr val="237A94"/>
              </a:solidFill>
            </a:ln>
          </p:spPr>
          <p:txBody>
            <a:bodyPr wrap="square" lIns="0" tIns="0" rIns="0" bIns="0" rtlCol="0"/>
            <a:lstStyle/>
            <a:p>
              <a:endParaRPr sz="2400"/>
            </a:p>
          </p:txBody>
        </p:sp>
        <p:sp>
          <p:nvSpPr>
            <p:cNvPr id="55" name="object 55"/>
            <p:cNvSpPr/>
            <p:nvPr/>
          </p:nvSpPr>
          <p:spPr>
            <a:xfrm>
              <a:off x="2473798" y="1771065"/>
              <a:ext cx="91440" cy="156210"/>
            </a:xfrm>
            <a:custGeom>
              <a:avLst/>
              <a:gdLst/>
              <a:ahLst/>
              <a:cxnLst/>
              <a:rect l="l" t="t" r="r" b="b"/>
              <a:pathLst>
                <a:path w="91439" h="156210">
                  <a:moveTo>
                    <a:pt x="90899" y="155999"/>
                  </a:moveTo>
                  <a:lnTo>
                    <a:pt x="0" y="155999"/>
                  </a:lnTo>
                  <a:lnTo>
                    <a:pt x="0" y="0"/>
                  </a:lnTo>
                  <a:lnTo>
                    <a:pt x="90899" y="0"/>
                  </a:lnTo>
                  <a:lnTo>
                    <a:pt x="90899" y="155999"/>
                  </a:lnTo>
                  <a:close/>
                </a:path>
              </a:pathLst>
            </a:custGeom>
            <a:solidFill>
              <a:srgbClr val="DAF7FF"/>
            </a:solidFill>
          </p:spPr>
          <p:txBody>
            <a:bodyPr wrap="square" lIns="0" tIns="0" rIns="0" bIns="0" rtlCol="0"/>
            <a:lstStyle/>
            <a:p>
              <a:endParaRPr sz="2400"/>
            </a:p>
          </p:txBody>
        </p:sp>
        <p:sp>
          <p:nvSpPr>
            <p:cNvPr id="56" name="object 56"/>
            <p:cNvSpPr/>
            <p:nvPr/>
          </p:nvSpPr>
          <p:spPr>
            <a:xfrm>
              <a:off x="2473798" y="1771065"/>
              <a:ext cx="91440" cy="156210"/>
            </a:xfrm>
            <a:custGeom>
              <a:avLst/>
              <a:gdLst/>
              <a:ahLst/>
              <a:cxnLst/>
              <a:rect l="l" t="t" r="r" b="b"/>
              <a:pathLst>
                <a:path w="91439" h="156210">
                  <a:moveTo>
                    <a:pt x="0" y="0"/>
                  </a:moveTo>
                  <a:lnTo>
                    <a:pt x="90899" y="0"/>
                  </a:lnTo>
                  <a:lnTo>
                    <a:pt x="90899" y="155999"/>
                  </a:lnTo>
                  <a:lnTo>
                    <a:pt x="0" y="155999"/>
                  </a:lnTo>
                  <a:lnTo>
                    <a:pt x="0" y="0"/>
                  </a:lnTo>
                  <a:close/>
                </a:path>
              </a:pathLst>
            </a:custGeom>
            <a:ln w="3175">
              <a:solidFill>
                <a:srgbClr val="237A94"/>
              </a:solidFill>
            </a:ln>
          </p:spPr>
          <p:txBody>
            <a:bodyPr wrap="square" lIns="0" tIns="0" rIns="0" bIns="0" rtlCol="0"/>
            <a:lstStyle/>
            <a:p>
              <a:endParaRPr sz="2400"/>
            </a:p>
          </p:txBody>
        </p:sp>
        <p:sp>
          <p:nvSpPr>
            <p:cNvPr id="57" name="object 57"/>
            <p:cNvSpPr/>
            <p:nvPr/>
          </p:nvSpPr>
          <p:spPr>
            <a:xfrm>
              <a:off x="2587515" y="1859256"/>
              <a:ext cx="91440" cy="67945"/>
            </a:xfrm>
            <a:custGeom>
              <a:avLst/>
              <a:gdLst/>
              <a:ahLst/>
              <a:cxnLst/>
              <a:rect l="l" t="t" r="r" b="b"/>
              <a:pathLst>
                <a:path w="91439" h="67944">
                  <a:moveTo>
                    <a:pt x="90899" y="67799"/>
                  </a:moveTo>
                  <a:lnTo>
                    <a:pt x="0" y="67799"/>
                  </a:lnTo>
                  <a:lnTo>
                    <a:pt x="0" y="0"/>
                  </a:lnTo>
                  <a:lnTo>
                    <a:pt x="90899" y="0"/>
                  </a:lnTo>
                  <a:lnTo>
                    <a:pt x="90899" y="67799"/>
                  </a:lnTo>
                  <a:close/>
                </a:path>
              </a:pathLst>
            </a:custGeom>
            <a:solidFill>
              <a:srgbClr val="DAF7FF"/>
            </a:solidFill>
          </p:spPr>
          <p:txBody>
            <a:bodyPr wrap="square" lIns="0" tIns="0" rIns="0" bIns="0" rtlCol="0"/>
            <a:lstStyle/>
            <a:p>
              <a:endParaRPr sz="2400"/>
            </a:p>
          </p:txBody>
        </p:sp>
        <p:sp>
          <p:nvSpPr>
            <p:cNvPr id="58" name="object 58"/>
            <p:cNvSpPr/>
            <p:nvPr/>
          </p:nvSpPr>
          <p:spPr>
            <a:xfrm>
              <a:off x="2587515" y="1859256"/>
              <a:ext cx="91440" cy="67945"/>
            </a:xfrm>
            <a:custGeom>
              <a:avLst/>
              <a:gdLst/>
              <a:ahLst/>
              <a:cxnLst/>
              <a:rect l="l" t="t" r="r" b="b"/>
              <a:pathLst>
                <a:path w="91439" h="67944">
                  <a:moveTo>
                    <a:pt x="0" y="0"/>
                  </a:moveTo>
                  <a:lnTo>
                    <a:pt x="90899" y="0"/>
                  </a:lnTo>
                  <a:lnTo>
                    <a:pt x="90899" y="67799"/>
                  </a:lnTo>
                  <a:lnTo>
                    <a:pt x="0" y="67799"/>
                  </a:lnTo>
                  <a:lnTo>
                    <a:pt x="0" y="0"/>
                  </a:lnTo>
                  <a:close/>
                </a:path>
              </a:pathLst>
            </a:custGeom>
            <a:ln w="3175">
              <a:solidFill>
                <a:srgbClr val="237A94"/>
              </a:solidFill>
            </a:ln>
          </p:spPr>
          <p:txBody>
            <a:bodyPr wrap="square" lIns="0" tIns="0" rIns="0" bIns="0" rtlCol="0"/>
            <a:lstStyle/>
            <a:p>
              <a:endParaRPr sz="2400"/>
            </a:p>
          </p:txBody>
        </p:sp>
        <p:sp>
          <p:nvSpPr>
            <p:cNvPr id="59" name="object 59"/>
            <p:cNvSpPr/>
            <p:nvPr/>
          </p:nvSpPr>
          <p:spPr>
            <a:xfrm>
              <a:off x="2360079" y="1710350"/>
              <a:ext cx="91440" cy="217804"/>
            </a:xfrm>
            <a:custGeom>
              <a:avLst/>
              <a:gdLst/>
              <a:ahLst/>
              <a:cxnLst/>
              <a:rect l="l" t="t" r="r" b="b"/>
              <a:pathLst>
                <a:path w="91439" h="217805">
                  <a:moveTo>
                    <a:pt x="90899" y="217799"/>
                  </a:moveTo>
                  <a:lnTo>
                    <a:pt x="0" y="217799"/>
                  </a:lnTo>
                  <a:lnTo>
                    <a:pt x="0" y="0"/>
                  </a:lnTo>
                  <a:lnTo>
                    <a:pt x="90899" y="0"/>
                  </a:lnTo>
                  <a:lnTo>
                    <a:pt x="90899" y="217799"/>
                  </a:lnTo>
                  <a:close/>
                </a:path>
              </a:pathLst>
            </a:custGeom>
            <a:solidFill>
              <a:srgbClr val="DAF7FF"/>
            </a:solidFill>
          </p:spPr>
          <p:txBody>
            <a:bodyPr wrap="square" lIns="0" tIns="0" rIns="0" bIns="0" rtlCol="0"/>
            <a:lstStyle/>
            <a:p>
              <a:endParaRPr sz="2400"/>
            </a:p>
          </p:txBody>
        </p:sp>
        <p:sp>
          <p:nvSpPr>
            <p:cNvPr id="60" name="object 60"/>
            <p:cNvSpPr/>
            <p:nvPr/>
          </p:nvSpPr>
          <p:spPr>
            <a:xfrm>
              <a:off x="2360079" y="1710350"/>
              <a:ext cx="91440" cy="217804"/>
            </a:xfrm>
            <a:custGeom>
              <a:avLst/>
              <a:gdLst/>
              <a:ahLst/>
              <a:cxnLst/>
              <a:rect l="l" t="t" r="r" b="b"/>
              <a:pathLst>
                <a:path w="91439" h="217805">
                  <a:moveTo>
                    <a:pt x="0" y="0"/>
                  </a:moveTo>
                  <a:lnTo>
                    <a:pt x="90899" y="0"/>
                  </a:lnTo>
                  <a:lnTo>
                    <a:pt x="90899" y="217799"/>
                  </a:lnTo>
                  <a:lnTo>
                    <a:pt x="0" y="217799"/>
                  </a:lnTo>
                  <a:lnTo>
                    <a:pt x="0" y="0"/>
                  </a:lnTo>
                  <a:close/>
                </a:path>
              </a:pathLst>
            </a:custGeom>
            <a:ln w="3175">
              <a:solidFill>
                <a:srgbClr val="237A94"/>
              </a:solidFill>
            </a:ln>
          </p:spPr>
          <p:txBody>
            <a:bodyPr wrap="square" lIns="0" tIns="0" rIns="0" bIns="0" rtlCol="0"/>
            <a:lstStyle/>
            <a:p>
              <a:endParaRPr sz="2400"/>
            </a:p>
          </p:txBody>
        </p:sp>
        <p:sp>
          <p:nvSpPr>
            <p:cNvPr id="61" name="object 61"/>
            <p:cNvSpPr/>
            <p:nvPr/>
          </p:nvSpPr>
          <p:spPr>
            <a:xfrm>
              <a:off x="2311600" y="1929350"/>
              <a:ext cx="514984" cy="1270"/>
            </a:xfrm>
            <a:custGeom>
              <a:avLst/>
              <a:gdLst/>
              <a:ahLst/>
              <a:cxnLst/>
              <a:rect l="l" t="t" r="r" b="b"/>
              <a:pathLst>
                <a:path w="514985" h="1269">
                  <a:moveTo>
                    <a:pt x="0" y="899"/>
                  </a:moveTo>
                  <a:lnTo>
                    <a:pt x="514499" y="0"/>
                  </a:lnTo>
                </a:path>
              </a:pathLst>
            </a:custGeom>
            <a:ln w="3175">
              <a:solidFill>
                <a:srgbClr val="4285F4"/>
              </a:solidFill>
            </a:ln>
          </p:spPr>
          <p:txBody>
            <a:bodyPr wrap="square" lIns="0" tIns="0" rIns="0" bIns="0" rtlCol="0"/>
            <a:lstStyle/>
            <a:p>
              <a:endParaRPr sz="2400"/>
            </a:p>
          </p:txBody>
        </p:sp>
        <p:sp>
          <p:nvSpPr>
            <p:cNvPr id="62" name="object 62"/>
            <p:cNvSpPr/>
            <p:nvPr/>
          </p:nvSpPr>
          <p:spPr>
            <a:xfrm>
              <a:off x="3259012" y="1900308"/>
              <a:ext cx="91440" cy="27940"/>
            </a:xfrm>
            <a:custGeom>
              <a:avLst/>
              <a:gdLst/>
              <a:ahLst/>
              <a:cxnLst/>
              <a:rect l="l" t="t" r="r" b="b"/>
              <a:pathLst>
                <a:path w="91439" h="27939">
                  <a:moveTo>
                    <a:pt x="90899" y="27599"/>
                  </a:moveTo>
                  <a:lnTo>
                    <a:pt x="0" y="27599"/>
                  </a:lnTo>
                  <a:lnTo>
                    <a:pt x="0" y="0"/>
                  </a:lnTo>
                  <a:lnTo>
                    <a:pt x="90899" y="0"/>
                  </a:lnTo>
                  <a:lnTo>
                    <a:pt x="90899" y="27599"/>
                  </a:lnTo>
                  <a:close/>
                </a:path>
              </a:pathLst>
            </a:custGeom>
            <a:solidFill>
              <a:srgbClr val="E3C1E1"/>
            </a:solidFill>
          </p:spPr>
          <p:txBody>
            <a:bodyPr wrap="square" lIns="0" tIns="0" rIns="0" bIns="0" rtlCol="0"/>
            <a:lstStyle/>
            <a:p>
              <a:endParaRPr sz="2400"/>
            </a:p>
          </p:txBody>
        </p:sp>
        <p:sp>
          <p:nvSpPr>
            <p:cNvPr id="63" name="object 63"/>
            <p:cNvSpPr/>
            <p:nvPr/>
          </p:nvSpPr>
          <p:spPr>
            <a:xfrm>
              <a:off x="3259012" y="1900308"/>
              <a:ext cx="91440" cy="27940"/>
            </a:xfrm>
            <a:custGeom>
              <a:avLst/>
              <a:gdLst/>
              <a:ahLst/>
              <a:cxnLst/>
              <a:rect l="l" t="t" r="r" b="b"/>
              <a:pathLst>
                <a:path w="91439" h="27939">
                  <a:moveTo>
                    <a:pt x="0" y="0"/>
                  </a:moveTo>
                  <a:lnTo>
                    <a:pt x="90899" y="0"/>
                  </a:lnTo>
                  <a:lnTo>
                    <a:pt x="90899" y="27599"/>
                  </a:lnTo>
                  <a:lnTo>
                    <a:pt x="0" y="27599"/>
                  </a:lnTo>
                  <a:lnTo>
                    <a:pt x="0" y="0"/>
                  </a:lnTo>
                  <a:close/>
                </a:path>
              </a:pathLst>
            </a:custGeom>
            <a:ln w="3175">
              <a:solidFill>
                <a:srgbClr val="965AC8"/>
              </a:solidFill>
            </a:ln>
          </p:spPr>
          <p:txBody>
            <a:bodyPr wrap="square" lIns="0" tIns="0" rIns="0" bIns="0" rtlCol="0"/>
            <a:lstStyle/>
            <a:p>
              <a:endParaRPr sz="2400"/>
            </a:p>
          </p:txBody>
        </p:sp>
        <p:sp>
          <p:nvSpPr>
            <p:cNvPr id="64" name="object 64"/>
            <p:cNvSpPr/>
            <p:nvPr/>
          </p:nvSpPr>
          <p:spPr>
            <a:xfrm>
              <a:off x="3031575" y="1806474"/>
              <a:ext cx="91440" cy="120650"/>
            </a:xfrm>
            <a:custGeom>
              <a:avLst/>
              <a:gdLst/>
              <a:ahLst/>
              <a:cxnLst/>
              <a:rect l="l" t="t" r="r" b="b"/>
              <a:pathLst>
                <a:path w="91439" h="120650">
                  <a:moveTo>
                    <a:pt x="90899" y="120599"/>
                  </a:moveTo>
                  <a:lnTo>
                    <a:pt x="0" y="120599"/>
                  </a:lnTo>
                  <a:lnTo>
                    <a:pt x="0" y="0"/>
                  </a:lnTo>
                  <a:lnTo>
                    <a:pt x="90899" y="0"/>
                  </a:lnTo>
                  <a:lnTo>
                    <a:pt x="90899" y="120599"/>
                  </a:lnTo>
                  <a:close/>
                </a:path>
              </a:pathLst>
            </a:custGeom>
            <a:solidFill>
              <a:srgbClr val="E3C1E1"/>
            </a:solidFill>
          </p:spPr>
          <p:txBody>
            <a:bodyPr wrap="square" lIns="0" tIns="0" rIns="0" bIns="0" rtlCol="0"/>
            <a:lstStyle/>
            <a:p>
              <a:endParaRPr sz="2400"/>
            </a:p>
          </p:txBody>
        </p:sp>
        <p:sp>
          <p:nvSpPr>
            <p:cNvPr id="65" name="object 65"/>
            <p:cNvSpPr/>
            <p:nvPr/>
          </p:nvSpPr>
          <p:spPr>
            <a:xfrm>
              <a:off x="3031575" y="1806474"/>
              <a:ext cx="91440" cy="120650"/>
            </a:xfrm>
            <a:custGeom>
              <a:avLst/>
              <a:gdLst/>
              <a:ahLst/>
              <a:cxnLst/>
              <a:rect l="l" t="t" r="r" b="b"/>
              <a:pathLst>
                <a:path w="91439" h="120650">
                  <a:moveTo>
                    <a:pt x="0" y="0"/>
                  </a:moveTo>
                  <a:lnTo>
                    <a:pt x="90899" y="0"/>
                  </a:lnTo>
                  <a:lnTo>
                    <a:pt x="90899" y="120599"/>
                  </a:lnTo>
                  <a:lnTo>
                    <a:pt x="0" y="120599"/>
                  </a:lnTo>
                  <a:lnTo>
                    <a:pt x="0" y="0"/>
                  </a:lnTo>
                  <a:close/>
                </a:path>
              </a:pathLst>
            </a:custGeom>
            <a:ln w="3175">
              <a:solidFill>
                <a:srgbClr val="965AC8"/>
              </a:solidFill>
            </a:ln>
          </p:spPr>
          <p:txBody>
            <a:bodyPr wrap="square" lIns="0" tIns="0" rIns="0" bIns="0" rtlCol="0"/>
            <a:lstStyle/>
            <a:p>
              <a:endParaRPr sz="2400"/>
            </a:p>
          </p:txBody>
        </p:sp>
        <p:sp>
          <p:nvSpPr>
            <p:cNvPr id="66" name="object 66"/>
            <p:cNvSpPr/>
            <p:nvPr/>
          </p:nvSpPr>
          <p:spPr>
            <a:xfrm>
              <a:off x="3145300" y="1877351"/>
              <a:ext cx="91440" cy="50165"/>
            </a:xfrm>
            <a:custGeom>
              <a:avLst/>
              <a:gdLst/>
              <a:ahLst/>
              <a:cxnLst/>
              <a:rect l="l" t="t" r="r" b="b"/>
              <a:pathLst>
                <a:path w="91439" h="50164">
                  <a:moveTo>
                    <a:pt x="90899" y="49799"/>
                  </a:moveTo>
                  <a:lnTo>
                    <a:pt x="0" y="49799"/>
                  </a:lnTo>
                  <a:lnTo>
                    <a:pt x="0" y="0"/>
                  </a:lnTo>
                  <a:lnTo>
                    <a:pt x="90899" y="0"/>
                  </a:lnTo>
                  <a:lnTo>
                    <a:pt x="90899" y="49799"/>
                  </a:lnTo>
                  <a:close/>
                </a:path>
              </a:pathLst>
            </a:custGeom>
            <a:solidFill>
              <a:srgbClr val="E3C1E1"/>
            </a:solidFill>
          </p:spPr>
          <p:txBody>
            <a:bodyPr wrap="square" lIns="0" tIns="0" rIns="0" bIns="0" rtlCol="0"/>
            <a:lstStyle/>
            <a:p>
              <a:endParaRPr sz="2400"/>
            </a:p>
          </p:txBody>
        </p:sp>
        <p:sp>
          <p:nvSpPr>
            <p:cNvPr id="67" name="object 67"/>
            <p:cNvSpPr/>
            <p:nvPr/>
          </p:nvSpPr>
          <p:spPr>
            <a:xfrm>
              <a:off x="3145300" y="1877351"/>
              <a:ext cx="91440" cy="50165"/>
            </a:xfrm>
            <a:custGeom>
              <a:avLst/>
              <a:gdLst/>
              <a:ahLst/>
              <a:cxnLst/>
              <a:rect l="l" t="t" r="r" b="b"/>
              <a:pathLst>
                <a:path w="91439" h="50164">
                  <a:moveTo>
                    <a:pt x="0" y="0"/>
                  </a:moveTo>
                  <a:lnTo>
                    <a:pt x="90899" y="0"/>
                  </a:lnTo>
                  <a:lnTo>
                    <a:pt x="90899" y="49799"/>
                  </a:lnTo>
                  <a:lnTo>
                    <a:pt x="0" y="49799"/>
                  </a:lnTo>
                  <a:lnTo>
                    <a:pt x="0" y="0"/>
                  </a:lnTo>
                  <a:close/>
                </a:path>
              </a:pathLst>
            </a:custGeom>
            <a:ln w="3175">
              <a:solidFill>
                <a:srgbClr val="965AC8"/>
              </a:solidFill>
            </a:ln>
          </p:spPr>
          <p:txBody>
            <a:bodyPr wrap="square" lIns="0" tIns="0" rIns="0" bIns="0" rtlCol="0"/>
            <a:lstStyle/>
            <a:p>
              <a:endParaRPr sz="2400"/>
            </a:p>
          </p:txBody>
        </p:sp>
        <p:sp>
          <p:nvSpPr>
            <p:cNvPr id="68" name="object 68"/>
            <p:cNvSpPr/>
            <p:nvPr/>
          </p:nvSpPr>
          <p:spPr>
            <a:xfrm>
              <a:off x="2917850" y="1722325"/>
              <a:ext cx="91440" cy="206375"/>
            </a:xfrm>
            <a:custGeom>
              <a:avLst/>
              <a:gdLst/>
              <a:ahLst/>
              <a:cxnLst/>
              <a:rect l="l" t="t" r="r" b="b"/>
              <a:pathLst>
                <a:path w="91439" h="206375">
                  <a:moveTo>
                    <a:pt x="90899" y="205799"/>
                  </a:moveTo>
                  <a:lnTo>
                    <a:pt x="0" y="205799"/>
                  </a:lnTo>
                  <a:lnTo>
                    <a:pt x="0" y="0"/>
                  </a:lnTo>
                  <a:lnTo>
                    <a:pt x="90899" y="0"/>
                  </a:lnTo>
                  <a:lnTo>
                    <a:pt x="90899" y="205799"/>
                  </a:lnTo>
                  <a:close/>
                </a:path>
              </a:pathLst>
            </a:custGeom>
            <a:solidFill>
              <a:srgbClr val="E3C1E1"/>
            </a:solidFill>
          </p:spPr>
          <p:txBody>
            <a:bodyPr wrap="square" lIns="0" tIns="0" rIns="0" bIns="0" rtlCol="0"/>
            <a:lstStyle/>
            <a:p>
              <a:endParaRPr sz="2400"/>
            </a:p>
          </p:txBody>
        </p:sp>
        <p:sp>
          <p:nvSpPr>
            <p:cNvPr id="69" name="object 69"/>
            <p:cNvSpPr/>
            <p:nvPr/>
          </p:nvSpPr>
          <p:spPr>
            <a:xfrm>
              <a:off x="2917850" y="1722325"/>
              <a:ext cx="91440" cy="206375"/>
            </a:xfrm>
            <a:custGeom>
              <a:avLst/>
              <a:gdLst/>
              <a:ahLst/>
              <a:cxnLst/>
              <a:rect l="l" t="t" r="r" b="b"/>
              <a:pathLst>
                <a:path w="91439" h="206375">
                  <a:moveTo>
                    <a:pt x="0" y="0"/>
                  </a:moveTo>
                  <a:lnTo>
                    <a:pt x="90899" y="0"/>
                  </a:lnTo>
                  <a:lnTo>
                    <a:pt x="90899" y="205799"/>
                  </a:lnTo>
                  <a:lnTo>
                    <a:pt x="0" y="205799"/>
                  </a:lnTo>
                  <a:lnTo>
                    <a:pt x="0" y="0"/>
                  </a:lnTo>
                  <a:close/>
                </a:path>
              </a:pathLst>
            </a:custGeom>
            <a:ln w="3175">
              <a:solidFill>
                <a:srgbClr val="965AC8"/>
              </a:solidFill>
            </a:ln>
          </p:spPr>
          <p:txBody>
            <a:bodyPr wrap="square" lIns="0" tIns="0" rIns="0" bIns="0" rtlCol="0"/>
            <a:lstStyle/>
            <a:p>
              <a:endParaRPr sz="2400"/>
            </a:p>
          </p:txBody>
        </p:sp>
        <p:sp>
          <p:nvSpPr>
            <p:cNvPr id="70" name="object 70"/>
            <p:cNvSpPr/>
            <p:nvPr/>
          </p:nvSpPr>
          <p:spPr>
            <a:xfrm>
              <a:off x="2869375" y="1929350"/>
              <a:ext cx="514984" cy="1270"/>
            </a:xfrm>
            <a:custGeom>
              <a:avLst/>
              <a:gdLst/>
              <a:ahLst/>
              <a:cxnLst/>
              <a:rect l="l" t="t" r="r" b="b"/>
              <a:pathLst>
                <a:path w="514985" h="1269">
                  <a:moveTo>
                    <a:pt x="0" y="899"/>
                  </a:moveTo>
                  <a:lnTo>
                    <a:pt x="514499" y="0"/>
                  </a:lnTo>
                </a:path>
              </a:pathLst>
            </a:custGeom>
            <a:ln w="3175">
              <a:solidFill>
                <a:srgbClr val="4285F4"/>
              </a:solidFill>
            </a:ln>
          </p:spPr>
          <p:txBody>
            <a:bodyPr wrap="square" lIns="0" tIns="0" rIns="0" bIns="0" rtlCol="0"/>
            <a:lstStyle/>
            <a:p>
              <a:endParaRPr sz="2400"/>
            </a:p>
          </p:txBody>
        </p:sp>
      </p:grpSp>
      <p:grpSp>
        <p:nvGrpSpPr>
          <p:cNvPr id="71" name="object 71"/>
          <p:cNvGrpSpPr/>
          <p:nvPr/>
        </p:nvGrpSpPr>
        <p:grpSpPr>
          <a:xfrm>
            <a:off x="3784534" y="2705517"/>
            <a:ext cx="1414780" cy="322580"/>
            <a:chOff x="2838400" y="2029137"/>
            <a:chExt cx="1061085" cy="241935"/>
          </a:xfrm>
        </p:grpSpPr>
        <p:sp>
          <p:nvSpPr>
            <p:cNvPr id="72" name="object 72"/>
            <p:cNvSpPr/>
            <p:nvPr/>
          </p:nvSpPr>
          <p:spPr>
            <a:xfrm>
              <a:off x="3228775" y="2249628"/>
              <a:ext cx="91440" cy="17145"/>
            </a:xfrm>
            <a:custGeom>
              <a:avLst/>
              <a:gdLst/>
              <a:ahLst/>
              <a:cxnLst/>
              <a:rect l="l" t="t" r="r" b="b"/>
              <a:pathLst>
                <a:path w="91439" h="17144">
                  <a:moveTo>
                    <a:pt x="90899" y="16799"/>
                  </a:moveTo>
                  <a:lnTo>
                    <a:pt x="0" y="16799"/>
                  </a:lnTo>
                  <a:lnTo>
                    <a:pt x="0" y="0"/>
                  </a:lnTo>
                  <a:lnTo>
                    <a:pt x="90899" y="0"/>
                  </a:lnTo>
                  <a:lnTo>
                    <a:pt x="90899" y="16799"/>
                  </a:lnTo>
                  <a:close/>
                </a:path>
              </a:pathLst>
            </a:custGeom>
            <a:solidFill>
              <a:srgbClr val="DAF7FF"/>
            </a:solidFill>
          </p:spPr>
          <p:txBody>
            <a:bodyPr wrap="square" lIns="0" tIns="0" rIns="0" bIns="0" rtlCol="0"/>
            <a:lstStyle/>
            <a:p>
              <a:endParaRPr sz="2400"/>
            </a:p>
          </p:txBody>
        </p:sp>
        <p:sp>
          <p:nvSpPr>
            <p:cNvPr id="73" name="object 73"/>
            <p:cNvSpPr/>
            <p:nvPr/>
          </p:nvSpPr>
          <p:spPr>
            <a:xfrm>
              <a:off x="3228775" y="2249628"/>
              <a:ext cx="91440" cy="17145"/>
            </a:xfrm>
            <a:custGeom>
              <a:avLst/>
              <a:gdLst/>
              <a:ahLst/>
              <a:cxnLst/>
              <a:rect l="l" t="t" r="r" b="b"/>
              <a:pathLst>
                <a:path w="91439" h="17144">
                  <a:moveTo>
                    <a:pt x="0" y="0"/>
                  </a:moveTo>
                  <a:lnTo>
                    <a:pt x="90899" y="0"/>
                  </a:lnTo>
                  <a:lnTo>
                    <a:pt x="90899" y="16799"/>
                  </a:lnTo>
                  <a:lnTo>
                    <a:pt x="0" y="16799"/>
                  </a:lnTo>
                  <a:lnTo>
                    <a:pt x="0" y="0"/>
                  </a:lnTo>
                  <a:close/>
                </a:path>
              </a:pathLst>
            </a:custGeom>
            <a:ln w="3175">
              <a:solidFill>
                <a:srgbClr val="237A94"/>
              </a:solidFill>
            </a:ln>
          </p:spPr>
          <p:txBody>
            <a:bodyPr wrap="square" lIns="0" tIns="0" rIns="0" bIns="0" rtlCol="0"/>
            <a:lstStyle/>
            <a:p>
              <a:endParaRPr sz="2400"/>
            </a:p>
          </p:txBody>
        </p:sp>
        <p:sp>
          <p:nvSpPr>
            <p:cNvPr id="74" name="object 74"/>
            <p:cNvSpPr/>
            <p:nvPr/>
          </p:nvSpPr>
          <p:spPr>
            <a:xfrm>
              <a:off x="3001350" y="2223299"/>
              <a:ext cx="91440" cy="42545"/>
            </a:xfrm>
            <a:custGeom>
              <a:avLst/>
              <a:gdLst/>
              <a:ahLst/>
              <a:cxnLst/>
              <a:rect l="l" t="t" r="r" b="b"/>
              <a:pathLst>
                <a:path w="91439" h="42544">
                  <a:moveTo>
                    <a:pt x="90899" y="42299"/>
                  </a:moveTo>
                  <a:lnTo>
                    <a:pt x="0" y="42299"/>
                  </a:lnTo>
                  <a:lnTo>
                    <a:pt x="0" y="0"/>
                  </a:lnTo>
                  <a:lnTo>
                    <a:pt x="90899" y="0"/>
                  </a:lnTo>
                  <a:lnTo>
                    <a:pt x="90899" y="42299"/>
                  </a:lnTo>
                  <a:close/>
                </a:path>
              </a:pathLst>
            </a:custGeom>
            <a:solidFill>
              <a:srgbClr val="DAF7FF"/>
            </a:solidFill>
          </p:spPr>
          <p:txBody>
            <a:bodyPr wrap="square" lIns="0" tIns="0" rIns="0" bIns="0" rtlCol="0"/>
            <a:lstStyle/>
            <a:p>
              <a:endParaRPr sz="2400"/>
            </a:p>
          </p:txBody>
        </p:sp>
        <p:sp>
          <p:nvSpPr>
            <p:cNvPr id="75" name="object 75"/>
            <p:cNvSpPr/>
            <p:nvPr/>
          </p:nvSpPr>
          <p:spPr>
            <a:xfrm>
              <a:off x="3001350" y="2223299"/>
              <a:ext cx="91440" cy="42545"/>
            </a:xfrm>
            <a:custGeom>
              <a:avLst/>
              <a:gdLst/>
              <a:ahLst/>
              <a:cxnLst/>
              <a:rect l="l" t="t" r="r" b="b"/>
              <a:pathLst>
                <a:path w="91439" h="42544">
                  <a:moveTo>
                    <a:pt x="0" y="0"/>
                  </a:moveTo>
                  <a:lnTo>
                    <a:pt x="90899" y="0"/>
                  </a:lnTo>
                  <a:lnTo>
                    <a:pt x="90899" y="42299"/>
                  </a:lnTo>
                  <a:lnTo>
                    <a:pt x="0" y="42299"/>
                  </a:lnTo>
                  <a:lnTo>
                    <a:pt x="0" y="0"/>
                  </a:lnTo>
                  <a:close/>
                </a:path>
              </a:pathLst>
            </a:custGeom>
            <a:ln w="3175">
              <a:solidFill>
                <a:srgbClr val="237A94"/>
              </a:solidFill>
            </a:ln>
          </p:spPr>
          <p:txBody>
            <a:bodyPr wrap="square" lIns="0" tIns="0" rIns="0" bIns="0" rtlCol="0"/>
            <a:lstStyle/>
            <a:p>
              <a:endParaRPr sz="2400"/>
            </a:p>
          </p:txBody>
        </p:sp>
        <p:sp>
          <p:nvSpPr>
            <p:cNvPr id="76" name="object 76"/>
            <p:cNvSpPr/>
            <p:nvPr/>
          </p:nvSpPr>
          <p:spPr>
            <a:xfrm>
              <a:off x="3115074" y="2237974"/>
              <a:ext cx="91440" cy="27940"/>
            </a:xfrm>
            <a:custGeom>
              <a:avLst/>
              <a:gdLst/>
              <a:ahLst/>
              <a:cxnLst/>
              <a:rect l="l" t="t" r="r" b="b"/>
              <a:pathLst>
                <a:path w="91439" h="27939">
                  <a:moveTo>
                    <a:pt x="90899" y="27599"/>
                  </a:moveTo>
                  <a:lnTo>
                    <a:pt x="0" y="27599"/>
                  </a:lnTo>
                  <a:lnTo>
                    <a:pt x="0" y="0"/>
                  </a:lnTo>
                  <a:lnTo>
                    <a:pt x="90899" y="0"/>
                  </a:lnTo>
                  <a:lnTo>
                    <a:pt x="90899" y="27599"/>
                  </a:lnTo>
                  <a:close/>
                </a:path>
              </a:pathLst>
            </a:custGeom>
            <a:solidFill>
              <a:srgbClr val="DAF7FF"/>
            </a:solidFill>
          </p:spPr>
          <p:txBody>
            <a:bodyPr wrap="square" lIns="0" tIns="0" rIns="0" bIns="0" rtlCol="0"/>
            <a:lstStyle/>
            <a:p>
              <a:endParaRPr sz="2400"/>
            </a:p>
          </p:txBody>
        </p:sp>
        <p:sp>
          <p:nvSpPr>
            <p:cNvPr id="77" name="object 77"/>
            <p:cNvSpPr/>
            <p:nvPr/>
          </p:nvSpPr>
          <p:spPr>
            <a:xfrm>
              <a:off x="3115074" y="2237974"/>
              <a:ext cx="91440" cy="27940"/>
            </a:xfrm>
            <a:custGeom>
              <a:avLst/>
              <a:gdLst/>
              <a:ahLst/>
              <a:cxnLst/>
              <a:rect l="l" t="t" r="r" b="b"/>
              <a:pathLst>
                <a:path w="91439" h="27939">
                  <a:moveTo>
                    <a:pt x="0" y="0"/>
                  </a:moveTo>
                  <a:lnTo>
                    <a:pt x="90899" y="0"/>
                  </a:lnTo>
                  <a:lnTo>
                    <a:pt x="90899" y="27599"/>
                  </a:lnTo>
                  <a:lnTo>
                    <a:pt x="0" y="27599"/>
                  </a:lnTo>
                  <a:lnTo>
                    <a:pt x="0" y="0"/>
                  </a:lnTo>
                  <a:close/>
                </a:path>
              </a:pathLst>
            </a:custGeom>
            <a:ln w="3175">
              <a:solidFill>
                <a:srgbClr val="237A94"/>
              </a:solidFill>
            </a:ln>
          </p:spPr>
          <p:txBody>
            <a:bodyPr wrap="square" lIns="0" tIns="0" rIns="0" bIns="0" rtlCol="0"/>
            <a:lstStyle/>
            <a:p>
              <a:endParaRPr sz="2400"/>
            </a:p>
          </p:txBody>
        </p:sp>
        <p:sp>
          <p:nvSpPr>
            <p:cNvPr id="78" name="object 78"/>
            <p:cNvSpPr/>
            <p:nvPr/>
          </p:nvSpPr>
          <p:spPr>
            <a:xfrm>
              <a:off x="2887625" y="2062950"/>
              <a:ext cx="91440" cy="203835"/>
            </a:xfrm>
            <a:custGeom>
              <a:avLst/>
              <a:gdLst/>
              <a:ahLst/>
              <a:cxnLst/>
              <a:rect l="l" t="t" r="r" b="b"/>
              <a:pathLst>
                <a:path w="91439" h="203835">
                  <a:moveTo>
                    <a:pt x="90899" y="203699"/>
                  </a:moveTo>
                  <a:lnTo>
                    <a:pt x="0" y="203699"/>
                  </a:lnTo>
                  <a:lnTo>
                    <a:pt x="0" y="0"/>
                  </a:lnTo>
                  <a:lnTo>
                    <a:pt x="90899" y="0"/>
                  </a:lnTo>
                  <a:lnTo>
                    <a:pt x="90899" y="203699"/>
                  </a:lnTo>
                  <a:close/>
                </a:path>
              </a:pathLst>
            </a:custGeom>
            <a:solidFill>
              <a:srgbClr val="DAF7FF"/>
            </a:solidFill>
          </p:spPr>
          <p:txBody>
            <a:bodyPr wrap="square" lIns="0" tIns="0" rIns="0" bIns="0" rtlCol="0"/>
            <a:lstStyle/>
            <a:p>
              <a:endParaRPr sz="2400"/>
            </a:p>
          </p:txBody>
        </p:sp>
        <p:sp>
          <p:nvSpPr>
            <p:cNvPr id="79" name="object 79"/>
            <p:cNvSpPr/>
            <p:nvPr/>
          </p:nvSpPr>
          <p:spPr>
            <a:xfrm>
              <a:off x="2887625" y="2062950"/>
              <a:ext cx="91440" cy="203835"/>
            </a:xfrm>
            <a:custGeom>
              <a:avLst/>
              <a:gdLst/>
              <a:ahLst/>
              <a:cxnLst/>
              <a:rect l="l" t="t" r="r" b="b"/>
              <a:pathLst>
                <a:path w="91439" h="203835">
                  <a:moveTo>
                    <a:pt x="0" y="0"/>
                  </a:moveTo>
                  <a:lnTo>
                    <a:pt x="90899" y="0"/>
                  </a:lnTo>
                  <a:lnTo>
                    <a:pt x="90899" y="203699"/>
                  </a:lnTo>
                  <a:lnTo>
                    <a:pt x="0" y="203699"/>
                  </a:lnTo>
                  <a:lnTo>
                    <a:pt x="0" y="0"/>
                  </a:lnTo>
                  <a:close/>
                </a:path>
              </a:pathLst>
            </a:custGeom>
            <a:ln w="3175">
              <a:solidFill>
                <a:srgbClr val="237A94"/>
              </a:solidFill>
            </a:ln>
          </p:spPr>
          <p:txBody>
            <a:bodyPr wrap="square" lIns="0" tIns="0" rIns="0" bIns="0" rtlCol="0"/>
            <a:lstStyle/>
            <a:p>
              <a:endParaRPr sz="2400"/>
            </a:p>
          </p:txBody>
        </p:sp>
        <p:sp>
          <p:nvSpPr>
            <p:cNvPr id="80" name="object 80"/>
            <p:cNvSpPr/>
            <p:nvPr/>
          </p:nvSpPr>
          <p:spPr>
            <a:xfrm>
              <a:off x="2839150" y="2267875"/>
              <a:ext cx="514984" cy="1270"/>
            </a:xfrm>
            <a:custGeom>
              <a:avLst/>
              <a:gdLst/>
              <a:ahLst/>
              <a:cxnLst/>
              <a:rect l="l" t="t" r="r" b="b"/>
              <a:pathLst>
                <a:path w="514985" h="1269">
                  <a:moveTo>
                    <a:pt x="0" y="899"/>
                  </a:moveTo>
                  <a:lnTo>
                    <a:pt x="514499" y="0"/>
                  </a:lnTo>
                </a:path>
              </a:pathLst>
            </a:custGeom>
            <a:ln w="3175">
              <a:solidFill>
                <a:srgbClr val="4285F4"/>
              </a:solidFill>
            </a:ln>
          </p:spPr>
          <p:txBody>
            <a:bodyPr wrap="square" lIns="0" tIns="0" rIns="0" bIns="0" rtlCol="0"/>
            <a:lstStyle/>
            <a:p>
              <a:endParaRPr sz="2400"/>
            </a:p>
          </p:txBody>
        </p:sp>
        <p:sp>
          <p:nvSpPr>
            <p:cNvPr id="81" name="object 81"/>
            <p:cNvSpPr/>
            <p:nvPr/>
          </p:nvSpPr>
          <p:spPr>
            <a:xfrm>
              <a:off x="3773512" y="2239883"/>
              <a:ext cx="91440" cy="27940"/>
            </a:xfrm>
            <a:custGeom>
              <a:avLst/>
              <a:gdLst/>
              <a:ahLst/>
              <a:cxnLst/>
              <a:rect l="l" t="t" r="r" b="b"/>
              <a:pathLst>
                <a:path w="91439" h="27939">
                  <a:moveTo>
                    <a:pt x="90899" y="27599"/>
                  </a:moveTo>
                  <a:lnTo>
                    <a:pt x="0" y="27599"/>
                  </a:lnTo>
                  <a:lnTo>
                    <a:pt x="0" y="0"/>
                  </a:lnTo>
                  <a:lnTo>
                    <a:pt x="90899" y="0"/>
                  </a:lnTo>
                  <a:lnTo>
                    <a:pt x="90899" y="27599"/>
                  </a:lnTo>
                  <a:close/>
                </a:path>
              </a:pathLst>
            </a:custGeom>
            <a:solidFill>
              <a:srgbClr val="E3C1E1"/>
            </a:solidFill>
          </p:spPr>
          <p:txBody>
            <a:bodyPr wrap="square" lIns="0" tIns="0" rIns="0" bIns="0" rtlCol="0"/>
            <a:lstStyle/>
            <a:p>
              <a:endParaRPr sz="2400"/>
            </a:p>
          </p:txBody>
        </p:sp>
        <p:sp>
          <p:nvSpPr>
            <p:cNvPr id="82" name="object 82"/>
            <p:cNvSpPr/>
            <p:nvPr/>
          </p:nvSpPr>
          <p:spPr>
            <a:xfrm>
              <a:off x="3773512" y="2239883"/>
              <a:ext cx="91440" cy="27940"/>
            </a:xfrm>
            <a:custGeom>
              <a:avLst/>
              <a:gdLst/>
              <a:ahLst/>
              <a:cxnLst/>
              <a:rect l="l" t="t" r="r" b="b"/>
              <a:pathLst>
                <a:path w="91439" h="27939">
                  <a:moveTo>
                    <a:pt x="0" y="0"/>
                  </a:moveTo>
                  <a:lnTo>
                    <a:pt x="90899" y="0"/>
                  </a:lnTo>
                  <a:lnTo>
                    <a:pt x="90899" y="27599"/>
                  </a:lnTo>
                  <a:lnTo>
                    <a:pt x="0" y="27599"/>
                  </a:lnTo>
                  <a:lnTo>
                    <a:pt x="0" y="0"/>
                  </a:lnTo>
                  <a:close/>
                </a:path>
              </a:pathLst>
            </a:custGeom>
            <a:ln w="3175">
              <a:solidFill>
                <a:srgbClr val="965AC8"/>
              </a:solidFill>
            </a:ln>
          </p:spPr>
          <p:txBody>
            <a:bodyPr wrap="square" lIns="0" tIns="0" rIns="0" bIns="0" rtlCol="0"/>
            <a:lstStyle/>
            <a:p>
              <a:endParaRPr sz="2400"/>
            </a:p>
          </p:txBody>
        </p:sp>
        <p:sp>
          <p:nvSpPr>
            <p:cNvPr id="83" name="object 83"/>
            <p:cNvSpPr/>
            <p:nvPr/>
          </p:nvSpPr>
          <p:spPr>
            <a:xfrm>
              <a:off x="3546075" y="2146049"/>
              <a:ext cx="91440" cy="120650"/>
            </a:xfrm>
            <a:custGeom>
              <a:avLst/>
              <a:gdLst/>
              <a:ahLst/>
              <a:cxnLst/>
              <a:rect l="l" t="t" r="r" b="b"/>
              <a:pathLst>
                <a:path w="91439" h="120650">
                  <a:moveTo>
                    <a:pt x="90899" y="120599"/>
                  </a:moveTo>
                  <a:lnTo>
                    <a:pt x="0" y="120599"/>
                  </a:lnTo>
                  <a:lnTo>
                    <a:pt x="0" y="0"/>
                  </a:lnTo>
                  <a:lnTo>
                    <a:pt x="90899" y="0"/>
                  </a:lnTo>
                  <a:lnTo>
                    <a:pt x="90899" y="120599"/>
                  </a:lnTo>
                  <a:close/>
                </a:path>
              </a:pathLst>
            </a:custGeom>
            <a:solidFill>
              <a:srgbClr val="E3C1E1"/>
            </a:solidFill>
          </p:spPr>
          <p:txBody>
            <a:bodyPr wrap="square" lIns="0" tIns="0" rIns="0" bIns="0" rtlCol="0"/>
            <a:lstStyle/>
            <a:p>
              <a:endParaRPr sz="2400"/>
            </a:p>
          </p:txBody>
        </p:sp>
        <p:sp>
          <p:nvSpPr>
            <p:cNvPr id="84" name="object 84"/>
            <p:cNvSpPr/>
            <p:nvPr/>
          </p:nvSpPr>
          <p:spPr>
            <a:xfrm>
              <a:off x="3546075" y="2146049"/>
              <a:ext cx="91440" cy="120650"/>
            </a:xfrm>
            <a:custGeom>
              <a:avLst/>
              <a:gdLst/>
              <a:ahLst/>
              <a:cxnLst/>
              <a:rect l="l" t="t" r="r" b="b"/>
              <a:pathLst>
                <a:path w="91439" h="120650">
                  <a:moveTo>
                    <a:pt x="0" y="0"/>
                  </a:moveTo>
                  <a:lnTo>
                    <a:pt x="90899" y="0"/>
                  </a:lnTo>
                  <a:lnTo>
                    <a:pt x="90899" y="120599"/>
                  </a:lnTo>
                  <a:lnTo>
                    <a:pt x="0" y="120599"/>
                  </a:lnTo>
                  <a:lnTo>
                    <a:pt x="0" y="0"/>
                  </a:lnTo>
                  <a:close/>
                </a:path>
              </a:pathLst>
            </a:custGeom>
            <a:ln w="3175">
              <a:solidFill>
                <a:srgbClr val="965AC8"/>
              </a:solidFill>
            </a:ln>
          </p:spPr>
          <p:txBody>
            <a:bodyPr wrap="square" lIns="0" tIns="0" rIns="0" bIns="0" rtlCol="0"/>
            <a:lstStyle/>
            <a:p>
              <a:endParaRPr sz="2400"/>
            </a:p>
          </p:txBody>
        </p:sp>
        <p:sp>
          <p:nvSpPr>
            <p:cNvPr id="85" name="object 85"/>
            <p:cNvSpPr/>
            <p:nvPr/>
          </p:nvSpPr>
          <p:spPr>
            <a:xfrm>
              <a:off x="3659799" y="2216926"/>
              <a:ext cx="91440" cy="50165"/>
            </a:xfrm>
            <a:custGeom>
              <a:avLst/>
              <a:gdLst/>
              <a:ahLst/>
              <a:cxnLst/>
              <a:rect l="l" t="t" r="r" b="b"/>
              <a:pathLst>
                <a:path w="91439" h="50164">
                  <a:moveTo>
                    <a:pt x="90899" y="49799"/>
                  </a:moveTo>
                  <a:lnTo>
                    <a:pt x="0" y="49799"/>
                  </a:lnTo>
                  <a:lnTo>
                    <a:pt x="0" y="0"/>
                  </a:lnTo>
                  <a:lnTo>
                    <a:pt x="90899" y="0"/>
                  </a:lnTo>
                  <a:lnTo>
                    <a:pt x="90899" y="49799"/>
                  </a:lnTo>
                  <a:close/>
                </a:path>
              </a:pathLst>
            </a:custGeom>
            <a:solidFill>
              <a:srgbClr val="E3C1E1"/>
            </a:solidFill>
          </p:spPr>
          <p:txBody>
            <a:bodyPr wrap="square" lIns="0" tIns="0" rIns="0" bIns="0" rtlCol="0"/>
            <a:lstStyle/>
            <a:p>
              <a:endParaRPr sz="2400"/>
            </a:p>
          </p:txBody>
        </p:sp>
        <p:sp>
          <p:nvSpPr>
            <p:cNvPr id="86" name="object 86"/>
            <p:cNvSpPr/>
            <p:nvPr/>
          </p:nvSpPr>
          <p:spPr>
            <a:xfrm>
              <a:off x="3659799" y="2216926"/>
              <a:ext cx="91440" cy="50165"/>
            </a:xfrm>
            <a:custGeom>
              <a:avLst/>
              <a:gdLst/>
              <a:ahLst/>
              <a:cxnLst/>
              <a:rect l="l" t="t" r="r" b="b"/>
              <a:pathLst>
                <a:path w="91439" h="50164">
                  <a:moveTo>
                    <a:pt x="0" y="0"/>
                  </a:moveTo>
                  <a:lnTo>
                    <a:pt x="90899" y="0"/>
                  </a:lnTo>
                  <a:lnTo>
                    <a:pt x="90899" y="49799"/>
                  </a:lnTo>
                  <a:lnTo>
                    <a:pt x="0" y="49799"/>
                  </a:lnTo>
                  <a:lnTo>
                    <a:pt x="0" y="0"/>
                  </a:lnTo>
                  <a:close/>
                </a:path>
              </a:pathLst>
            </a:custGeom>
            <a:ln w="3175">
              <a:solidFill>
                <a:srgbClr val="965AC8"/>
              </a:solidFill>
            </a:ln>
          </p:spPr>
          <p:txBody>
            <a:bodyPr wrap="square" lIns="0" tIns="0" rIns="0" bIns="0" rtlCol="0"/>
            <a:lstStyle/>
            <a:p>
              <a:endParaRPr sz="2400"/>
            </a:p>
          </p:txBody>
        </p:sp>
        <p:sp>
          <p:nvSpPr>
            <p:cNvPr id="87" name="object 87"/>
            <p:cNvSpPr/>
            <p:nvPr/>
          </p:nvSpPr>
          <p:spPr>
            <a:xfrm>
              <a:off x="3432349" y="2030650"/>
              <a:ext cx="91440" cy="237490"/>
            </a:xfrm>
            <a:custGeom>
              <a:avLst/>
              <a:gdLst/>
              <a:ahLst/>
              <a:cxnLst/>
              <a:rect l="l" t="t" r="r" b="b"/>
              <a:pathLst>
                <a:path w="91439" h="237489">
                  <a:moveTo>
                    <a:pt x="90899" y="236999"/>
                  </a:moveTo>
                  <a:lnTo>
                    <a:pt x="0" y="236999"/>
                  </a:lnTo>
                  <a:lnTo>
                    <a:pt x="0" y="0"/>
                  </a:lnTo>
                  <a:lnTo>
                    <a:pt x="90899" y="0"/>
                  </a:lnTo>
                  <a:lnTo>
                    <a:pt x="90899" y="236999"/>
                  </a:lnTo>
                  <a:close/>
                </a:path>
              </a:pathLst>
            </a:custGeom>
            <a:solidFill>
              <a:srgbClr val="E3C1E1"/>
            </a:solidFill>
          </p:spPr>
          <p:txBody>
            <a:bodyPr wrap="square" lIns="0" tIns="0" rIns="0" bIns="0" rtlCol="0"/>
            <a:lstStyle/>
            <a:p>
              <a:endParaRPr sz="2400"/>
            </a:p>
          </p:txBody>
        </p:sp>
        <p:sp>
          <p:nvSpPr>
            <p:cNvPr id="88" name="object 88"/>
            <p:cNvSpPr/>
            <p:nvPr/>
          </p:nvSpPr>
          <p:spPr>
            <a:xfrm>
              <a:off x="3432349" y="2030650"/>
              <a:ext cx="91440" cy="237490"/>
            </a:xfrm>
            <a:custGeom>
              <a:avLst/>
              <a:gdLst/>
              <a:ahLst/>
              <a:cxnLst/>
              <a:rect l="l" t="t" r="r" b="b"/>
              <a:pathLst>
                <a:path w="91439" h="237489">
                  <a:moveTo>
                    <a:pt x="0" y="0"/>
                  </a:moveTo>
                  <a:lnTo>
                    <a:pt x="90899" y="0"/>
                  </a:lnTo>
                  <a:lnTo>
                    <a:pt x="90899" y="236999"/>
                  </a:lnTo>
                  <a:lnTo>
                    <a:pt x="0" y="236999"/>
                  </a:lnTo>
                  <a:lnTo>
                    <a:pt x="0" y="0"/>
                  </a:lnTo>
                  <a:close/>
                </a:path>
              </a:pathLst>
            </a:custGeom>
            <a:ln w="3175">
              <a:solidFill>
                <a:srgbClr val="965AC8"/>
              </a:solidFill>
            </a:ln>
          </p:spPr>
          <p:txBody>
            <a:bodyPr wrap="square" lIns="0" tIns="0" rIns="0" bIns="0" rtlCol="0"/>
            <a:lstStyle/>
            <a:p>
              <a:endParaRPr sz="2400"/>
            </a:p>
          </p:txBody>
        </p:sp>
        <p:sp>
          <p:nvSpPr>
            <p:cNvPr id="89" name="object 89"/>
            <p:cNvSpPr/>
            <p:nvPr/>
          </p:nvSpPr>
          <p:spPr>
            <a:xfrm>
              <a:off x="3383874" y="2268925"/>
              <a:ext cx="514984" cy="1270"/>
            </a:xfrm>
            <a:custGeom>
              <a:avLst/>
              <a:gdLst/>
              <a:ahLst/>
              <a:cxnLst/>
              <a:rect l="l" t="t" r="r" b="b"/>
              <a:pathLst>
                <a:path w="514985" h="1269">
                  <a:moveTo>
                    <a:pt x="0" y="899"/>
                  </a:moveTo>
                  <a:lnTo>
                    <a:pt x="514499" y="0"/>
                  </a:lnTo>
                </a:path>
              </a:pathLst>
            </a:custGeom>
            <a:ln w="3175">
              <a:solidFill>
                <a:srgbClr val="4285F4"/>
              </a:solidFill>
            </a:ln>
          </p:spPr>
          <p:txBody>
            <a:bodyPr wrap="square" lIns="0" tIns="0" rIns="0" bIns="0" rtlCol="0"/>
            <a:lstStyle/>
            <a:p>
              <a:endParaRPr sz="2400"/>
            </a:p>
          </p:txBody>
        </p:sp>
      </p:grpSp>
      <p:grpSp>
        <p:nvGrpSpPr>
          <p:cNvPr id="90" name="object 90"/>
          <p:cNvGrpSpPr/>
          <p:nvPr/>
        </p:nvGrpSpPr>
        <p:grpSpPr>
          <a:xfrm>
            <a:off x="5992966" y="4197483"/>
            <a:ext cx="688340" cy="296333"/>
            <a:chOff x="4494724" y="3148112"/>
            <a:chExt cx="516255" cy="222250"/>
          </a:xfrm>
        </p:grpSpPr>
        <p:sp>
          <p:nvSpPr>
            <p:cNvPr id="91" name="object 91"/>
            <p:cNvSpPr/>
            <p:nvPr/>
          </p:nvSpPr>
          <p:spPr>
            <a:xfrm>
              <a:off x="4885111" y="3339583"/>
              <a:ext cx="91440" cy="27940"/>
            </a:xfrm>
            <a:custGeom>
              <a:avLst/>
              <a:gdLst/>
              <a:ahLst/>
              <a:cxnLst/>
              <a:rect l="l" t="t" r="r" b="b"/>
              <a:pathLst>
                <a:path w="91439" h="27939">
                  <a:moveTo>
                    <a:pt x="90899" y="27599"/>
                  </a:moveTo>
                  <a:lnTo>
                    <a:pt x="0" y="27599"/>
                  </a:lnTo>
                  <a:lnTo>
                    <a:pt x="0" y="0"/>
                  </a:lnTo>
                  <a:lnTo>
                    <a:pt x="90899" y="0"/>
                  </a:lnTo>
                  <a:lnTo>
                    <a:pt x="90899" y="27599"/>
                  </a:lnTo>
                  <a:close/>
                </a:path>
              </a:pathLst>
            </a:custGeom>
            <a:solidFill>
              <a:srgbClr val="DAF7FF"/>
            </a:solidFill>
          </p:spPr>
          <p:txBody>
            <a:bodyPr wrap="square" lIns="0" tIns="0" rIns="0" bIns="0" rtlCol="0"/>
            <a:lstStyle/>
            <a:p>
              <a:endParaRPr sz="2400"/>
            </a:p>
          </p:txBody>
        </p:sp>
        <p:sp>
          <p:nvSpPr>
            <p:cNvPr id="92" name="object 92"/>
            <p:cNvSpPr/>
            <p:nvPr/>
          </p:nvSpPr>
          <p:spPr>
            <a:xfrm>
              <a:off x="4885111" y="3339583"/>
              <a:ext cx="91440" cy="27940"/>
            </a:xfrm>
            <a:custGeom>
              <a:avLst/>
              <a:gdLst/>
              <a:ahLst/>
              <a:cxnLst/>
              <a:rect l="l" t="t" r="r" b="b"/>
              <a:pathLst>
                <a:path w="91439" h="27939">
                  <a:moveTo>
                    <a:pt x="0" y="0"/>
                  </a:moveTo>
                  <a:lnTo>
                    <a:pt x="90899" y="0"/>
                  </a:lnTo>
                  <a:lnTo>
                    <a:pt x="90899" y="27599"/>
                  </a:lnTo>
                  <a:lnTo>
                    <a:pt x="0" y="27599"/>
                  </a:lnTo>
                  <a:lnTo>
                    <a:pt x="0" y="0"/>
                  </a:lnTo>
                  <a:close/>
                </a:path>
              </a:pathLst>
            </a:custGeom>
            <a:ln w="3175">
              <a:solidFill>
                <a:srgbClr val="237A94"/>
              </a:solidFill>
            </a:ln>
          </p:spPr>
          <p:txBody>
            <a:bodyPr wrap="square" lIns="0" tIns="0" rIns="0" bIns="0" rtlCol="0"/>
            <a:lstStyle/>
            <a:p>
              <a:endParaRPr sz="2400"/>
            </a:p>
          </p:txBody>
        </p:sp>
        <p:sp>
          <p:nvSpPr>
            <p:cNvPr id="93" name="object 93"/>
            <p:cNvSpPr/>
            <p:nvPr/>
          </p:nvSpPr>
          <p:spPr>
            <a:xfrm>
              <a:off x="4657674" y="3187551"/>
              <a:ext cx="91440" cy="179070"/>
            </a:xfrm>
            <a:custGeom>
              <a:avLst/>
              <a:gdLst/>
              <a:ahLst/>
              <a:cxnLst/>
              <a:rect l="l" t="t" r="r" b="b"/>
              <a:pathLst>
                <a:path w="91439" h="179070">
                  <a:moveTo>
                    <a:pt x="90899" y="178799"/>
                  </a:moveTo>
                  <a:lnTo>
                    <a:pt x="0" y="178799"/>
                  </a:lnTo>
                  <a:lnTo>
                    <a:pt x="0" y="0"/>
                  </a:lnTo>
                  <a:lnTo>
                    <a:pt x="90899" y="0"/>
                  </a:lnTo>
                  <a:lnTo>
                    <a:pt x="90899" y="178799"/>
                  </a:lnTo>
                  <a:close/>
                </a:path>
              </a:pathLst>
            </a:custGeom>
            <a:solidFill>
              <a:srgbClr val="DAF7FF"/>
            </a:solidFill>
          </p:spPr>
          <p:txBody>
            <a:bodyPr wrap="square" lIns="0" tIns="0" rIns="0" bIns="0" rtlCol="0"/>
            <a:lstStyle/>
            <a:p>
              <a:endParaRPr sz="2400"/>
            </a:p>
          </p:txBody>
        </p:sp>
        <p:sp>
          <p:nvSpPr>
            <p:cNvPr id="94" name="object 94"/>
            <p:cNvSpPr/>
            <p:nvPr/>
          </p:nvSpPr>
          <p:spPr>
            <a:xfrm>
              <a:off x="4657674" y="3187551"/>
              <a:ext cx="91440" cy="179070"/>
            </a:xfrm>
            <a:custGeom>
              <a:avLst/>
              <a:gdLst/>
              <a:ahLst/>
              <a:cxnLst/>
              <a:rect l="l" t="t" r="r" b="b"/>
              <a:pathLst>
                <a:path w="91439" h="179070">
                  <a:moveTo>
                    <a:pt x="0" y="0"/>
                  </a:moveTo>
                  <a:lnTo>
                    <a:pt x="90899" y="0"/>
                  </a:lnTo>
                  <a:lnTo>
                    <a:pt x="90899" y="178799"/>
                  </a:lnTo>
                  <a:lnTo>
                    <a:pt x="0" y="178799"/>
                  </a:lnTo>
                  <a:lnTo>
                    <a:pt x="0" y="0"/>
                  </a:lnTo>
                  <a:close/>
                </a:path>
              </a:pathLst>
            </a:custGeom>
            <a:ln w="3175">
              <a:solidFill>
                <a:srgbClr val="237A94"/>
              </a:solidFill>
            </a:ln>
          </p:spPr>
          <p:txBody>
            <a:bodyPr wrap="square" lIns="0" tIns="0" rIns="0" bIns="0" rtlCol="0"/>
            <a:lstStyle/>
            <a:p>
              <a:endParaRPr sz="2400"/>
            </a:p>
          </p:txBody>
        </p:sp>
        <p:sp>
          <p:nvSpPr>
            <p:cNvPr id="95" name="object 95"/>
            <p:cNvSpPr/>
            <p:nvPr/>
          </p:nvSpPr>
          <p:spPr>
            <a:xfrm>
              <a:off x="4771399" y="3338728"/>
              <a:ext cx="91440" cy="27940"/>
            </a:xfrm>
            <a:custGeom>
              <a:avLst/>
              <a:gdLst/>
              <a:ahLst/>
              <a:cxnLst/>
              <a:rect l="l" t="t" r="r" b="b"/>
              <a:pathLst>
                <a:path w="91439" h="27939">
                  <a:moveTo>
                    <a:pt x="90899" y="27599"/>
                  </a:moveTo>
                  <a:lnTo>
                    <a:pt x="0" y="27599"/>
                  </a:lnTo>
                  <a:lnTo>
                    <a:pt x="0" y="0"/>
                  </a:lnTo>
                  <a:lnTo>
                    <a:pt x="90899" y="0"/>
                  </a:lnTo>
                  <a:lnTo>
                    <a:pt x="90899" y="27599"/>
                  </a:lnTo>
                  <a:close/>
                </a:path>
              </a:pathLst>
            </a:custGeom>
            <a:solidFill>
              <a:srgbClr val="DAF7FF"/>
            </a:solidFill>
          </p:spPr>
          <p:txBody>
            <a:bodyPr wrap="square" lIns="0" tIns="0" rIns="0" bIns="0" rtlCol="0"/>
            <a:lstStyle/>
            <a:p>
              <a:endParaRPr sz="2400"/>
            </a:p>
          </p:txBody>
        </p:sp>
        <p:sp>
          <p:nvSpPr>
            <p:cNvPr id="96" name="object 96"/>
            <p:cNvSpPr/>
            <p:nvPr/>
          </p:nvSpPr>
          <p:spPr>
            <a:xfrm>
              <a:off x="4771399" y="3338728"/>
              <a:ext cx="91440" cy="27940"/>
            </a:xfrm>
            <a:custGeom>
              <a:avLst/>
              <a:gdLst/>
              <a:ahLst/>
              <a:cxnLst/>
              <a:rect l="l" t="t" r="r" b="b"/>
              <a:pathLst>
                <a:path w="91439" h="27939">
                  <a:moveTo>
                    <a:pt x="0" y="0"/>
                  </a:moveTo>
                  <a:lnTo>
                    <a:pt x="90899" y="0"/>
                  </a:lnTo>
                  <a:lnTo>
                    <a:pt x="90899" y="27599"/>
                  </a:lnTo>
                  <a:lnTo>
                    <a:pt x="0" y="27599"/>
                  </a:lnTo>
                  <a:lnTo>
                    <a:pt x="0" y="0"/>
                  </a:lnTo>
                  <a:close/>
                </a:path>
              </a:pathLst>
            </a:custGeom>
            <a:ln w="3175">
              <a:solidFill>
                <a:srgbClr val="237A94"/>
              </a:solidFill>
            </a:ln>
          </p:spPr>
          <p:txBody>
            <a:bodyPr wrap="square" lIns="0" tIns="0" rIns="0" bIns="0" rtlCol="0"/>
            <a:lstStyle/>
            <a:p>
              <a:endParaRPr sz="2400"/>
            </a:p>
          </p:txBody>
        </p:sp>
        <p:sp>
          <p:nvSpPr>
            <p:cNvPr id="97" name="object 97"/>
            <p:cNvSpPr/>
            <p:nvPr/>
          </p:nvSpPr>
          <p:spPr>
            <a:xfrm>
              <a:off x="4543953" y="3149624"/>
              <a:ext cx="91440" cy="217804"/>
            </a:xfrm>
            <a:custGeom>
              <a:avLst/>
              <a:gdLst/>
              <a:ahLst/>
              <a:cxnLst/>
              <a:rect l="l" t="t" r="r" b="b"/>
              <a:pathLst>
                <a:path w="91439" h="217804">
                  <a:moveTo>
                    <a:pt x="90899" y="217799"/>
                  </a:moveTo>
                  <a:lnTo>
                    <a:pt x="0" y="217799"/>
                  </a:lnTo>
                  <a:lnTo>
                    <a:pt x="0" y="0"/>
                  </a:lnTo>
                  <a:lnTo>
                    <a:pt x="90899" y="0"/>
                  </a:lnTo>
                  <a:lnTo>
                    <a:pt x="90899" y="217799"/>
                  </a:lnTo>
                  <a:close/>
                </a:path>
              </a:pathLst>
            </a:custGeom>
            <a:solidFill>
              <a:srgbClr val="DAF7FF"/>
            </a:solidFill>
          </p:spPr>
          <p:txBody>
            <a:bodyPr wrap="square" lIns="0" tIns="0" rIns="0" bIns="0" rtlCol="0"/>
            <a:lstStyle/>
            <a:p>
              <a:endParaRPr sz="2400"/>
            </a:p>
          </p:txBody>
        </p:sp>
        <p:sp>
          <p:nvSpPr>
            <p:cNvPr id="98" name="object 98"/>
            <p:cNvSpPr/>
            <p:nvPr/>
          </p:nvSpPr>
          <p:spPr>
            <a:xfrm>
              <a:off x="4543953" y="3149624"/>
              <a:ext cx="91440" cy="217804"/>
            </a:xfrm>
            <a:custGeom>
              <a:avLst/>
              <a:gdLst/>
              <a:ahLst/>
              <a:cxnLst/>
              <a:rect l="l" t="t" r="r" b="b"/>
              <a:pathLst>
                <a:path w="91439" h="217804">
                  <a:moveTo>
                    <a:pt x="0" y="0"/>
                  </a:moveTo>
                  <a:lnTo>
                    <a:pt x="90899" y="0"/>
                  </a:lnTo>
                  <a:lnTo>
                    <a:pt x="90899" y="217799"/>
                  </a:lnTo>
                  <a:lnTo>
                    <a:pt x="0" y="217799"/>
                  </a:lnTo>
                  <a:lnTo>
                    <a:pt x="0" y="0"/>
                  </a:lnTo>
                  <a:close/>
                </a:path>
              </a:pathLst>
            </a:custGeom>
            <a:ln w="3175">
              <a:solidFill>
                <a:srgbClr val="237A94"/>
              </a:solidFill>
            </a:ln>
          </p:spPr>
          <p:txBody>
            <a:bodyPr wrap="square" lIns="0" tIns="0" rIns="0" bIns="0" rtlCol="0"/>
            <a:lstStyle/>
            <a:p>
              <a:endParaRPr sz="2400"/>
            </a:p>
          </p:txBody>
        </p:sp>
        <p:sp>
          <p:nvSpPr>
            <p:cNvPr id="99" name="object 99"/>
            <p:cNvSpPr/>
            <p:nvPr/>
          </p:nvSpPr>
          <p:spPr>
            <a:xfrm>
              <a:off x="4495474" y="3368625"/>
              <a:ext cx="514984" cy="1270"/>
            </a:xfrm>
            <a:custGeom>
              <a:avLst/>
              <a:gdLst/>
              <a:ahLst/>
              <a:cxnLst/>
              <a:rect l="l" t="t" r="r" b="b"/>
              <a:pathLst>
                <a:path w="514985" h="1270">
                  <a:moveTo>
                    <a:pt x="0" y="899"/>
                  </a:moveTo>
                  <a:lnTo>
                    <a:pt x="514499" y="0"/>
                  </a:lnTo>
                </a:path>
              </a:pathLst>
            </a:custGeom>
            <a:ln w="3175">
              <a:solidFill>
                <a:srgbClr val="4285F4"/>
              </a:solidFill>
            </a:ln>
          </p:spPr>
          <p:txBody>
            <a:bodyPr wrap="square" lIns="0" tIns="0" rIns="0" bIns="0" rtlCol="0"/>
            <a:lstStyle/>
            <a:p>
              <a:endParaRPr sz="2400"/>
            </a:p>
          </p:txBody>
        </p:sp>
      </p:grpSp>
      <p:grpSp>
        <p:nvGrpSpPr>
          <p:cNvPr id="100" name="object 100"/>
          <p:cNvGrpSpPr/>
          <p:nvPr/>
        </p:nvGrpSpPr>
        <p:grpSpPr>
          <a:xfrm>
            <a:off x="4455968" y="3237183"/>
            <a:ext cx="1396153" cy="280247"/>
            <a:chOff x="3341975" y="2427887"/>
            <a:chExt cx="1047115" cy="210185"/>
          </a:xfrm>
        </p:grpSpPr>
        <p:sp>
          <p:nvSpPr>
            <p:cNvPr id="101" name="object 101"/>
            <p:cNvSpPr/>
            <p:nvPr/>
          </p:nvSpPr>
          <p:spPr>
            <a:xfrm>
              <a:off x="3732350" y="2584671"/>
              <a:ext cx="91440" cy="42545"/>
            </a:xfrm>
            <a:custGeom>
              <a:avLst/>
              <a:gdLst/>
              <a:ahLst/>
              <a:cxnLst/>
              <a:rect l="l" t="t" r="r" b="b"/>
              <a:pathLst>
                <a:path w="91439" h="42544">
                  <a:moveTo>
                    <a:pt x="90899" y="42299"/>
                  </a:moveTo>
                  <a:lnTo>
                    <a:pt x="0" y="42299"/>
                  </a:lnTo>
                  <a:lnTo>
                    <a:pt x="0" y="0"/>
                  </a:lnTo>
                  <a:lnTo>
                    <a:pt x="90899" y="0"/>
                  </a:lnTo>
                  <a:lnTo>
                    <a:pt x="90899" y="42299"/>
                  </a:lnTo>
                  <a:close/>
                </a:path>
              </a:pathLst>
            </a:custGeom>
            <a:solidFill>
              <a:srgbClr val="DAF7FF"/>
            </a:solidFill>
          </p:spPr>
          <p:txBody>
            <a:bodyPr wrap="square" lIns="0" tIns="0" rIns="0" bIns="0" rtlCol="0"/>
            <a:lstStyle/>
            <a:p>
              <a:endParaRPr sz="2400"/>
            </a:p>
          </p:txBody>
        </p:sp>
        <p:sp>
          <p:nvSpPr>
            <p:cNvPr id="102" name="object 102"/>
            <p:cNvSpPr/>
            <p:nvPr/>
          </p:nvSpPr>
          <p:spPr>
            <a:xfrm>
              <a:off x="3732350" y="2584671"/>
              <a:ext cx="91440" cy="42545"/>
            </a:xfrm>
            <a:custGeom>
              <a:avLst/>
              <a:gdLst/>
              <a:ahLst/>
              <a:cxnLst/>
              <a:rect l="l" t="t" r="r" b="b"/>
              <a:pathLst>
                <a:path w="91439" h="42544">
                  <a:moveTo>
                    <a:pt x="0" y="0"/>
                  </a:moveTo>
                  <a:lnTo>
                    <a:pt x="90899" y="0"/>
                  </a:lnTo>
                  <a:lnTo>
                    <a:pt x="90899" y="42299"/>
                  </a:lnTo>
                  <a:lnTo>
                    <a:pt x="0" y="42299"/>
                  </a:lnTo>
                  <a:lnTo>
                    <a:pt x="0" y="0"/>
                  </a:lnTo>
                  <a:close/>
                </a:path>
              </a:pathLst>
            </a:custGeom>
            <a:ln w="3175">
              <a:solidFill>
                <a:srgbClr val="237A94"/>
              </a:solidFill>
            </a:ln>
          </p:spPr>
          <p:txBody>
            <a:bodyPr wrap="square" lIns="0" tIns="0" rIns="0" bIns="0" rtlCol="0"/>
            <a:lstStyle/>
            <a:p>
              <a:endParaRPr sz="2400"/>
            </a:p>
          </p:txBody>
        </p:sp>
        <p:sp>
          <p:nvSpPr>
            <p:cNvPr id="103" name="object 103"/>
            <p:cNvSpPr/>
            <p:nvPr/>
          </p:nvSpPr>
          <p:spPr>
            <a:xfrm>
              <a:off x="3504925" y="2519371"/>
              <a:ext cx="91440" cy="107314"/>
            </a:xfrm>
            <a:custGeom>
              <a:avLst/>
              <a:gdLst/>
              <a:ahLst/>
              <a:cxnLst/>
              <a:rect l="l" t="t" r="r" b="b"/>
              <a:pathLst>
                <a:path w="91439" h="107314">
                  <a:moveTo>
                    <a:pt x="90899" y="106799"/>
                  </a:moveTo>
                  <a:lnTo>
                    <a:pt x="0" y="106799"/>
                  </a:lnTo>
                  <a:lnTo>
                    <a:pt x="0" y="0"/>
                  </a:lnTo>
                  <a:lnTo>
                    <a:pt x="90899" y="0"/>
                  </a:lnTo>
                  <a:lnTo>
                    <a:pt x="90899" y="106799"/>
                  </a:lnTo>
                  <a:close/>
                </a:path>
              </a:pathLst>
            </a:custGeom>
            <a:solidFill>
              <a:srgbClr val="DAF7FF"/>
            </a:solidFill>
          </p:spPr>
          <p:txBody>
            <a:bodyPr wrap="square" lIns="0" tIns="0" rIns="0" bIns="0" rtlCol="0"/>
            <a:lstStyle/>
            <a:p>
              <a:endParaRPr sz="2400"/>
            </a:p>
          </p:txBody>
        </p:sp>
        <p:sp>
          <p:nvSpPr>
            <p:cNvPr id="104" name="object 104"/>
            <p:cNvSpPr/>
            <p:nvPr/>
          </p:nvSpPr>
          <p:spPr>
            <a:xfrm>
              <a:off x="3504925" y="2519371"/>
              <a:ext cx="91440" cy="107314"/>
            </a:xfrm>
            <a:custGeom>
              <a:avLst/>
              <a:gdLst/>
              <a:ahLst/>
              <a:cxnLst/>
              <a:rect l="l" t="t" r="r" b="b"/>
              <a:pathLst>
                <a:path w="91439" h="107314">
                  <a:moveTo>
                    <a:pt x="0" y="0"/>
                  </a:moveTo>
                  <a:lnTo>
                    <a:pt x="90899" y="0"/>
                  </a:lnTo>
                  <a:lnTo>
                    <a:pt x="90899" y="106799"/>
                  </a:lnTo>
                  <a:lnTo>
                    <a:pt x="0" y="106799"/>
                  </a:lnTo>
                  <a:lnTo>
                    <a:pt x="0" y="0"/>
                  </a:lnTo>
                  <a:close/>
                </a:path>
              </a:pathLst>
            </a:custGeom>
            <a:ln w="3175">
              <a:solidFill>
                <a:srgbClr val="237A94"/>
              </a:solidFill>
            </a:ln>
          </p:spPr>
          <p:txBody>
            <a:bodyPr wrap="square" lIns="0" tIns="0" rIns="0" bIns="0" rtlCol="0"/>
            <a:lstStyle/>
            <a:p>
              <a:endParaRPr sz="2400"/>
            </a:p>
          </p:txBody>
        </p:sp>
        <p:sp>
          <p:nvSpPr>
            <p:cNvPr id="105" name="object 105"/>
            <p:cNvSpPr/>
            <p:nvPr/>
          </p:nvSpPr>
          <p:spPr>
            <a:xfrm>
              <a:off x="3618650" y="2532672"/>
              <a:ext cx="91440" cy="93980"/>
            </a:xfrm>
            <a:custGeom>
              <a:avLst/>
              <a:gdLst/>
              <a:ahLst/>
              <a:cxnLst/>
              <a:rect l="l" t="t" r="r" b="b"/>
              <a:pathLst>
                <a:path w="91439" h="93980">
                  <a:moveTo>
                    <a:pt x="90899" y="93599"/>
                  </a:moveTo>
                  <a:lnTo>
                    <a:pt x="0" y="93599"/>
                  </a:lnTo>
                  <a:lnTo>
                    <a:pt x="0" y="0"/>
                  </a:lnTo>
                  <a:lnTo>
                    <a:pt x="90899" y="0"/>
                  </a:lnTo>
                  <a:lnTo>
                    <a:pt x="90899" y="93599"/>
                  </a:lnTo>
                  <a:close/>
                </a:path>
              </a:pathLst>
            </a:custGeom>
            <a:solidFill>
              <a:srgbClr val="DAF7FF"/>
            </a:solidFill>
          </p:spPr>
          <p:txBody>
            <a:bodyPr wrap="square" lIns="0" tIns="0" rIns="0" bIns="0" rtlCol="0"/>
            <a:lstStyle/>
            <a:p>
              <a:endParaRPr sz="2400"/>
            </a:p>
          </p:txBody>
        </p:sp>
        <p:sp>
          <p:nvSpPr>
            <p:cNvPr id="106" name="object 106"/>
            <p:cNvSpPr/>
            <p:nvPr/>
          </p:nvSpPr>
          <p:spPr>
            <a:xfrm>
              <a:off x="3618650" y="2532672"/>
              <a:ext cx="91440" cy="93980"/>
            </a:xfrm>
            <a:custGeom>
              <a:avLst/>
              <a:gdLst/>
              <a:ahLst/>
              <a:cxnLst/>
              <a:rect l="l" t="t" r="r" b="b"/>
              <a:pathLst>
                <a:path w="91439" h="93980">
                  <a:moveTo>
                    <a:pt x="0" y="0"/>
                  </a:moveTo>
                  <a:lnTo>
                    <a:pt x="90899" y="0"/>
                  </a:lnTo>
                  <a:lnTo>
                    <a:pt x="90899" y="93599"/>
                  </a:lnTo>
                  <a:lnTo>
                    <a:pt x="0" y="93599"/>
                  </a:lnTo>
                  <a:lnTo>
                    <a:pt x="0" y="0"/>
                  </a:lnTo>
                  <a:close/>
                </a:path>
              </a:pathLst>
            </a:custGeom>
            <a:ln w="3175">
              <a:solidFill>
                <a:srgbClr val="237A94"/>
              </a:solidFill>
            </a:ln>
          </p:spPr>
          <p:txBody>
            <a:bodyPr wrap="square" lIns="0" tIns="0" rIns="0" bIns="0" rtlCol="0"/>
            <a:lstStyle/>
            <a:p>
              <a:endParaRPr sz="2400"/>
            </a:p>
          </p:txBody>
        </p:sp>
        <p:sp>
          <p:nvSpPr>
            <p:cNvPr id="107" name="object 107"/>
            <p:cNvSpPr/>
            <p:nvPr/>
          </p:nvSpPr>
          <p:spPr>
            <a:xfrm>
              <a:off x="3391200" y="2499774"/>
              <a:ext cx="91440" cy="127635"/>
            </a:xfrm>
            <a:custGeom>
              <a:avLst/>
              <a:gdLst/>
              <a:ahLst/>
              <a:cxnLst/>
              <a:rect l="l" t="t" r="r" b="b"/>
              <a:pathLst>
                <a:path w="91439" h="127635">
                  <a:moveTo>
                    <a:pt x="90899" y="127499"/>
                  </a:moveTo>
                  <a:lnTo>
                    <a:pt x="0" y="127499"/>
                  </a:lnTo>
                  <a:lnTo>
                    <a:pt x="0" y="0"/>
                  </a:lnTo>
                  <a:lnTo>
                    <a:pt x="90899" y="0"/>
                  </a:lnTo>
                  <a:lnTo>
                    <a:pt x="90899" y="127499"/>
                  </a:lnTo>
                  <a:close/>
                </a:path>
              </a:pathLst>
            </a:custGeom>
            <a:solidFill>
              <a:srgbClr val="DAF7FF"/>
            </a:solidFill>
          </p:spPr>
          <p:txBody>
            <a:bodyPr wrap="square" lIns="0" tIns="0" rIns="0" bIns="0" rtlCol="0"/>
            <a:lstStyle/>
            <a:p>
              <a:endParaRPr sz="2400"/>
            </a:p>
          </p:txBody>
        </p:sp>
        <p:sp>
          <p:nvSpPr>
            <p:cNvPr id="108" name="object 108"/>
            <p:cNvSpPr/>
            <p:nvPr/>
          </p:nvSpPr>
          <p:spPr>
            <a:xfrm>
              <a:off x="3391200" y="2499774"/>
              <a:ext cx="91440" cy="127635"/>
            </a:xfrm>
            <a:custGeom>
              <a:avLst/>
              <a:gdLst/>
              <a:ahLst/>
              <a:cxnLst/>
              <a:rect l="l" t="t" r="r" b="b"/>
              <a:pathLst>
                <a:path w="91439" h="127635">
                  <a:moveTo>
                    <a:pt x="0" y="0"/>
                  </a:moveTo>
                  <a:lnTo>
                    <a:pt x="90899" y="0"/>
                  </a:lnTo>
                  <a:lnTo>
                    <a:pt x="90899" y="127499"/>
                  </a:lnTo>
                  <a:lnTo>
                    <a:pt x="0" y="127499"/>
                  </a:lnTo>
                  <a:lnTo>
                    <a:pt x="0" y="0"/>
                  </a:lnTo>
                  <a:close/>
                </a:path>
              </a:pathLst>
            </a:custGeom>
            <a:ln w="3175">
              <a:solidFill>
                <a:srgbClr val="237A94"/>
              </a:solidFill>
            </a:ln>
          </p:spPr>
          <p:txBody>
            <a:bodyPr wrap="square" lIns="0" tIns="0" rIns="0" bIns="0" rtlCol="0"/>
            <a:lstStyle/>
            <a:p>
              <a:endParaRPr sz="2400"/>
            </a:p>
          </p:txBody>
        </p:sp>
        <p:sp>
          <p:nvSpPr>
            <p:cNvPr id="109" name="object 109"/>
            <p:cNvSpPr/>
            <p:nvPr/>
          </p:nvSpPr>
          <p:spPr>
            <a:xfrm>
              <a:off x="3342725" y="2628424"/>
              <a:ext cx="514984" cy="1270"/>
            </a:xfrm>
            <a:custGeom>
              <a:avLst/>
              <a:gdLst/>
              <a:ahLst/>
              <a:cxnLst/>
              <a:rect l="l" t="t" r="r" b="b"/>
              <a:pathLst>
                <a:path w="514985" h="1269">
                  <a:moveTo>
                    <a:pt x="0" y="899"/>
                  </a:moveTo>
                  <a:lnTo>
                    <a:pt x="514499" y="0"/>
                  </a:lnTo>
                </a:path>
              </a:pathLst>
            </a:custGeom>
            <a:ln w="3175">
              <a:solidFill>
                <a:srgbClr val="4285F4"/>
              </a:solidFill>
            </a:ln>
          </p:spPr>
          <p:txBody>
            <a:bodyPr wrap="square" lIns="0" tIns="0" rIns="0" bIns="0" rtlCol="0"/>
            <a:lstStyle/>
            <a:p>
              <a:endParaRPr sz="2400"/>
            </a:p>
          </p:txBody>
        </p:sp>
        <p:sp>
          <p:nvSpPr>
            <p:cNvPr id="110" name="object 110"/>
            <p:cNvSpPr/>
            <p:nvPr/>
          </p:nvSpPr>
          <p:spPr>
            <a:xfrm>
              <a:off x="4263062" y="2607383"/>
              <a:ext cx="91440" cy="27940"/>
            </a:xfrm>
            <a:custGeom>
              <a:avLst/>
              <a:gdLst/>
              <a:ahLst/>
              <a:cxnLst/>
              <a:rect l="l" t="t" r="r" b="b"/>
              <a:pathLst>
                <a:path w="91439" h="27939">
                  <a:moveTo>
                    <a:pt x="90899" y="27599"/>
                  </a:moveTo>
                  <a:lnTo>
                    <a:pt x="0" y="27599"/>
                  </a:lnTo>
                  <a:lnTo>
                    <a:pt x="0" y="0"/>
                  </a:lnTo>
                  <a:lnTo>
                    <a:pt x="90899" y="0"/>
                  </a:lnTo>
                  <a:lnTo>
                    <a:pt x="90899" y="27599"/>
                  </a:lnTo>
                  <a:close/>
                </a:path>
              </a:pathLst>
            </a:custGeom>
            <a:solidFill>
              <a:srgbClr val="E3C1E1"/>
            </a:solidFill>
          </p:spPr>
          <p:txBody>
            <a:bodyPr wrap="square" lIns="0" tIns="0" rIns="0" bIns="0" rtlCol="0"/>
            <a:lstStyle/>
            <a:p>
              <a:endParaRPr sz="2400"/>
            </a:p>
          </p:txBody>
        </p:sp>
        <p:sp>
          <p:nvSpPr>
            <p:cNvPr id="111" name="object 111"/>
            <p:cNvSpPr/>
            <p:nvPr/>
          </p:nvSpPr>
          <p:spPr>
            <a:xfrm>
              <a:off x="4263062" y="2607383"/>
              <a:ext cx="91440" cy="27940"/>
            </a:xfrm>
            <a:custGeom>
              <a:avLst/>
              <a:gdLst/>
              <a:ahLst/>
              <a:cxnLst/>
              <a:rect l="l" t="t" r="r" b="b"/>
              <a:pathLst>
                <a:path w="91439" h="27939">
                  <a:moveTo>
                    <a:pt x="0" y="0"/>
                  </a:moveTo>
                  <a:lnTo>
                    <a:pt x="90899" y="0"/>
                  </a:lnTo>
                  <a:lnTo>
                    <a:pt x="90899" y="27599"/>
                  </a:lnTo>
                  <a:lnTo>
                    <a:pt x="0" y="27599"/>
                  </a:lnTo>
                  <a:lnTo>
                    <a:pt x="0" y="0"/>
                  </a:lnTo>
                  <a:close/>
                </a:path>
              </a:pathLst>
            </a:custGeom>
            <a:ln w="3175">
              <a:solidFill>
                <a:srgbClr val="965AC8"/>
              </a:solidFill>
            </a:ln>
          </p:spPr>
          <p:txBody>
            <a:bodyPr wrap="square" lIns="0" tIns="0" rIns="0" bIns="0" rtlCol="0"/>
            <a:lstStyle/>
            <a:p>
              <a:endParaRPr sz="2400"/>
            </a:p>
          </p:txBody>
        </p:sp>
        <p:sp>
          <p:nvSpPr>
            <p:cNvPr id="112" name="object 112"/>
            <p:cNvSpPr/>
            <p:nvPr/>
          </p:nvSpPr>
          <p:spPr>
            <a:xfrm>
              <a:off x="4035625" y="2482099"/>
              <a:ext cx="91440" cy="152400"/>
            </a:xfrm>
            <a:custGeom>
              <a:avLst/>
              <a:gdLst/>
              <a:ahLst/>
              <a:cxnLst/>
              <a:rect l="l" t="t" r="r" b="b"/>
              <a:pathLst>
                <a:path w="91439" h="152400">
                  <a:moveTo>
                    <a:pt x="90899" y="152099"/>
                  </a:moveTo>
                  <a:lnTo>
                    <a:pt x="0" y="152099"/>
                  </a:lnTo>
                  <a:lnTo>
                    <a:pt x="0" y="0"/>
                  </a:lnTo>
                  <a:lnTo>
                    <a:pt x="90899" y="0"/>
                  </a:lnTo>
                  <a:lnTo>
                    <a:pt x="90899" y="152099"/>
                  </a:lnTo>
                  <a:close/>
                </a:path>
              </a:pathLst>
            </a:custGeom>
            <a:solidFill>
              <a:srgbClr val="E3C1E1"/>
            </a:solidFill>
          </p:spPr>
          <p:txBody>
            <a:bodyPr wrap="square" lIns="0" tIns="0" rIns="0" bIns="0" rtlCol="0"/>
            <a:lstStyle/>
            <a:p>
              <a:endParaRPr sz="2400"/>
            </a:p>
          </p:txBody>
        </p:sp>
        <p:sp>
          <p:nvSpPr>
            <p:cNvPr id="113" name="object 113"/>
            <p:cNvSpPr/>
            <p:nvPr/>
          </p:nvSpPr>
          <p:spPr>
            <a:xfrm>
              <a:off x="4035625" y="2482099"/>
              <a:ext cx="91440" cy="152400"/>
            </a:xfrm>
            <a:custGeom>
              <a:avLst/>
              <a:gdLst/>
              <a:ahLst/>
              <a:cxnLst/>
              <a:rect l="l" t="t" r="r" b="b"/>
              <a:pathLst>
                <a:path w="91439" h="152400">
                  <a:moveTo>
                    <a:pt x="0" y="0"/>
                  </a:moveTo>
                  <a:lnTo>
                    <a:pt x="90899" y="0"/>
                  </a:lnTo>
                  <a:lnTo>
                    <a:pt x="90899" y="152099"/>
                  </a:lnTo>
                  <a:lnTo>
                    <a:pt x="0" y="152099"/>
                  </a:lnTo>
                  <a:lnTo>
                    <a:pt x="0" y="0"/>
                  </a:lnTo>
                  <a:close/>
                </a:path>
              </a:pathLst>
            </a:custGeom>
            <a:ln w="3175">
              <a:solidFill>
                <a:srgbClr val="965AC8"/>
              </a:solidFill>
            </a:ln>
          </p:spPr>
          <p:txBody>
            <a:bodyPr wrap="square" lIns="0" tIns="0" rIns="0" bIns="0" rtlCol="0"/>
            <a:lstStyle/>
            <a:p>
              <a:endParaRPr sz="2400"/>
            </a:p>
          </p:txBody>
        </p:sp>
        <p:sp>
          <p:nvSpPr>
            <p:cNvPr id="114" name="object 114"/>
            <p:cNvSpPr/>
            <p:nvPr/>
          </p:nvSpPr>
          <p:spPr>
            <a:xfrm>
              <a:off x="4149350" y="2568949"/>
              <a:ext cx="91440" cy="65405"/>
            </a:xfrm>
            <a:custGeom>
              <a:avLst/>
              <a:gdLst/>
              <a:ahLst/>
              <a:cxnLst/>
              <a:rect l="l" t="t" r="r" b="b"/>
              <a:pathLst>
                <a:path w="91439" h="65405">
                  <a:moveTo>
                    <a:pt x="90899" y="65399"/>
                  </a:moveTo>
                  <a:lnTo>
                    <a:pt x="0" y="65399"/>
                  </a:lnTo>
                  <a:lnTo>
                    <a:pt x="0" y="0"/>
                  </a:lnTo>
                  <a:lnTo>
                    <a:pt x="90899" y="0"/>
                  </a:lnTo>
                  <a:lnTo>
                    <a:pt x="90899" y="65399"/>
                  </a:lnTo>
                  <a:close/>
                </a:path>
              </a:pathLst>
            </a:custGeom>
            <a:solidFill>
              <a:srgbClr val="E3C1E1"/>
            </a:solidFill>
          </p:spPr>
          <p:txBody>
            <a:bodyPr wrap="square" lIns="0" tIns="0" rIns="0" bIns="0" rtlCol="0"/>
            <a:lstStyle/>
            <a:p>
              <a:endParaRPr sz="2400"/>
            </a:p>
          </p:txBody>
        </p:sp>
        <p:sp>
          <p:nvSpPr>
            <p:cNvPr id="115" name="object 115"/>
            <p:cNvSpPr/>
            <p:nvPr/>
          </p:nvSpPr>
          <p:spPr>
            <a:xfrm>
              <a:off x="4149350" y="2568949"/>
              <a:ext cx="91440" cy="65405"/>
            </a:xfrm>
            <a:custGeom>
              <a:avLst/>
              <a:gdLst/>
              <a:ahLst/>
              <a:cxnLst/>
              <a:rect l="l" t="t" r="r" b="b"/>
              <a:pathLst>
                <a:path w="91439" h="65405">
                  <a:moveTo>
                    <a:pt x="0" y="0"/>
                  </a:moveTo>
                  <a:lnTo>
                    <a:pt x="90899" y="0"/>
                  </a:lnTo>
                  <a:lnTo>
                    <a:pt x="90899" y="65399"/>
                  </a:lnTo>
                  <a:lnTo>
                    <a:pt x="0" y="65399"/>
                  </a:lnTo>
                  <a:lnTo>
                    <a:pt x="0" y="0"/>
                  </a:lnTo>
                  <a:close/>
                </a:path>
              </a:pathLst>
            </a:custGeom>
            <a:ln w="3175">
              <a:solidFill>
                <a:srgbClr val="965AC8"/>
              </a:solidFill>
            </a:ln>
          </p:spPr>
          <p:txBody>
            <a:bodyPr wrap="square" lIns="0" tIns="0" rIns="0" bIns="0" rtlCol="0"/>
            <a:lstStyle/>
            <a:p>
              <a:endParaRPr sz="2400"/>
            </a:p>
          </p:txBody>
        </p:sp>
        <p:sp>
          <p:nvSpPr>
            <p:cNvPr id="116" name="object 116"/>
            <p:cNvSpPr/>
            <p:nvPr/>
          </p:nvSpPr>
          <p:spPr>
            <a:xfrm>
              <a:off x="3921900" y="2429399"/>
              <a:ext cx="91440" cy="206375"/>
            </a:xfrm>
            <a:custGeom>
              <a:avLst/>
              <a:gdLst/>
              <a:ahLst/>
              <a:cxnLst/>
              <a:rect l="l" t="t" r="r" b="b"/>
              <a:pathLst>
                <a:path w="91439" h="206375">
                  <a:moveTo>
                    <a:pt x="90899" y="205799"/>
                  </a:moveTo>
                  <a:lnTo>
                    <a:pt x="0" y="205799"/>
                  </a:lnTo>
                  <a:lnTo>
                    <a:pt x="0" y="0"/>
                  </a:lnTo>
                  <a:lnTo>
                    <a:pt x="90899" y="0"/>
                  </a:lnTo>
                  <a:lnTo>
                    <a:pt x="90899" y="205799"/>
                  </a:lnTo>
                  <a:close/>
                </a:path>
              </a:pathLst>
            </a:custGeom>
            <a:solidFill>
              <a:srgbClr val="E3C1E1"/>
            </a:solidFill>
          </p:spPr>
          <p:txBody>
            <a:bodyPr wrap="square" lIns="0" tIns="0" rIns="0" bIns="0" rtlCol="0"/>
            <a:lstStyle/>
            <a:p>
              <a:endParaRPr sz="2400"/>
            </a:p>
          </p:txBody>
        </p:sp>
        <p:sp>
          <p:nvSpPr>
            <p:cNvPr id="117" name="object 117"/>
            <p:cNvSpPr/>
            <p:nvPr/>
          </p:nvSpPr>
          <p:spPr>
            <a:xfrm>
              <a:off x="3921900" y="2429399"/>
              <a:ext cx="91440" cy="206375"/>
            </a:xfrm>
            <a:custGeom>
              <a:avLst/>
              <a:gdLst/>
              <a:ahLst/>
              <a:cxnLst/>
              <a:rect l="l" t="t" r="r" b="b"/>
              <a:pathLst>
                <a:path w="91439" h="206375">
                  <a:moveTo>
                    <a:pt x="0" y="0"/>
                  </a:moveTo>
                  <a:lnTo>
                    <a:pt x="90899" y="0"/>
                  </a:lnTo>
                  <a:lnTo>
                    <a:pt x="90899" y="205799"/>
                  </a:lnTo>
                  <a:lnTo>
                    <a:pt x="0" y="205799"/>
                  </a:lnTo>
                  <a:lnTo>
                    <a:pt x="0" y="0"/>
                  </a:lnTo>
                  <a:close/>
                </a:path>
              </a:pathLst>
            </a:custGeom>
            <a:ln w="3175">
              <a:solidFill>
                <a:srgbClr val="965AC8"/>
              </a:solidFill>
            </a:ln>
          </p:spPr>
          <p:txBody>
            <a:bodyPr wrap="square" lIns="0" tIns="0" rIns="0" bIns="0" rtlCol="0"/>
            <a:lstStyle/>
            <a:p>
              <a:endParaRPr sz="2400"/>
            </a:p>
          </p:txBody>
        </p:sp>
        <p:sp>
          <p:nvSpPr>
            <p:cNvPr id="118" name="object 118"/>
            <p:cNvSpPr/>
            <p:nvPr/>
          </p:nvSpPr>
          <p:spPr>
            <a:xfrm>
              <a:off x="3873425" y="2636424"/>
              <a:ext cx="514984" cy="1270"/>
            </a:xfrm>
            <a:custGeom>
              <a:avLst/>
              <a:gdLst/>
              <a:ahLst/>
              <a:cxnLst/>
              <a:rect l="l" t="t" r="r" b="b"/>
              <a:pathLst>
                <a:path w="514985" h="1269">
                  <a:moveTo>
                    <a:pt x="0" y="899"/>
                  </a:moveTo>
                  <a:lnTo>
                    <a:pt x="514499" y="0"/>
                  </a:lnTo>
                </a:path>
              </a:pathLst>
            </a:custGeom>
            <a:ln w="3175">
              <a:solidFill>
                <a:srgbClr val="4285F4"/>
              </a:solidFill>
            </a:ln>
          </p:spPr>
          <p:txBody>
            <a:bodyPr wrap="square" lIns="0" tIns="0" rIns="0" bIns="0" rtlCol="0"/>
            <a:lstStyle/>
            <a:p>
              <a:endParaRPr sz="2400"/>
            </a:p>
          </p:txBody>
        </p:sp>
      </p:grpSp>
      <p:grpSp>
        <p:nvGrpSpPr>
          <p:cNvPr id="119" name="object 119"/>
          <p:cNvGrpSpPr/>
          <p:nvPr/>
        </p:nvGrpSpPr>
        <p:grpSpPr>
          <a:xfrm>
            <a:off x="5258399" y="3727184"/>
            <a:ext cx="1374140" cy="277705"/>
            <a:chOff x="3943799" y="2795387"/>
            <a:chExt cx="1030605" cy="208279"/>
          </a:xfrm>
        </p:grpSpPr>
        <p:sp>
          <p:nvSpPr>
            <p:cNvPr id="120" name="object 120"/>
            <p:cNvSpPr/>
            <p:nvPr/>
          </p:nvSpPr>
          <p:spPr>
            <a:xfrm>
              <a:off x="4334186" y="2972758"/>
              <a:ext cx="91440" cy="27940"/>
            </a:xfrm>
            <a:custGeom>
              <a:avLst/>
              <a:gdLst/>
              <a:ahLst/>
              <a:cxnLst/>
              <a:rect l="l" t="t" r="r" b="b"/>
              <a:pathLst>
                <a:path w="91439" h="27939">
                  <a:moveTo>
                    <a:pt x="90899" y="27599"/>
                  </a:moveTo>
                  <a:lnTo>
                    <a:pt x="0" y="27599"/>
                  </a:lnTo>
                  <a:lnTo>
                    <a:pt x="0" y="0"/>
                  </a:lnTo>
                  <a:lnTo>
                    <a:pt x="90899" y="0"/>
                  </a:lnTo>
                  <a:lnTo>
                    <a:pt x="90899" y="27599"/>
                  </a:lnTo>
                  <a:close/>
                </a:path>
              </a:pathLst>
            </a:custGeom>
            <a:solidFill>
              <a:srgbClr val="DAF7FF"/>
            </a:solidFill>
          </p:spPr>
          <p:txBody>
            <a:bodyPr wrap="square" lIns="0" tIns="0" rIns="0" bIns="0" rtlCol="0"/>
            <a:lstStyle/>
            <a:p>
              <a:endParaRPr sz="2400"/>
            </a:p>
          </p:txBody>
        </p:sp>
        <p:sp>
          <p:nvSpPr>
            <p:cNvPr id="121" name="object 121"/>
            <p:cNvSpPr/>
            <p:nvPr/>
          </p:nvSpPr>
          <p:spPr>
            <a:xfrm>
              <a:off x="4334186" y="2972758"/>
              <a:ext cx="91440" cy="27940"/>
            </a:xfrm>
            <a:custGeom>
              <a:avLst/>
              <a:gdLst/>
              <a:ahLst/>
              <a:cxnLst/>
              <a:rect l="l" t="t" r="r" b="b"/>
              <a:pathLst>
                <a:path w="91439" h="27939">
                  <a:moveTo>
                    <a:pt x="0" y="0"/>
                  </a:moveTo>
                  <a:lnTo>
                    <a:pt x="90899" y="0"/>
                  </a:lnTo>
                  <a:lnTo>
                    <a:pt x="90899" y="27599"/>
                  </a:lnTo>
                  <a:lnTo>
                    <a:pt x="0" y="27599"/>
                  </a:lnTo>
                  <a:lnTo>
                    <a:pt x="0" y="0"/>
                  </a:lnTo>
                  <a:close/>
                </a:path>
              </a:pathLst>
            </a:custGeom>
            <a:ln w="3175">
              <a:solidFill>
                <a:srgbClr val="237A94"/>
              </a:solidFill>
            </a:ln>
          </p:spPr>
          <p:txBody>
            <a:bodyPr wrap="square" lIns="0" tIns="0" rIns="0" bIns="0" rtlCol="0"/>
            <a:lstStyle/>
            <a:p>
              <a:endParaRPr sz="2400"/>
            </a:p>
          </p:txBody>
        </p:sp>
        <p:sp>
          <p:nvSpPr>
            <p:cNvPr id="122" name="object 122"/>
            <p:cNvSpPr/>
            <p:nvPr/>
          </p:nvSpPr>
          <p:spPr>
            <a:xfrm>
              <a:off x="4106749" y="2843525"/>
              <a:ext cx="91440" cy="156210"/>
            </a:xfrm>
            <a:custGeom>
              <a:avLst/>
              <a:gdLst/>
              <a:ahLst/>
              <a:cxnLst/>
              <a:rect l="l" t="t" r="r" b="b"/>
              <a:pathLst>
                <a:path w="91439" h="156210">
                  <a:moveTo>
                    <a:pt x="90899" y="155999"/>
                  </a:moveTo>
                  <a:lnTo>
                    <a:pt x="0" y="155999"/>
                  </a:lnTo>
                  <a:lnTo>
                    <a:pt x="0" y="0"/>
                  </a:lnTo>
                  <a:lnTo>
                    <a:pt x="90899" y="0"/>
                  </a:lnTo>
                  <a:lnTo>
                    <a:pt x="90899" y="155999"/>
                  </a:lnTo>
                  <a:close/>
                </a:path>
              </a:pathLst>
            </a:custGeom>
            <a:solidFill>
              <a:srgbClr val="DAF7FF"/>
            </a:solidFill>
          </p:spPr>
          <p:txBody>
            <a:bodyPr wrap="square" lIns="0" tIns="0" rIns="0" bIns="0" rtlCol="0"/>
            <a:lstStyle/>
            <a:p>
              <a:endParaRPr sz="2400"/>
            </a:p>
          </p:txBody>
        </p:sp>
        <p:sp>
          <p:nvSpPr>
            <p:cNvPr id="123" name="object 123"/>
            <p:cNvSpPr/>
            <p:nvPr/>
          </p:nvSpPr>
          <p:spPr>
            <a:xfrm>
              <a:off x="4106749" y="2843525"/>
              <a:ext cx="91440" cy="156210"/>
            </a:xfrm>
            <a:custGeom>
              <a:avLst/>
              <a:gdLst/>
              <a:ahLst/>
              <a:cxnLst/>
              <a:rect l="l" t="t" r="r" b="b"/>
              <a:pathLst>
                <a:path w="91439" h="156210">
                  <a:moveTo>
                    <a:pt x="0" y="0"/>
                  </a:moveTo>
                  <a:lnTo>
                    <a:pt x="90899" y="0"/>
                  </a:lnTo>
                  <a:lnTo>
                    <a:pt x="90899" y="155999"/>
                  </a:lnTo>
                  <a:lnTo>
                    <a:pt x="0" y="155999"/>
                  </a:lnTo>
                  <a:lnTo>
                    <a:pt x="0" y="0"/>
                  </a:lnTo>
                  <a:close/>
                </a:path>
              </a:pathLst>
            </a:custGeom>
            <a:ln w="3175">
              <a:solidFill>
                <a:srgbClr val="237A94"/>
              </a:solidFill>
            </a:ln>
          </p:spPr>
          <p:txBody>
            <a:bodyPr wrap="square" lIns="0" tIns="0" rIns="0" bIns="0" rtlCol="0"/>
            <a:lstStyle/>
            <a:p>
              <a:endParaRPr sz="2400"/>
            </a:p>
          </p:txBody>
        </p:sp>
        <p:sp>
          <p:nvSpPr>
            <p:cNvPr id="124" name="object 124"/>
            <p:cNvSpPr/>
            <p:nvPr/>
          </p:nvSpPr>
          <p:spPr>
            <a:xfrm>
              <a:off x="4220474" y="2860317"/>
              <a:ext cx="91440" cy="139700"/>
            </a:xfrm>
            <a:custGeom>
              <a:avLst/>
              <a:gdLst/>
              <a:ahLst/>
              <a:cxnLst/>
              <a:rect l="l" t="t" r="r" b="b"/>
              <a:pathLst>
                <a:path w="91439" h="139700">
                  <a:moveTo>
                    <a:pt x="90899" y="139199"/>
                  </a:moveTo>
                  <a:lnTo>
                    <a:pt x="0" y="139199"/>
                  </a:lnTo>
                  <a:lnTo>
                    <a:pt x="0" y="0"/>
                  </a:lnTo>
                  <a:lnTo>
                    <a:pt x="90899" y="0"/>
                  </a:lnTo>
                  <a:lnTo>
                    <a:pt x="90899" y="139199"/>
                  </a:lnTo>
                  <a:close/>
                </a:path>
              </a:pathLst>
            </a:custGeom>
            <a:solidFill>
              <a:srgbClr val="DAF7FF"/>
            </a:solidFill>
          </p:spPr>
          <p:txBody>
            <a:bodyPr wrap="square" lIns="0" tIns="0" rIns="0" bIns="0" rtlCol="0"/>
            <a:lstStyle/>
            <a:p>
              <a:endParaRPr sz="2400"/>
            </a:p>
          </p:txBody>
        </p:sp>
        <p:sp>
          <p:nvSpPr>
            <p:cNvPr id="125" name="object 125"/>
            <p:cNvSpPr/>
            <p:nvPr/>
          </p:nvSpPr>
          <p:spPr>
            <a:xfrm>
              <a:off x="4220474" y="2860317"/>
              <a:ext cx="91440" cy="139700"/>
            </a:xfrm>
            <a:custGeom>
              <a:avLst/>
              <a:gdLst/>
              <a:ahLst/>
              <a:cxnLst/>
              <a:rect l="l" t="t" r="r" b="b"/>
              <a:pathLst>
                <a:path w="91439" h="139700">
                  <a:moveTo>
                    <a:pt x="0" y="0"/>
                  </a:moveTo>
                  <a:lnTo>
                    <a:pt x="90899" y="0"/>
                  </a:lnTo>
                  <a:lnTo>
                    <a:pt x="90899" y="139199"/>
                  </a:lnTo>
                  <a:lnTo>
                    <a:pt x="0" y="139199"/>
                  </a:lnTo>
                  <a:lnTo>
                    <a:pt x="0" y="0"/>
                  </a:lnTo>
                  <a:close/>
                </a:path>
              </a:pathLst>
            </a:custGeom>
            <a:ln w="3175">
              <a:solidFill>
                <a:srgbClr val="237A94"/>
              </a:solidFill>
            </a:ln>
          </p:spPr>
          <p:txBody>
            <a:bodyPr wrap="square" lIns="0" tIns="0" rIns="0" bIns="0" rtlCol="0"/>
            <a:lstStyle/>
            <a:p>
              <a:endParaRPr sz="2400"/>
            </a:p>
          </p:txBody>
        </p:sp>
        <p:sp>
          <p:nvSpPr>
            <p:cNvPr id="126" name="object 126"/>
            <p:cNvSpPr/>
            <p:nvPr/>
          </p:nvSpPr>
          <p:spPr>
            <a:xfrm>
              <a:off x="3993024" y="2796900"/>
              <a:ext cx="91440" cy="203835"/>
            </a:xfrm>
            <a:custGeom>
              <a:avLst/>
              <a:gdLst/>
              <a:ahLst/>
              <a:cxnLst/>
              <a:rect l="l" t="t" r="r" b="b"/>
              <a:pathLst>
                <a:path w="91439" h="203835">
                  <a:moveTo>
                    <a:pt x="90899" y="203699"/>
                  </a:moveTo>
                  <a:lnTo>
                    <a:pt x="0" y="203699"/>
                  </a:lnTo>
                  <a:lnTo>
                    <a:pt x="0" y="0"/>
                  </a:lnTo>
                  <a:lnTo>
                    <a:pt x="90899" y="0"/>
                  </a:lnTo>
                  <a:lnTo>
                    <a:pt x="90899" y="203699"/>
                  </a:lnTo>
                  <a:close/>
                </a:path>
              </a:pathLst>
            </a:custGeom>
            <a:solidFill>
              <a:srgbClr val="DAF7FF"/>
            </a:solidFill>
          </p:spPr>
          <p:txBody>
            <a:bodyPr wrap="square" lIns="0" tIns="0" rIns="0" bIns="0" rtlCol="0"/>
            <a:lstStyle/>
            <a:p>
              <a:endParaRPr sz="2400"/>
            </a:p>
          </p:txBody>
        </p:sp>
        <p:sp>
          <p:nvSpPr>
            <p:cNvPr id="127" name="object 127"/>
            <p:cNvSpPr/>
            <p:nvPr/>
          </p:nvSpPr>
          <p:spPr>
            <a:xfrm>
              <a:off x="3993024" y="2796900"/>
              <a:ext cx="91440" cy="203835"/>
            </a:xfrm>
            <a:custGeom>
              <a:avLst/>
              <a:gdLst/>
              <a:ahLst/>
              <a:cxnLst/>
              <a:rect l="l" t="t" r="r" b="b"/>
              <a:pathLst>
                <a:path w="91439" h="203835">
                  <a:moveTo>
                    <a:pt x="0" y="0"/>
                  </a:moveTo>
                  <a:lnTo>
                    <a:pt x="90899" y="0"/>
                  </a:lnTo>
                  <a:lnTo>
                    <a:pt x="90899" y="203699"/>
                  </a:lnTo>
                  <a:lnTo>
                    <a:pt x="0" y="203699"/>
                  </a:lnTo>
                  <a:lnTo>
                    <a:pt x="0" y="0"/>
                  </a:lnTo>
                  <a:close/>
                </a:path>
              </a:pathLst>
            </a:custGeom>
            <a:ln w="3175">
              <a:solidFill>
                <a:srgbClr val="237A94"/>
              </a:solidFill>
            </a:ln>
          </p:spPr>
          <p:txBody>
            <a:bodyPr wrap="square" lIns="0" tIns="0" rIns="0" bIns="0" rtlCol="0"/>
            <a:lstStyle/>
            <a:p>
              <a:endParaRPr sz="2400"/>
            </a:p>
          </p:txBody>
        </p:sp>
        <p:sp>
          <p:nvSpPr>
            <p:cNvPr id="128" name="object 128"/>
            <p:cNvSpPr/>
            <p:nvPr/>
          </p:nvSpPr>
          <p:spPr>
            <a:xfrm>
              <a:off x="3944549" y="3001800"/>
              <a:ext cx="514984" cy="1270"/>
            </a:xfrm>
            <a:custGeom>
              <a:avLst/>
              <a:gdLst/>
              <a:ahLst/>
              <a:cxnLst/>
              <a:rect l="l" t="t" r="r" b="b"/>
              <a:pathLst>
                <a:path w="514985" h="1269">
                  <a:moveTo>
                    <a:pt x="0" y="899"/>
                  </a:moveTo>
                  <a:lnTo>
                    <a:pt x="514499" y="0"/>
                  </a:lnTo>
                </a:path>
              </a:pathLst>
            </a:custGeom>
            <a:ln w="3175">
              <a:solidFill>
                <a:srgbClr val="4285F4"/>
              </a:solidFill>
            </a:ln>
          </p:spPr>
          <p:txBody>
            <a:bodyPr wrap="square" lIns="0" tIns="0" rIns="0" bIns="0" rtlCol="0"/>
            <a:lstStyle/>
            <a:p>
              <a:endParaRPr sz="2400"/>
            </a:p>
          </p:txBody>
        </p:sp>
        <p:sp>
          <p:nvSpPr>
            <p:cNvPr id="129" name="object 129"/>
            <p:cNvSpPr/>
            <p:nvPr/>
          </p:nvSpPr>
          <p:spPr>
            <a:xfrm>
              <a:off x="4848674" y="2958046"/>
              <a:ext cx="91440" cy="42545"/>
            </a:xfrm>
            <a:custGeom>
              <a:avLst/>
              <a:gdLst/>
              <a:ahLst/>
              <a:cxnLst/>
              <a:rect l="l" t="t" r="r" b="b"/>
              <a:pathLst>
                <a:path w="91439" h="42544">
                  <a:moveTo>
                    <a:pt x="90899" y="42299"/>
                  </a:moveTo>
                  <a:lnTo>
                    <a:pt x="0" y="42299"/>
                  </a:lnTo>
                  <a:lnTo>
                    <a:pt x="0" y="0"/>
                  </a:lnTo>
                  <a:lnTo>
                    <a:pt x="90899" y="0"/>
                  </a:lnTo>
                  <a:lnTo>
                    <a:pt x="90899" y="42299"/>
                  </a:lnTo>
                  <a:close/>
                </a:path>
              </a:pathLst>
            </a:custGeom>
            <a:solidFill>
              <a:srgbClr val="E3C1E1"/>
            </a:solidFill>
          </p:spPr>
          <p:txBody>
            <a:bodyPr wrap="square" lIns="0" tIns="0" rIns="0" bIns="0" rtlCol="0"/>
            <a:lstStyle/>
            <a:p>
              <a:endParaRPr sz="2400"/>
            </a:p>
          </p:txBody>
        </p:sp>
        <p:sp>
          <p:nvSpPr>
            <p:cNvPr id="130" name="object 130"/>
            <p:cNvSpPr/>
            <p:nvPr/>
          </p:nvSpPr>
          <p:spPr>
            <a:xfrm>
              <a:off x="4848674" y="2958046"/>
              <a:ext cx="91440" cy="42545"/>
            </a:xfrm>
            <a:custGeom>
              <a:avLst/>
              <a:gdLst/>
              <a:ahLst/>
              <a:cxnLst/>
              <a:rect l="l" t="t" r="r" b="b"/>
              <a:pathLst>
                <a:path w="91439" h="42544">
                  <a:moveTo>
                    <a:pt x="0" y="0"/>
                  </a:moveTo>
                  <a:lnTo>
                    <a:pt x="90899" y="0"/>
                  </a:lnTo>
                  <a:lnTo>
                    <a:pt x="90899" y="42299"/>
                  </a:lnTo>
                  <a:lnTo>
                    <a:pt x="0" y="42299"/>
                  </a:lnTo>
                  <a:lnTo>
                    <a:pt x="0" y="0"/>
                  </a:lnTo>
                  <a:close/>
                </a:path>
              </a:pathLst>
            </a:custGeom>
            <a:ln w="3175">
              <a:solidFill>
                <a:srgbClr val="965AC8"/>
              </a:solidFill>
            </a:ln>
          </p:spPr>
          <p:txBody>
            <a:bodyPr wrap="square" lIns="0" tIns="0" rIns="0" bIns="0" rtlCol="0"/>
            <a:lstStyle/>
            <a:p>
              <a:endParaRPr sz="2400"/>
            </a:p>
          </p:txBody>
        </p:sp>
        <p:sp>
          <p:nvSpPr>
            <p:cNvPr id="131" name="object 131"/>
            <p:cNvSpPr/>
            <p:nvPr/>
          </p:nvSpPr>
          <p:spPr>
            <a:xfrm>
              <a:off x="4621249" y="2892746"/>
              <a:ext cx="91440" cy="107314"/>
            </a:xfrm>
            <a:custGeom>
              <a:avLst/>
              <a:gdLst/>
              <a:ahLst/>
              <a:cxnLst/>
              <a:rect l="l" t="t" r="r" b="b"/>
              <a:pathLst>
                <a:path w="91439" h="107314">
                  <a:moveTo>
                    <a:pt x="90899" y="106799"/>
                  </a:moveTo>
                  <a:lnTo>
                    <a:pt x="0" y="106799"/>
                  </a:lnTo>
                  <a:lnTo>
                    <a:pt x="0" y="0"/>
                  </a:lnTo>
                  <a:lnTo>
                    <a:pt x="90899" y="0"/>
                  </a:lnTo>
                  <a:lnTo>
                    <a:pt x="90899" y="106799"/>
                  </a:lnTo>
                  <a:close/>
                </a:path>
              </a:pathLst>
            </a:custGeom>
            <a:solidFill>
              <a:srgbClr val="E3C1E1"/>
            </a:solidFill>
          </p:spPr>
          <p:txBody>
            <a:bodyPr wrap="square" lIns="0" tIns="0" rIns="0" bIns="0" rtlCol="0"/>
            <a:lstStyle/>
            <a:p>
              <a:endParaRPr sz="2400"/>
            </a:p>
          </p:txBody>
        </p:sp>
        <p:sp>
          <p:nvSpPr>
            <p:cNvPr id="132" name="object 132"/>
            <p:cNvSpPr/>
            <p:nvPr/>
          </p:nvSpPr>
          <p:spPr>
            <a:xfrm>
              <a:off x="4621249" y="2892746"/>
              <a:ext cx="91440" cy="107314"/>
            </a:xfrm>
            <a:custGeom>
              <a:avLst/>
              <a:gdLst/>
              <a:ahLst/>
              <a:cxnLst/>
              <a:rect l="l" t="t" r="r" b="b"/>
              <a:pathLst>
                <a:path w="91439" h="107314">
                  <a:moveTo>
                    <a:pt x="0" y="0"/>
                  </a:moveTo>
                  <a:lnTo>
                    <a:pt x="90899" y="0"/>
                  </a:lnTo>
                  <a:lnTo>
                    <a:pt x="90899" y="106799"/>
                  </a:lnTo>
                  <a:lnTo>
                    <a:pt x="0" y="106799"/>
                  </a:lnTo>
                  <a:lnTo>
                    <a:pt x="0" y="0"/>
                  </a:lnTo>
                  <a:close/>
                </a:path>
              </a:pathLst>
            </a:custGeom>
            <a:ln w="3175">
              <a:solidFill>
                <a:srgbClr val="965AC8"/>
              </a:solidFill>
            </a:ln>
          </p:spPr>
          <p:txBody>
            <a:bodyPr wrap="square" lIns="0" tIns="0" rIns="0" bIns="0" rtlCol="0"/>
            <a:lstStyle/>
            <a:p>
              <a:endParaRPr sz="2400"/>
            </a:p>
          </p:txBody>
        </p:sp>
        <p:sp>
          <p:nvSpPr>
            <p:cNvPr id="133" name="object 133"/>
            <p:cNvSpPr/>
            <p:nvPr/>
          </p:nvSpPr>
          <p:spPr>
            <a:xfrm>
              <a:off x="4734974" y="2906047"/>
              <a:ext cx="91440" cy="93980"/>
            </a:xfrm>
            <a:custGeom>
              <a:avLst/>
              <a:gdLst/>
              <a:ahLst/>
              <a:cxnLst/>
              <a:rect l="l" t="t" r="r" b="b"/>
              <a:pathLst>
                <a:path w="91439" h="93980">
                  <a:moveTo>
                    <a:pt x="90899" y="93599"/>
                  </a:moveTo>
                  <a:lnTo>
                    <a:pt x="0" y="93599"/>
                  </a:lnTo>
                  <a:lnTo>
                    <a:pt x="0" y="0"/>
                  </a:lnTo>
                  <a:lnTo>
                    <a:pt x="90899" y="0"/>
                  </a:lnTo>
                  <a:lnTo>
                    <a:pt x="90899" y="93599"/>
                  </a:lnTo>
                  <a:close/>
                </a:path>
              </a:pathLst>
            </a:custGeom>
            <a:solidFill>
              <a:srgbClr val="E3C1E1"/>
            </a:solidFill>
          </p:spPr>
          <p:txBody>
            <a:bodyPr wrap="square" lIns="0" tIns="0" rIns="0" bIns="0" rtlCol="0"/>
            <a:lstStyle/>
            <a:p>
              <a:endParaRPr sz="2400"/>
            </a:p>
          </p:txBody>
        </p:sp>
        <p:sp>
          <p:nvSpPr>
            <p:cNvPr id="134" name="object 134"/>
            <p:cNvSpPr/>
            <p:nvPr/>
          </p:nvSpPr>
          <p:spPr>
            <a:xfrm>
              <a:off x="4734974" y="2906047"/>
              <a:ext cx="91440" cy="93980"/>
            </a:xfrm>
            <a:custGeom>
              <a:avLst/>
              <a:gdLst/>
              <a:ahLst/>
              <a:cxnLst/>
              <a:rect l="l" t="t" r="r" b="b"/>
              <a:pathLst>
                <a:path w="91439" h="93980">
                  <a:moveTo>
                    <a:pt x="0" y="0"/>
                  </a:moveTo>
                  <a:lnTo>
                    <a:pt x="90899" y="0"/>
                  </a:lnTo>
                  <a:lnTo>
                    <a:pt x="90899" y="93599"/>
                  </a:lnTo>
                  <a:lnTo>
                    <a:pt x="0" y="93599"/>
                  </a:lnTo>
                  <a:lnTo>
                    <a:pt x="0" y="0"/>
                  </a:lnTo>
                  <a:close/>
                </a:path>
              </a:pathLst>
            </a:custGeom>
            <a:ln w="3175">
              <a:solidFill>
                <a:srgbClr val="965AC8"/>
              </a:solidFill>
            </a:ln>
          </p:spPr>
          <p:txBody>
            <a:bodyPr wrap="square" lIns="0" tIns="0" rIns="0" bIns="0" rtlCol="0"/>
            <a:lstStyle/>
            <a:p>
              <a:endParaRPr sz="2400"/>
            </a:p>
          </p:txBody>
        </p:sp>
        <p:sp>
          <p:nvSpPr>
            <p:cNvPr id="135" name="object 135"/>
            <p:cNvSpPr/>
            <p:nvPr/>
          </p:nvSpPr>
          <p:spPr>
            <a:xfrm>
              <a:off x="4507524" y="2873150"/>
              <a:ext cx="91440" cy="127635"/>
            </a:xfrm>
            <a:custGeom>
              <a:avLst/>
              <a:gdLst/>
              <a:ahLst/>
              <a:cxnLst/>
              <a:rect l="l" t="t" r="r" b="b"/>
              <a:pathLst>
                <a:path w="91439" h="127635">
                  <a:moveTo>
                    <a:pt x="90899" y="127499"/>
                  </a:moveTo>
                  <a:lnTo>
                    <a:pt x="0" y="127499"/>
                  </a:lnTo>
                  <a:lnTo>
                    <a:pt x="0" y="0"/>
                  </a:lnTo>
                  <a:lnTo>
                    <a:pt x="90899" y="0"/>
                  </a:lnTo>
                  <a:lnTo>
                    <a:pt x="90899" y="127499"/>
                  </a:lnTo>
                  <a:close/>
                </a:path>
              </a:pathLst>
            </a:custGeom>
            <a:solidFill>
              <a:srgbClr val="E3C1E1"/>
            </a:solidFill>
          </p:spPr>
          <p:txBody>
            <a:bodyPr wrap="square" lIns="0" tIns="0" rIns="0" bIns="0" rtlCol="0"/>
            <a:lstStyle/>
            <a:p>
              <a:endParaRPr sz="2400"/>
            </a:p>
          </p:txBody>
        </p:sp>
        <p:sp>
          <p:nvSpPr>
            <p:cNvPr id="136" name="object 136"/>
            <p:cNvSpPr/>
            <p:nvPr/>
          </p:nvSpPr>
          <p:spPr>
            <a:xfrm>
              <a:off x="4507524" y="2873150"/>
              <a:ext cx="91440" cy="127635"/>
            </a:xfrm>
            <a:custGeom>
              <a:avLst/>
              <a:gdLst/>
              <a:ahLst/>
              <a:cxnLst/>
              <a:rect l="l" t="t" r="r" b="b"/>
              <a:pathLst>
                <a:path w="91439" h="127635">
                  <a:moveTo>
                    <a:pt x="0" y="0"/>
                  </a:moveTo>
                  <a:lnTo>
                    <a:pt x="90899" y="0"/>
                  </a:lnTo>
                  <a:lnTo>
                    <a:pt x="90899" y="127499"/>
                  </a:lnTo>
                  <a:lnTo>
                    <a:pt x="0" y="127499"/>
                  </a:lnTo>
                  <a:lnTo>
                    <a:pt x="0" y="0"/>
                  </a:lnTo>
                  <a:close/>
                </a:path>
              </a:pathLst>
            </a:custGeom>
            <a:ln w="3175">
              <a:solidFill>
                <a:srgbClr val="965AC8"/>
              </a:solidFill>
            </a:ln>
          </p:spPr>
          <p:txBody>
            <a:bodyPr wrap="square" lIns="0" tIns="0" rIns="0" bIns="0" rtlCol="0"/>
            <a:lstStyle/>
            <a:p>
              <a:endParaRPr sz="2400"/>
            </a:p>
          </p:txBody>
        </p:sp>
        <p:sp>
          <p:nvSpPr>
            <p:cNvPr id="137" name="object 137"/>
            <p:cNvSpPr/>
            <p:nvPr/>
          </p:nvSpPr>
          <p:spPr>
            <a:xfrm>
              <a:off x="4459049" y="3001800"/>
              <a:ext cx="514984" cy="1270"/>
            </a:xfrm>
            <a:custGeom>
              <a:avLst/>
              <a:gdLst/>
              <a:ahLst/>
              <a:cxnLst/>
              <a:rect l="l" t="t" r="r" b="b"/>
              <a:pathLst>
                <a:path w="514985" h="1269">
                  <a:moveTo>
                    <a:pt x="0" y="899"/>
                  </a:moveTo>
                  <a:lnTo>
                    <a:pt x="514499" y="0"/>
                  </a:lnTo>
                </a:path>
              </a:pathLst>
            </a:custGeom>
            <a:ln w="3175">
              <a:solidFill>
                <a:srgbClr val="4285F4"/>
              </a:solidFill>
            </a:ln>
          </p:spPr>
          <p:txBody>
            <a:bodyPr wrap="square" lIns="0" tIns="0" rIns="0" bIns="0" rtlCol="0"/>
            <a:lstStyle/>
            <a:p>
              <a:endParaRPr sz="2400"/>
            </a:p>
          </p:txBody>
        </p:sp>
      </p:grpSp>
      <p:sp>
        <p:nvSpPr>
          <p:cNvPr id="138" name="object 138"/>
          <p:cNvSpPr txBox="1"/>
          <p:nvPr/>
        </p:nvSpPr>
        <p:spPr>
          <a:xfrm>
            <a:off x="3753811" y="1893273"/>
            <a:ext cx="485987" cy="263320"/>
          </a:xfrm>
          <a:prstGeom prst="rect">
            <a:avLst/>
          </a:prstGeom>
        </p:spPr>
        <p:txBody>
          <a:bodyPr vert="horz" wrap="square" lIns="0" tIns="16933" rIns="0" bIns="0" rtlCol="0">
            <a:spAutoFit/>
          </a:bodyPr>
          <a:lstStyle/>
          <a:p>
            <a:pPr marL="16933">
              <a:spcBef>
                <a:spcPts val="133"/>
              </a:spcBef>
            </a:pPr>
            <a:r>
              <a:rPr sz="1600" b="1" spc="-13" dirty="0">
                <a:solidFill>
                  <a:srgbClr val="965AC8"/>
                </a:solidFill>
                <a:latin typeface="Arial"/>
                <a:cs typeface="Arial"/>
              </a:rPr>
              <a:t>draft</a:t>
            </a:r>
            <a:endParaRPr sz="1600">
              <a:latin typeface="Arial"/>
              <a:cs typeface="Arial"/>
            </a:endParaRPr>
          </a:p>
        </p:txBody>
      </p:sp>
      <p:sp>
        <p:nvSpPr>
          <p:cNvPr id="139" name="object 139"/>
          <p:cNvSpPr txBox="1"/>
          <p:nvPr/>
        </p:nvSpPr>
        <p:spPr>
          <a:xfrm>
            <a:off x="4633034" y="1723340"/>
            <a:ext cx="3009053" cy="846386"/>
          </a:xfrm>
          <a:prstGeom prst="rect">
            <a:avLst/>
          </a:prstGeom>
        </p:spPr>
        <p:txBody>
          <a:bodyPr vert="horz" wrap="square" lIns="0" tIns="106680" rIns="0" bIns="0" rtlCol="0">
            <a:spAutoFit/>
          </a:bodyPr>
          <a:lstStyle/>
          <a:p>
            <a:pPr marL="416550">
              <a:spcBef>
                <a:spcPts val="840"/>
              </a:spcBef>
            </a:pPr>
            <a:r>
              <a:rPr sz="2000" b="1" dirty="0">
                <a:solidFill>
                  <a:srgbClr val="F65B66"/>
                </a:solidFill>
                <a:latin typeface="Arial"/>
                <a:cs typeface="Arial"/>
              </a:rPr>
              <a:t>Runs</a:t>
            </a:r>
            <a:r>
              <a:rPr sz="2000" b="1" spc="-20" dirty="0">
                <a:solidFill>
                  <a:srgbClr val="F65B66"/>
                </a:solidFill>
                <a:latin typeface="Arial"/>
                <a:cs typeface="Arial"/>
              </a:rPr>
              <a:t> </a:t>
            </a:r>
            <a:r>
              <a:rPr sz="2000" b="1" dirty="0">
                <a:solidFill>
                  <a:srgbClr val="F65B66"/>
                </a:solidFill>
                <a:latin typeface="Arial"/>
                <a:cs typeface="Arial"/>
              </a:rPr>
              <a:t>in</a:t>
            </a:r>
            <a:r>
              <a:rPr sz="2000" b="1" spc="-20" dirty="0">
                <a:solidFill>
                  <a:srgbClr val="F65B66"/>
                </a:solidFill>
                <a:latin typeface="Arial"/>
                <a:cs typeface="Arial"/>
              </a:rPr>
              <a:t> </a:t>
            </a:r>
            <a:r>
              <a:rPr sz="2000" b="1" spc="-13" dirty="0">
                <a:solidFill>
                  <a:srgbClr val="F65B66"/>
                </a:solidFill>
                <a:latin typeface="Arial"/>
                <a:cs typeface="Arial"/>
              </a:rPr>
              <a:t>parallel</a:t>
            </a:r>
            <a:endParaRPr sz="2000">
              <a:latin typeface="Arial"/>
              <a:cs typeface="Arial"/>
            </a:endParaRPr>
          </a:p>
          <a:p>
            <a:pPr marL="50799">
              <a:spcBef>
                <a:spcPts val="760"/>
              </a:spcBef>
            </a:pPr>
            <a:r>
              <a:rPr sz="3200" b="1" baseline="1736" dirty="0">
                <a:latin typeface="Arial"/>
                <a:cs typeface="Arial"/>
              </a:rPr>
              <a:t>if</a:t>
            </a:r>
            <a:r>
              <a:rPr sz="3200" b="1" spc="869" baseline="1736" dirty="0">
                <a:latin typeface="Arial"/>
                <a:cs typeface="Arial"/>
              </a:rPr>
              <a:t> </a:t>
            </a:r>
            <a:r>
              <a:rPr sz="3200" baseline="1736" dirty="0">
                <a:latin typeface="Arial MT"/>
                <a:cs typeface="Arial MT"/>
              </a:rPr>
              <a:t>p</a:t>
            </a:r>
            <a:r>
              <a:rPr sz="2100" b="1" baseline="-29100" dirty="0">
                <a:solidFill>
                  <a:srgbClr val="237A94"/>
                </a:solidFill>
                <a:latin typeface="Arial"/>
                <a:cs typeface="Arial"/>
              </a:rPr>
              <a:t>tgt</a:t>
            </a:r>
            <a:r>
              <a:rPr sz="2800" baseline="1984" dirty="0">
                <a:latin typeface="Arial MT"/>
                <a:cs typeface="Arial MT"/>
              </a:rPr>
              <a:t>(</a:t>
            </a:r>
            <a:r>
              <a:rPr sz="2800" i="1" baseline="1984" dirty="0">
                <a:solidFill>
                  <a:srgbClr val="434343"/>
                </a:solidFill>
                <a:latin typeface="Arial"/>
                <a:cs typeface="Arial"/>
              </a:rPr>
              <a:t>Paris</a:t>
            </a:r>
            <a:r>
              <a:rPr sz="2800" baseline="1984" dirty="0">
                <a:latin typeface="Arial MT"/>
                <a:cs typeface="Arial MT"/>
              </a:rPr>
              <a:t>)</a:t>
            </a:r>
            <a:r>
              <a:rPr sz="2800" spc="-40" baseline="1984" dirty="0">
                <a:latin typeface="Arial MT"/>
                <a:cs typeface="Arial MT"/>
              </a:rPr>
              <a:t> </a:t>
            </a:r>
            <a:r>
              <a:rPr sz="2133" dirty="0">
                <a:latin typeface="Arial MT"/>
                <a:cs typeface="Arial MT"/>
              </a:rPr>
              <a:t>≥</a:t>
            </a:r>
            <a:r>
              <a:rPr sz="2133" spc="579" dirty="0">
                <a:latin typeface="Arial MT"/>
                <a:cs typeface="Arial MT"/>
              </a:rPr>
              <a:t> </a:t>
            </a:r>
            <a:r>
              <a:rPr sz="2133" spc="-13" dirty="0">
                <a:latin typeface="Arial MT"/>
                <a:cs typeface="Arial MT"/>
              </a:rPr>
              <a:t>p</a:t>
            </a:r>
            <a:r>
              <a:rPr sz="2100" b="1" spc="-20" baseline="-31746" dirty="0">
                <a:solidFill>
                  <a:srgbClr val="A12F9D"/>
                </a:solidFill>
                <a:latin typeface="Arial"/>
                <a:cs typeface="Arial"/>
              </a:rPr>
              <a:t>drft</a:t>
            </a:r>
            <a:r>
              <a:rPr sz="1867" spc="-13" dirty="0">
                <a:latin typeface="Arial MT"/>
                <a:cs typeface="Arial MT"/>
              </a:rPr>
              <a:t>(</a:t>
            </a:r>
            <a:r>
              <a:rPr sz="1867" i="1" spc="-13" dirty="0">
                <a:solidFill>
                  <a:srgbClr val="434343"/>
                </a:solidFill>
                <a:latin typeface="Arial"/>
                <a:cs typeface="Arial"/>
              </a:rPr>
              <a:t>Paris</a:t>
            </a:r>
            <a:r>
              <a:rPr sz="1867" spc="-13" dirty="0">
                <a:latin typeface="Arial MT"/>
                <a:cs typeface="Arial MT"/>
              </a:rPr>
              <a:t>)</a:t>
            </a:r>
            <a:endParaRPr sz="1867">
              <a:latin typeface="Arial MT"/>
              <a:cs typeface="Arial MT"/>
            </a:endParaRPr>
          </a:p>
        </p:txBody>
      </p:sp>
      <p:sp>
        <p:nvSpPr>
          <p:cNvPr id="140" name="object 140"/>
          <p:cNvSpPr txBox="1"/>
          <p:nvPr/>
        </p:nvSpPr>
        <p:spPr>
          <a:xfrm>
            <a:off x="571590" y="2581167"/>
            <a:ext cx="1556173" cy="625642"/>
          </a:xfrm>
          <a:prstGeom prst="rect">
            <a:avLst/>
          </a:prstGeom>
          <a:ln w="24374">
            <a:solidFill>
              <a:srgbClr val="000000"/>
            </a:solidFill>
          </a:ln>
        </p:spPr>
        <p:txBody>
          <a:bodyPr vert="horz" wrap="square" lIns="0" tIns="74507" rIns="0" bIns="0" rtlCol="0">
            <a:spAutoFit/>
          </a:bodyPr>
          <a:lstStyle/>
          <a:p>
            <a:pPr marL="414010" marR="374217" indent="-29633">
              <a:lnSpc>
                <a:spcPct val="101099"/>
              </a:lnSpc>
              <a:spcBef>
                <a:spcPts val="587"/>
              </a:spcBef>
            </a:pPr>
            <a:r>
              <a:rPr spc="-67" dirty="0">
                <a:solidFill>
                  <a:srgbClr val="434343"/>
                </a:solidFill>
                <a:latin typeface="Arial Black"/>
                <a:cs typeface="Arial Black"/>
              </a:rPr>
              <a:t>Target </a:t>
            </a:r>
            <a:r>
              <a:rPr spc="-13" dirty="0">
                <a:solidFill>
                  <a:srgbClr val="434343"/>
                </a:solidFill>
                <a:latin typeface="Arial Black"/>
                <a:cs typeface="Arial Black"/>
              </a:rPr>
              <a:t>Model</a:t>
            </a:r>
            <a:endParaRPr>
              <a:latin typeface="Arial Black"/>
              <a:cs typeface="Arial Black"/>
            </a:endParaRPr>
          </a:p>
        </p:txBody>
      </p:sp>
      <p:sp>
        <p:nvSpPr>
          <p:cNvPr id="141" name="object 141"/>
          <p:cNvSpPr txBox="1"/>
          <p:nvPr/>
        </p:nvSpPr>
        <p:spPr>
          <a:xfrm>
            <a:off x="5208916" y="2677873"/>
            <a:ext cx="2094653" cy="345393"/>
          </a:xfrm>
          <a:prstGeom prst="rect">
            <a:avLst/>
          </a:prstGeom>
        </p:spPr>
        <p:txBody>
          <a:bodyPr vert="horz" wrap="square" lIns="0" tIns="16933" rIns="0" bIns="0" rtlCol="0">
            <a:spAutoFit/>
          </a:bodyPr>
          <a:lstStyle/>
          <a:p>
            <a:pPr marL="50799">
              <a:spcBef>
                <a:spcPts val="133"/>
              </a:spcBef>
            </a:pPr>
            <a:r>
              <a:rPr sz="3200" b="1" baseline="1736" dirty="0">
                <a:latin typeface="Arial"/>
                <a:cs typeface="Arial"/>
              </a:rPr>
              <a:t>if</a:t>
            </a:r>
            <a:r>
              <a:rPr sz="3200" b="1" spc="869" baseline="1736" dirty="0">
                <a:latin typeface="Arial"/>
                <a:cs typeface="Arial"/>
              </a:rPr>
              <a:t> </a:t>
            </a:r>
            <a:r>
              <a:rPr sz="3200" baseline="1736" dirty="0">
                <a:latin typeface="Arial MT"/>
                <a:cs typeface="Arial MT"/>
              </a:rPr>
              <a:t>p</a:t>
            </a:r>
            <a:r>
              <a:rPr sz="2100" b="1" baseline="-29100" dirty="0">
                <a:solidFill>
                  <a:srgbClr val="237A94"/>
                </a:solidFill>
                <a:latin typeface="Arial"/>
                <a:cs typeface="Arial"/>
              </a:rPr>
              <a:t>tgt</a:t>
            </a:r>
            <a:r>
              <a:rPr sz="2800" baseline="1984" dirty="0">
                <a:latin typeface="Arial MT"/>
                <a:cs typeface="Arial MT"/>
              </a:rPr>
              <a:t>(</a:t>
            </a:r>
            <a:r>
              <a:rPr sz="2800" i="1" baseline="1984" dirty="0">
                <a:solidFill>
                  <a:srgbClr val="434343"/>
                </a:solidFill>
                <a:latin typeface="Arial"/>
                <a:cs typeface="Arial"/>
              </a:rPr>
              <a:t>.</a:t>
            </a:r>
            <a:r>
              <a:rPr sz="2800" baseline="1984" dirty="0">
                <a:latin typeface="Arial MT"/>
                <a:cs typeface="Arial MT"/>
              </a:rPr>
              <a:t>)</a:t>
            </a:r>
            <a:r>
              <a:rPr sz="2800" spc="360" baseline="1984" dirty="0">
                <a:latin typeface="Arial MT"/>
                <a:cs typeface="Arial MT"/>
              </a:rPr>
              <a:t> </a:t>
            </a:r>
            <a:r>
              <a:rPr sz="2133" dirty="0">
                <a:latin typeface="Arial MT"/>
                <a:cs typeface="Arial MT"/>
              </a:rPr>
              <a:t>≥</a:t>
            </a:r>
            <a:r>
              <a:rPr sz="2133" spc="579" dirty="0">
                <a:latin typeface="Arial MT"/>
                <a:cs typeface="Arial MT"/>
              </a:rPr>
              <a:t> </a:t>
            </a:r>
            <a:r>
              <a:rPr sz="2133" spc="-13" dirty="0">
                <a:latin typeface="Arial MT"/>
                <a:cs typeface="Arial MT"/>
              </a:rPr>
              <a:t>p</a:t>
            </a:r>
            <a:r>
              <a:rPr sz="2100" b="1" spc="-20" baseline="-31746" dirty="0">
                <a:solidFill>
                  <a:srgbClr val="A12F9D"/>
                </a:solidFill>
                <a:latin typeface="Arial"/>
                <a:cs typeface="Arial"/>
              </a:rPr>
              <a:t>drft</a:t>
            </a:r>
            <a:r>
              <a:rPr sz="1867" spc="-13" dirty="0">
                <a:latin typeface="Arial MT"/>
                <a:cs typeface="Arial MT"/>
              </a:rPr>
              <a:t>(</a:t>
            </a:r>
            <a:r>
              <a:rPr sz="1867" i="1" spc="-13" dirty="0">
                <a:solidFill>
                  <a:srgbClr val="434343"/>
                </a:solidFill>
                <a:latin typeface="Arial"/>
                <a:cs typeface="Arial"/>
              </a:rPr>
              <a:t>.</a:t>
            </a:r>
            <a:r>
              <a:rPr sz="1867" spc="-13" dirty="0">
                <a:latin typeface="Arial MT"/>
                <a:cs typeface="Arial MT"/>
              </a:rPr>
              <a:t>)</a:t>
            </a:r>
            <a:endParaRPr sz="1867">
              <a:latin typeface="Arial MT"/>
              <a:cs typeface="Arial MT"/>
            </a:endParaRPr>
          </a:p>
        </p:txBody>
      </p:sp>
      <p:sp>
        <p:nvSpPr>
          <p:cNvPr id="142" name="object 142"/>
          <p:cNvSpPr txBox="1"/>
          <p:nvPr/>
        </p:nvSpPr>
        <p:spPr>
          <a:xfrm>
            <a:off x="5852234" y="3197112"/>
            <a:ext cx="3263053" cy="345393"/>
          </a:xfrm>
          <a:prstGeom prst="rect">
            <a:avLst/>
          </a:prstGeom>
        </p:spPr>
        <p:txBody>
          <a:bodyPr vert="horz" wrap="square" lIns="0" tIns="16933" rIns="0" bIns="0" rtlCol="0">
            <a:spAutoFit/>
          </a:bodyPr>
          <a:lstStyle/>
          <a:p>
            <a:pPr marL="50799">
              <a:spcBef>
                <a:spcPts val="133"/>
              </a:spcBef>
            </a:pPr>
            <a:r>
              <a:rPr sz="3200" b="1" baseline="1736" dirty="0">
                <a:latin typeface="Arial"/>
                <a:cs typeface="Arial"/>
              </a:rPr>
              <a:t>if</a:t>
            </a:r>
            <a:r>
              <a:rPr sz="3200" b="1" spc="849" baseline="1736" dirty="0">
                <a:latin typeface="Arial"/>
                <a:cs typeface="Arial"/>
              </a:rPr>
              <a:t> </a:t>
            </a:r>
            <a:r>
              <a:rPr sz="3200" baseline="1736" dirty="0">
                <a:latin typeface="Arial MT"/>
                <a:cs typeface="Arial MT"/>
              </a:rPr>
              <a:t>p</a:t>
            </a:r>
            <a:r>
              <a:rPr sz="2100" b="1" baseline="-29100" dirty="0">
                <a:solidFill>
                  <a:srgbClr val="237A94"/>
                </a:solidFill>
                <a:latin typeface="Arial"/>
                <a:cs typeface="Arial"/>
              </a:rPr>
              <a:t>tgt</a:t>
            </a:r>
            <a:r>
              <a:rPr sz="2800" baseline="1984" dirty="0">
                <a:latin typeface="Arial MT"/>
                <a:cs typeface="Arial MT"/>
              </a:rPr>
              <a:t>(</a:t>
            </a:r>
            <a:r>
              <a:rPr sz="2800" i="1" baseline="1984" dirty="0">
                <a:solidFill>
                  <a:srgbClr val="434343"/>
                </a:solidFill>
                <a:latin typeface="Arial"/>
                <a:cs typeface="Arial"/>
              </a:rPr>
              <a:t>Which</a:t>
            </a:r>
            <a:r>
              <a:rPr sz="2800" baseline="1984" dirty="0">
                <a:latin typeface="Arial MT"/>
                <a:cs typeface="Arial MT"/>
              </a:rPr>
              <a:t>)</a:t>
            </a:r>
            <a:r>
              <a:rPr sz="2800" spc="160" baseline="1984" dirty="0">
                <a:latin typeface="Arial MT"/>
                <a:cs typeface="Arial MT"/>
              </a:rPr>
              <a:t> </a:t>
            </a:r>
            <a:r>
              <a:rPr sz="2133" dirty="0">
                <a:latin typeface="Arial MT"/>
                <a:cs typeface="Arial MT"/>
              </a:rPr>
              <a:t>≥</a:t>
            </a:r>
            <a:r>
              <a:rPr sz="2133" spc="567" dirty="0">
                <a:latin typeface="Arial MT"/>
                <a:cs typeface="Arial MT"/>
              </a:rPr>
              <a:t> </a:t>
            </a:r>
            <a:r>
              <a:rPr sz="2133" spc="-13" dirty="0">
                <a:latin typeface="Arial MT"/>
                <a:cs typeface="Arial MT"/>
              </a:rPr>
              <a:t>p</a:t>
            </a:r>
            <a:r>
              <a:rPr sz="2100" b="1" spc="-20" baseline="-31746" dirty="0">
                <a:solidFill>
                  <a:srgbClr val="A12F9D"/>
                </a:solidFill>
                <a:latin typeface="Arial"/>
                <a:cs typeface="Arial"/>
              </a:rPr>
              <a:t>drft</a:t>
            </a:r>
            <a:r>
              <a:rPr sz="1867" spc="-13" dirty="0">
                <a:latin typeface="Arial MT"/>
                <a:cs typeface="Arial MT"/>
              </a:rPr>
              <a:t>(</a:t>
            </a:r>
            <a:r>
              <a:rPr sz="1867" i="1" spc="-13" dirty="0">
                <a:solidFill>
                  <a:srgbClr val="434343"/>
                </a:solidFill>
                <a:latin typeface="Arial"/>
                <a:cs typeface="Arial"/>
              </a:rPr>
              <a:t>Which</a:t>
            </a:r>
            <a:r>
              <a:rPr sz="1867" spc="-13" dirty="0">
                <a:latin typeface="Arial MT"/>
                <a:cs typeface="Arial MT"/>
              </a:rPr>
              <a:t>)</a:t>
            </a:r>
            <a:endParaRPr sz="1867">
              <a:latin typeface="Arial MT"/>
              <a:cs typeface="Arial MT"/>
            </a:endParaRPr>
          </a:p>
        </p:txBody>
      </p:sp>
      <p:sp>
        <p:nvSpPr>
          <p:cNvPr id="143" name="object 143"/>
          <p:cNvSpPr txBox="1"/>
          <p:nvPr/>
        </p:nvSpPr>
        <p:spPr>
          <a:xfrm>
            <a:off x="6664584" y="3682635"/>
            <a:ext cx="2335107" cy="345393"/>
          </a:xfrm>
          <a:prstGeom prst="rect">
            <a:avLst/>
          </a:prstGeom>
        </p:spPr>
        <p:txBody>
          <a:bodyPr vert="horz" wrap="square" lIns="0" tIns="16933" rIns="0" bIns="0" rtlCol="0">
            <a:spAutoFit/>
          </a:bodyPr>
          <a:lstStyle/>
          <a:p>
            <a:pPr marL="50799">
              <a:spcBef>
                <a:spcPts val="133"/>
              </a:spcBef>
            </a:pPr>
            <a:r>
              <a:rPr sz="3200" b="1" baseline="1736" dirty="0">
                <a:latin typeface="Arial"/>
                <a:cs typeface="Arial"/>
              </a:rPr>
              <a:t>if</a:t>
            </a:r>
            <a:r>
              <a:rPr sz="3200" b="1" spc="859" baseline="1736" dirty="0">
                <a:latin typeface="Arial"/>
                <a:cs typeface="Arial"/>
              </a:rPr>
              <a:t> </a:t>
            </a:r>
            <a:r>
              <a:rPr sz="3200" baseline="1736" dirty="0">
                <a:latin typeface="Arial MT"/>
                <a:cs typeface="Arial MT"/>
              </a:rPr>
              <a:t>p</a:t>
            </a:r>
            <a:r>
              <a:rPr sz="2100" b="1" baseline="-29100" dirty="0">
                <a:solidFill>
                  <a:srgbClr val="237A94"/>
                </a:solidFill>
                <a:latin typeface="Arial"/>
                <a:cs typeface="Arial"/>
              </a:rPr>
              <a:t>tgt</a:t>
            </a:r>
            <a:r>
              <a:rPr sz="2800" baseline="1984" dirty="0">
                <a:latin typeface="Arial MT"/>
                <a:cs typeface="Arial MT"/>
              </a:rPr>
              <a:t>(</a:t>
            </a:r>
            <a:r>
              <a:rPr sz="2800" i="1" baseline="1984" dirty="0">
                <a:solidFill>
                  <a:srgbClr val="434343"/>
                </a:solidFill>
                <a:latin typeface="Arial"/>
                <a:cs typeface="Arial"/>
              </a:rPr>
              <a:t>is</a:t>
            </a:r>
            <a:r>
              <a:rPr sz="2800" baseline="1984" dirty="0">
                <a:latin typeface="Arial MT"/>
                <a:cs typeface="Arial MT"/>
              </a:rPr>
              <a:t>)</a:t>
            </a:r>
            <a:r>
              <a:rPr sz="2800" spc="700" baseline="1984" dirty="0">
                <a:latin typeface="Arial MT"/>
                <a:cs typeface="Arial MT"/>
              </a:rPr>
              <a:t> </a:t>
            </a:r>
            <a:r>
              <a:rPr sz="2133" dirty="0">
                <a:latin typeface="Arial MT"/>
                <a:cs typeface="Arial MT"/>
              </a:rPr>
              <a:t>≥</a:t>
            </a:r>
            <a:r>
              <a:rPr sz="2133" spc="579" dirty="0">
                <a:latin typeface="Arial MT"/>
                <a:cs typeface="Arial MT"/>
              </a:rPr>
              <a:t> </a:t>
            </a:r>
            <a:r>
              <a:rPr sz="2133" spc="-13" dirty="0">
                <a:latin typeface="Arial MT"/>
                <a:cs typeface="Arial MT"/>
              </a:rPr>
              <a:t>p</a:t>
            </a:r>
            <a:r>
              <a:rPr sz="2100" b="1" spc="-20" baseline="-31746" dirty="0">
                <a:solidFill>
                  <a:srgbClr val="A12F9D"/>
                </a:solidFill>
                <a:latin typeface="Arial"/>
                <a:cs typeface="Arial"/>
              </a:rPr>
              <a:t>drft</a:t>
            </a:r>
            <a:r>
              <a:rPr sz="1867" spc="-13" dirty="0">
                <a:latin typeface="Arial MT"/>
                <a:cs typeface="Arial MT"/>
              </a:rPr>
              <a:t>(</a:t>
            </a:r>
            <a:r>
              <a:rPr sz="1867" i="1" spc="-13" dirty="0">
                <a:solidFill>
                  <a:srgbClr val="434343"/>
                </a:solidFill>
                <a:latin typeface="Arial"/>
                <a:cs typeface="Arial"/>
              </a:rPr>
              <a:t>is</a:t>
            </a:r>
            <a:r>
              <a:rPr sz="1867" spc="-13" dirty="0">
                <a:latin typeface="Arial MT"/>
                <a:cs typeface="Arial MT"/>
              </a:rPr>
              <a:t>)</a:t>
            </a:r>
            <a:endParaRPr sz="1867">
              <a:latin typeface="Arial MT"/>
              <a:cs typeface="Arial MT"/>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309316" y="671823"/>
            <a:ext cx="10673994" cy="509541"/>
          </a:xfrm>
          <a:prstGeom prst="rect">
            <a:avLst/>
          </a:prstGeom>
        </p:spPr>
        <p:txBody>
          <a:bodyPr vert="horz" wrap="square" lIns="0" tIns="16933" rIns="0" bIns="0" rtlCol="0" anchor="ctr">
            <a:spAutoFit/>
          </a:bodyPr>
          <a:lstStyle/>
          <a:p>
            <a:pPr marL="279393">
              <a:spcBef>
                <a:spcPts val="133"/>
              </a:spcBef>
            </a:pPr>
            <a:r>
              <a:rPr dirty="0"/>
              <a:t>How</a:t>
            </a:r>
            <a:r>
              <a:rPr spc="-140" dirty="0"/>
              <a:t> </a:t>
            </a:r>
            <a:r>
              <a:rPr spc="93" dirty="0"/>
              <a:t>do</a:t>
            </a:r>
            <a:r>
              <a:rPr spc="-140" dirty="0"/>
              <a:t> </a:t>
            </a:r>
            <a:r>
              <a:rPr spc="93" dirty="0"/>
              <a:t>you</a:t>
            </a:r>
            <a:r>
              <a:rPr spc="-140" dirty="0"/>
              <a:t> </a:t>
            </a:r>
            <a:r>
              <a:rPr dirty="0"/>
              <a:t>verify</a:t>
            </a:r>
            <a:r>
              <a:rPr spc="-140" dirty="0"/>
              <a:t> </a:t>
            </a:r>
            <a:r>
              <a:rPr spc="-13" dirty="0"/>
              <a:t>tokens?</a:t>
            </a:r>
          </a:p>
        </p:txBody>
      </p:sp>
      <p:sp>
        <p:nvSpPr>
          <p:cNvPr id="3" name="object 3"/>
          <p:cNvSpPr txBox="1"/>
          <p:nvPr/>
        </p:nvSpPr>
        <p:spPr>
          <a:xfrm>
            <a:off x="4683834" y="2253060"/>
            <a:ext cx="4380653" cy="1792798"/>
          </a:xfrm>
          <a:prstGeom prst="rect">
            <a:avLst/>
          </a:prstGeom>
        </p:spPr>
        <p:txBody>
          <a:bodyPr vert="horz" wrap="square" lIns="0" tIns="0" rIns="0" bIns="0" rtlCol="0">
            <a:spAutoFit/>
          </a:bodyPr>
          <a:lstStyle/>
          <a:p>
            <a:pPr>
              <a:lnSpc>
                <a:spcPts val="2393"/>
              </a:lnSpc>
            </a:pPr>
            <a:r>
              <a:rPr sz="3200" b="1" baseline="1736" dirty="0">
                <a:latin typeface="Arial"/>
                <a:cs typeface="Arial"/>
              </a:rPr>
              <a:t>if</a:t>
            </a:r>
            <a:r>
              <a:rPr sz="3200" b="1" spc="869" baseline="1736" dirty="0">
                <a:latin typeface="Arial"/>
                <a:cs typeface="Arial"/>
              </a:rPr>
              <a:t> </a:t>
            </a:r>
            <a:r>
              <a:rPr sz="3200" baseline="1736" dirty="0">
                <a:latin typeface="Arial MT"/>
                <a:cs typeface="Arial MT"/>
              </a:rPr>
              <a:t>p</a:t>
            </a:r>
            <a:r>
              <a:rPr sz="2100" b="1" baseline="-29100" dirty="0">
                <a:solidFill>
                  <a:srgbClr val="237A94"/>
                </a:solidFill>
                <a:latin typeface="Arial"/>
                <a:cs typeface="Arial"/>
              </a:rPr>
              <a:t>tgt</a:t>
            </a:r>
            <a:r>
              <a:rPr sz="2800" baseline="1984" dirty="0">
                <a:latin typeface="Arial MT"/>
                <a:cs typeface="Arial MT"/>
              </a:rPr>
              <a:t>(</a:t>
            </a:r>
            <a:r>
              <a:rPr sz="2800" i="1" baseline="1984" dirty="0">
                <a:solidFill>
                  <a:srgbClr val="434343"/>
                </a:solidFill>
                <a:latin typeface="Arial"/>
                <a:cs typeface="Arial"/>
              </a:rPr>
              <a:t>Paris</a:t>
            </a:r>
            <a:r>
              <a:rPr sz="2800" baseline="1984" dirty="0">
                <a:latin typeface="Arial MT"/>
                <a:cs typeface="Arial MT"/>
              </a:rPr>
              <a:t>)</a:t>
            </a:r>
            <a:r>
              <a:rPr sz="2800" spc="-40" baseline="1984" dirty="0">
                <a:latin typeface="Arial MT"/>
                <a:cs typeface="Arial MT"/>
              </a:rPr>
              <a:t> </a:t>
            </a:r>
            <a:r>
              <a:rPr sz="2133" dirty="0">
                <a:latin typeface="Arial MT"/>
                <a:cs typeface="Arial MT"/>
              </a:rPr>
              <a:t>≥</a:t>
            </a:r>
            <a:r>
              <a:rPr sz="2133" spc="579" dirty="0">
                <a:latin typeface="Arial MT"/>
                <a:cs typeface="Arial MT"/>
              </a:rPr>
              <a:t> </a:t>
            </a:r>
            <a:r>
              <a:rPr sz="2133" spc="-13" dirty="0">
                <a:latin typeface="Arial MT"/>
                <a:cs typeface="Arial MT"/>
              </a:rPr>
              <a:t>p</a:t>
            </a:r>
            <a:r>
              <a:rPr sz="2100" b="1" spc="-20" baseline="-31746" dirty="0">
                <a:solidFill>
                  <a:srgbClr val="A12F9D"/>
                </a:solidFill>
                <a:latin typeface="Arial"/>
                <a:cs typeface="Arial"/>
              </a:rPr>
              <a:t>drft</a:t>
            </a:r>
            <a:r>
              <a:rPr sz="1867" spc="-13" dirty="0">
                <a:latin typeface="Arial MT"/>
                <a:cs typeface="Arial MT"/>
              </a:rPr>
              <a:t>(</a:t>
            </a:r>
            <a:r>
              <a:rPr sz="1867" i="1" spc="-13" dirty="0">
                <a:solidFill>
                  <a:srgbClr val="434343"/>
                </a:solidFill>
                <a:latin typeface="Arial"/>
                <a:cs typeface="Arial"/>
              </a:rPr>
              <a:t>Paris</a:t>
            </a:r>
            <a:r>
              <a:rPr sz="1867" spc="-13" dirty="0">
                <a:latin typeface="Arial MT"/>
                <a:cs typeface="Arial MT"/>
              </a:rPr>
              <a:t>)</a:t>
            </a:r>
            <a:endParaRPr sz="1867">
              <a:latin typeface="Arial MT"/>
              <a:cs typeface="Arial MT"/>
            </a:endParaRPr>
          </a:p>
          <a:p>
            <a:pPr marL="575719">
              <a:spcBef>
                <a:spcPts val="1087"/>
              </a:spcBef>
            </a:pPr>
            <a:r>
              <a:rPr sz="3200" b="1" baseline="1736" dirty="0">
                <a:latin typeface="Arial"/>
                <a:cs typeface="Arial"/>
              </a:rPr>
              <a:t>if</a:t>
            </a:r>
            <a:r>
              <a:rPr sz="3200" b="1" spc="869" baseline="1736" dirty="0">
                <a:latin typeface="Arial"/>
                <a:cs typeface="Arial"/>
              </a:rPr>
              <a:t> </a:t>
            </a:r>
            <a:r>
              <a:rPr sz="3200" baseline="1736" dirty="0">
                <a:latin typeface="Arial MT"/>
                <a:cs typeface="Arial MT"/>
              </a:rPr>
              <a:t>p</a:t>
            </a:r>
            <a:r>
              <a:rPr sz="2100" b="1" baseline="-29100" dirty="0">
                <a:solidFill>
                  <a:srgbClr val="237A94"/>
                </a:solidFill>
                <a:latin typeface="Arial"/>
                <a:cs typeface="Arial"/>
              </a:rPr>
              <a:t>tgt</a:t>
            </a:r>
            <a:r>
              <a:rPr sz="2800" baseline="1984" dirty="0">
                <a:latin typeface="Arial MT"/>
                <a:cs typeface="Arial MT"/>
              </a:rPr>
              <a:t>(</a:t>
            </a:r>
            <a:r>
              <a:rPr sz="2800" i="1" baseline="1984" dirty="0">
                <a:solidFill>
                  <a:srgbClr val="434343"/>
                </a:solidFill>
                <a:latin typeface="Arial"/>
                <a:cs typeface="Arial"/>
              </a:rPr>
              <a:t>.</a:t>
            </a:r>
            <a:r>
              <a:rPr sz="2800" baseline="1984" dirty="0">
                <a:latin typeface="Arial MT"/>
                <a:cs typeface="Arial MT"/>
              </a:rPr>
              <a:t>)</a:t>
            </a:r>
            <a:r>
              <a:rPr sz="2800" spc="360" baseline="1984" dirty="0">
                <a:latin typeface="Arial MT"/>
                <a:cs typeface="Arial MT"/>
              </a:rPr>
              <a:t> </a:t>
            </a:r>
            <a:r>
              <a:rPr sz="2133" dirty="0">
                <a:latin typeface="Arial MT"/>
                <a:cs typeface="Arial MT"/>
              </a:rPr>
              <a:t>≥</a:t>
            </a:r>
            <a:r>
              <a:rPr sz="2133" spc="579" dirty="0">
                <a:latin typeface="Arial MT"/>
                <a:cs typeface="Arial MT"/>
              </a:rPr>
              <a:t> </a:t>
            </a:r>
            <a:r>
              <a:rPr sz="2133" spc="-13" dirty="0">
                <a:latin typeface="Arial MT"/>
                <a:cs typeface="Arial MT"/>
              </a:rPr>
              <a:t>p</a:t>
            </a:r>
            <a:r>
              <a:rPr sz="2100" b="1" spc="-20" baseline="-31746" dirty="0">
                <a:solidFill>
                  <a:srgbClr val="A12F9D"/>
                </a:solidFill>
                <a:latin typeface="Arial"/>
                <a:cs typeface="Arial"/>
              </a:rPr>
              <a:t>drft</a:t>
            </a:r>
            <a:r>
              <a:rPr sz="1867" spc="-13" dirty="0">
                <a:latin typeface="Arial MT"/>
                <a:cs typeface="Arial MT"/>
              </a:rPr>
              <a:t>(</a:t>
            </a:r>
            <a:r>
              <a:rPr sz="1867" i="1" spc="-13" dirty="0">
                <a:solidFill>
                  <a:srgbClr val="434343"/>
                </a:solidFill>
                <a:latin typeface="Arial"/>
                <a:cs typeface="Arial"/>
              </a:rPr>
              <a:t>.</a:t>
            </a:r>
            <a:r>
              <a:rPr sz="1867" spc="-13" dirty="0">
                <a:latin typeface="Arial MT"/>
                <a:cs typeface="Arial MT"/>
              </a:rPr>
              <a:t>)</a:t>
            </a:r>
            <a:endParaRPr sz="1867">
              <a:latin typeface="Arial MT"/>
              <a:cs typeface="Arial MT"/>
            </a:endParaRPr>
          </a:p>
          <a:p>
            <a:pPr marL="1219170">
              <a:spcBef>
                <a:spcPts val="1527"/>
              </a:spcBef>
            </a:pPr>
            <a:r>
              <a:rPr sz="3200" b="1" baseline="1736" dirty="0">
                <a:latin typeface="Arial"/>
                <a:cs typeface="Arial"/>
              </a:rPr>
              <a:t>if</a:t>
            </a:r>
            <a:r>
              <a:rPr sz="3200" b="1" spc="849" baseline="1736" dirty="0">
                <a:latin typeface="Arial"/>
                <a:cs typeface="Arial"/>
              </a:rPr>
              <a:t> </a:t>
            </a:r>
            <a:r>
              <a:rPr sz="3200" baseline="1736" dirty="0">
                <a:latin typeface="Arial MT"/>
                <a:cs typeface="Arial MT"/>
              </a:rPr>
              <a:t>p</a:t>
            </a:r>
            <a:r>
              <a:rPr sz="2100" b="1" baseline="-29100" dirty="0">
                <a:solidFill>
                  <a:srgbClr val="237A94"/>
                </a:solidFill>
                <a:latin typeface="Arial"/>
                <a:cs typeface="Arial"/>
              </a:rPr>
              <a:t>tgt</a:t>
            </a:r>
            <a:r>
              <a:rPr sz="2800" baseline="1984" dirty="0">
                <a:latin typeface="Arial MT"/>
                <a:cs typeface="Arial MT"/>
              </a:rPr>
              <a:t>(</a:t>
            </a:r>
            <a:r>
              <a:rPr sz="2800" i="1" baseline="1984" dirty="0">
                <a:solidFill>
                  <a:srgbClr val="434343"/>
                </a:solidFill>
                <a:latin typeface="Arial"/>
                <a:cs typeface="Arial"/>
              </a:rPr>
              <a:t>Which</a:t>
            </a:r>
            <a:r>
              <a:rPr sz="2800" baseline="1984" dirty="0">
                <a:latin typeface="Arial MT"/>
                <a:cs typeface="Arial MT"/>
              </a:rPr>
              <a:t>)</a:t>
            </a:r>
            <a:r>
              <a:rPr sz="2800" spc="160" baseline="1984" dirty="0">
                <a:latin typeface="Arial MT"/>
                <a:cs typeface="Arial MT"/>
              </a:rPr>
              <a:t> </a:t>
            </a:r>
            <a:r>
              <a:rPr sz="2133" dirty="0">
                <a:latin typeface="Arial MT"/>
                <a:cs typeface="Arial MT"/>
              </a:rPr>
              <a:t>≥</a:t>
            </a:r>
            <a:r>
              <a:rPr sz="2133" spc="567" dirty="0">
                <a:latin typeface="Arial MT"/>
                <a:cs typeface="Arial MT"/>
              </a:rPr>
              <a:t> </a:t>
            </a:r>
            <a:r>
              <a:rPr sz="2133" spc="-13" dirty="0">
                <a:latin typeface="Arial MT"/>
                <a:cs typeface="Arial MT"/>
              </a:rPr>
              <a:t>p</a:t>
            </a:r>
            <a:r>
              <a:rPr sz="2100" b="1" spc="-20" baseline="-31746" dirty="0">
                <a:solidFill>
                  <a:srgbClr val="A12F9D"/>
                </a:solidFill>
                <a:latin typeface="Arial"/>
                <a:cs typeface="Arial"/>
              </a:rPr>
              <a:t>drft</a:t>
            </a:r>
            <a:r>
              <a:rPr sz="1867" spc="-13" dirty="0">
                <a:latin typeface="Arial MT"/>
                <a:cs typeface="Arial MT"/>
              </a:rPr>
              <a:t>(</a:t>
            </a:r>
            <a:r>
              <a:rPr sz="1867" i="1" spc="-13" dirty="0">
                <a:solidFill>
                  <a:srgbClr val="434343"/>
                </a:solidFill>
                <a:latin typeface="Arial"/>
                <a:cs typeface="Arial"/>
              </a:rPr>
              <a:t>Which</a:t>
            </a:r>
            <a:r>
              <a:rPr sz="1867" spc="-13" dirty="0">
                <a:latin typeface="Arial MT"/>
                <a:cs typeface="Arial MT"/>
              </a:rPr>
              <a:t>)</a:t>
            </a:r>
            <a:endParaRPr sz="1867">
              <a:latin typeface="Arial MT"/>
              <a:cs typeface="Arial MT"/>
            </a:endParaRPr>
          </a:p>
          <a:p>
            <a:pPr marL="2031103">
              <a:spcBef>
                <a:spcPts val="1259"/>
              </a:spcBef>
            </a:pPr>
            <a:r>
              <a:rPr sz="3200" b="1" baseline="1736" dirty="0">
                <a:latin typeface="Arial"/>
                <a:cs typeface="Arial"/>
              </a:rPr>
              <a:t>if</a:t>
            </a:r>
            <a:r>
              <a:rPr sz="3200" b="1" spc="859" baseline="1736" dirty="0">
                <a:latin typeface="Arial"/>
                <a:cs typeface="Arial"/>
              </a:rPr>
              <a:t> </a:t>
            </a:r>
            <a:r>
              <a:rPr sz="3200" baseline="1736" dirty="0">
                <a:latin typeface="Arial MT"/>
                <a:cs typeface="Arial MT"/>
              </a:rPr>
              <a:t>p</a:t>
            </a:r>
            <a:r>
              <a:rPr sz="2100" b="1" baseline="-29100" dirty="0">
                <a:solidFill>
                  <a:srgbClr val="237A94"/>
                </a:solidFill>
                <a:latin typeface="Arial"/>
                <a:cs typeface="Arial"/>
              </a:rPr>
              <a:t>tgt</a:t>
            </a:r>
            <a:r>
              <a:rPr sz="2800" baseline="1984" dirty="0">
                <a:latin typeface="Arial MT"/>
                <a:cs typeface="Arial MT"/>
              </a:rPr>
              <a:t>(</a:t>
            </a:r>
            <a:r>
              <a:rPr sz="2800" i="1" baseline="1984" dirty="0">
                <a:solidFill>
                  <a:srgbClr val="434343"/>
                </a:solidFill>
                <a:latin typeface="Arial"/>
                <a:cs typeface="Arial"/>
              </a:rPr>
              <a:t>is</a:t>
            </a:r>
            <a:r>
              <a:rPr sz="2800" baseline="1984" dirty="0">
                <a:latin typeface="Arial MT"/>
                <a:cs typeface="Arial MT"/>
              </a:rPr>
              <a:t>)</a:t>
            </a:r>
            <a:r>
              <a:rPr sz="2800" spc="700" baseline="1984" dirty="0">
                <a:latin typeface="Arial MT"/>
                <a:cs typeface="Arial MT"/>
              </a:rPr>
              <a:t> </a:t>
            </a:r>
            <a:r>
              <a:rPr sz="2133" dirty="0">
                <a:latin typeface="Arial MT"/>
                <a:cs typeface="Arial MT"/>
              </a:rPr>
              <a:t>≥</a:t>
            </a:r>
            <a:r>
              <a:rPr sz="2133" spc="579" dirty="0">
                <a:latin typeface="Arial MT"/>
                <a:cs typeface="Arial MT"/>
              </a:rPr>
              <a:t> </a:t>
            </a:r>
            <a:r>
              <a:rPr sz="2133" spc="-13" dirty="0">
                <a:latin typeface="Arial MT"/>
                <a:cs typeface="Arial MT"/>
              </a:rPr>
              <a:t>p</a:t>
            </a:r>
            <a:r>
              <a:rPr sz="2100" b="1" spc="-20" baseline="-31746" dirty="0">
                <a:solidFill>
                  <a:srgbClr val="A12F9D"/>
                </a:solidFill>
                <a:latin typeface="Arial"/>
                <a:cs typeface="Arial"/>
              </a:rPr>
              <a:t>drft</a:t>
            </a:r>
            <a:r>
              <a:rPr sz="1867" spc="-13" dirty="0">
                <a:latin typeface="Arial MT"/>
                <a:cs typeface="Arial MT"/>
              </a:rPr>
              <a:t>(</a:t>
            </a:r>
            <a:r>
              <a:rPr sz="1867" i="1" spc="-13" dirty="0">
                <a:solidFill>
                  <a:srgbClr val="434343"/>
                </a:solidFill>
                <a:latin typeface="Arial"/>
                <a:cs typeface="Arial"/>
              </a:rPr>
              <a:t>is</a:t>
            </a:r>
            <a:r>
              <a:rPr sz="1867" spc="-13" dirty="0">
                <a:latin typeface="Arial MT"/>
                <a:cs typeface="Arial MT"/>
              </a:rPr>
              <a:t>)</a:t>
            </a:r>
            <a:endParaRPr sz="1867">
              <a:latin typeface="Arial MT"/>
              <a:cs typeface="Arial MT"/>
            </a:endParaRPr>
          </a:p>
        </p:txBody>
      </p:sp>
      <p:sp>
        <p:nvSpPr>
          <p:cNvPr id="4" name="object 4"/>
          <p:cNvSpPr/>
          <p:nvPr/>
        </p:nvSpPr>
        <p:spPr>
          <a:xfrm>
            <a:off x="222566" y="1538183"/>
            <a:ext cx="9486053" cy="3716020"/>
          </a:xfrm>
          <a:custGeom>
            <a:avLst/>
            <a:gdLst/>
            <a:ahLst/>
            <a:cxnLst/>
            <a:rect l="l" t="t" r="r" b="b"/>
            <a:pathLst>
              <a:path w="7114540" h="2787015">
                <a:moveTo>
                  <a:pt x="7114499" y="2786399"/>
                </a:moveTo>
                <a:lnTo>
                  <a:pt x="0" y="2786399"/>
                </a:lnTo>
                <a:lnTo>
                  <a:pt x="0" y="0"/>
                </a:lnTo>
                <a:lnTo>
                  <a:pt x="7114499" y="0"/>
                </a:lnTo>
                <a:lnTo>
                  <a:pt x="7114499" y="2786399"/>
                </a:lnTo>
                <a:close/>
              </a:path>
            </a:pathLst>
          </a:custGeom>
          <a:solidFill>
            <a:srgbClr val="FFFFFF">
              <a:alpha val="80378"/>
            </a:srgbClr>
          </a:solidFill>
        </p:spPr>
        <p:txBody>
          <a:bodyPr wrap="square" lIns="0" tIns="0" rIns="0" bIns="0" rtlCol="0"/>
          <a:lstStyle/>
          <a:p>
            <a:endParaRPr sz="2400"/>
          </a:p>
        </p:txBody>
      </p:sp>
      <p:sp>
        <p:nvSpPr>
          <p:cNvPr id="5" name="object 5"/>
          <p:cNvSpPr txBox="1"/>
          <p:nvPr/>
        </p:nvSpPr>
        <p:spPr>
          <a:xfrm>
            <a:off x="3036288" y="1878841"/>
            <a:ext cx="598593" cy="263320"/>
          </a:xfrm>
          <a:prstGeom prst="rect">
            <a:avLst/>
          </a:prstGeom>
        </p:spPr>
        <p:txBody>
          <a:bodyPr vert="horz" wrap="square" lIns="0" tIns="16933" rIns="0" bIns="0" rtlCol="0">
            <a:spAutoFit/>
          </a:bodyPr>
          <a:lstStyle/>
          <a:p>
            <a:pPr marL="16933">
              <a:spcBef>
                <a:spcPts val="133"/>
              </a:spcBef>
            </a:pPr>
            <a:r>
              <a:rPr sz="1600" b="1" spc="-13" dirty="0">
                <a:solidFill>
                  <a:srgbClr val="237A94"/>
                </a:solidFill>
                <a:latin typeface="Arial"/>
                <a:cs typeface="Arial"/>
              </a:rPr>
              <a:t>target</a:t>
            </a:r>
            <a:endParaRPr sz="1600">
              <a:latin typeface="Arial"/>
              <a:cs typeface="Arial"/>
            </a:endParaRPr>
          </a:p>
        </p:txBody>
      </p:sp>
      <p:grpSp>
        <p:nvGrpSpPr>
          <p:cNvPr id="6" name="object 6"/>
          <p:cNvGrpSpPr/>
          <p:nvPr/>
        </p:nvGrpSpPr>
        <p:grpSpPr>
          <a:xfrm>
            <a:off x="2119547" y="2727079"/>
            <a:ext cx="886460" cy="1273387"/>
            <a:chOff x="1589660" y="2045309"/>
            <a:chExt cx="664845" cy="955040"/>
          </a:xfrm>
        </p:grpSpPr>
        <p:sp>
          <p:nvSpPr>
            <p:cNvPr id="7" name="object 7"/>
            <p:cNvSpPr/>
            <p:nvPr/>
          </p:nvSpPr>
          <p:spPr>
            <a:xfrm>
              <a:off x="1595693" y="2520631"/>
              <a:ext cx="300990" cy="0"/>
            </a:xfrm>
            <a:custGeom>
              <a:avLst/>
              <a:gdLst/>
              <a:ahLst/>
              <a:cxnLst/>
              <a:rect l="l" t="t" r="r" b="b"/>
              <a:pathLst>
                <a:path w="300989">
                  <a:moveTo>
                    <a:pt x="0" y="0"/>
                  </a:moveTo>
                  <a:lnTo>
                    <a:pt x="300414" y="0"/>
                  </a:lnTo>
                </a:path>
              </a:pathLst>
            </a:custGeom>
            <a:ln w="12038">
              <a:solidFill>
                <a:srgbClr val="595959"/>
              </a:solidFill>
            </a:ln>
          </p:spPr>
          <p:txBody>
            <a:bodyPr wrap="square" lIns="0" tIns="0" rIns="0" bIns="0" rtlCol="0"/>
            <a:lstStyle/>
            <a:p>
              <a:endParaRPr sz="2400"/>
            </a:p>
          </p:txBody>
        </p:sp>
        <p:sp>
          <p:nvSpPr>
            <p:cNvPr id="8" name="object 8"/>
            <p:cNvSpPr/>
            <p:nvPr/>
          </p:nvSpPr>
          <p:spPr>
            <a:xfrm>
              <a:off x="1891211" y="2506156"/>
              <a:ext cx="43815" cy="31750"/>
            </a:xfrm>
            <a:custGeom>
              <a:avLst/>
              <a:gdLst/>
              <a:ahLst/>
              <a:cxnLst/>
              <a:rect l="l" t="t" r="r" b="b"/>
              <a:pathLst>
                <a:path w="43814" h="31750">
                  <a:moveTo>
                    <a:pt x="0" y="31464"/>
                  </a:moveTo>
                  <a:lnTo>
                    <a:pt x="267" y="0"/>
                  </a:lnTo>
                  <a:lnTo>
                    <a:pt x="43357" y="16099"/>
                  </a:lnTo>
                  <a:lnTo>
                    <a:pt x="0" y="31464"/>
                  </a:lnTo>
                  <a:close/>
                </a:path>
              </a:pathLst>
            </a:custGeom>
            <a:solidFill>
              <a:srgbClr val="595959"/>
            </a:solidFill>
          </p:spPr>
          <p:txBody>
            <a:bodyPr wrap="square" lIns="0" tIns="0" rIns="0" bIns="0" rtlCol="0"/>
            <a:lstStyle/>
            <a:p>
              <a:endParaRPr sz="2400"/>
            </a:p>
          </p:txBody>
        </p:sp>
        <p:sp>
          <p:nvSpPr>
            <p:cNvPr id="9" name="object 9"/>
            <p:cNvSpPr/>
            <p:nvPr/>
          </p:nvSpPr>
          <p:spPr>
            <a:xfrm>
              <a:off x="1891211" y="2506156"/>
              <a:ext cx="43815" cy="31750"/>
            </a:xfrm>
            <a:custGeom>
              <a:avLst/>
              <a:gdLst/>
              <a:ahLst/>
              <a:cxnLst/>
              <a:rect l="l" t="t" r="r" b="b"/>
              <a:pathLst>
                <a:path w="43814" h="31750">
                  <a:moveTo>
                    <a:pt x="0" y="31464"/>
                  </a:moveTo>
                  <a:lnTo>
                    <a:pt x="43357" y="16099"/>
                  </a:lnTo>
                  <a:lnTo>
                    <a:pt x="267" y="0"/>
                  </a:lnTo>
                  <a:lnTo>
                    <a:pt x="0" y="31464"/>
                  </a:lnTo>
                  <a:close/>
                </a:path>
              </a:pathLst>
            </a:custGeom>
            <a:ln w="9524">
              <a:solidFill>
                <a:srgbClr val="595959"/>
              </a:solidFill>
            </a:ln>
          </p:spPr>
          <p:txBody>
            <a:bodyPr wrap="square" lIns="0" tIns="0" rIns="0" bIns="0" rtlCol="0"/>
            <a:lstStyle/>
            <a:p>
              <a:endParaRPr sz="2400"/>
            </a:p>
          </p:txBody>
        </p:sp>
        <p:sp>
          <p:nvSpPr>
            <p:cNvPr id="10" name="object 10"/>
            <p:cNvSpPr/>
            <p:nvPr/>
          </p:nvSpPr>
          <p:spPr>
            <a:xfrm>
              <a:off x="1948480" y="2048167"/>
              <a:ext cx="302895" cy="203835"/>
            </a:xfrm>
            <a:custGeom>
              <a:avLst/>
              <a:gdLst/>
              <a:ahLst/>
              <a:cxnLst/>
              <a:rect l="l" t="t" r="r" b="b"/>
              <a:pathLst>
                <a:path w="302894" h="203835">
                  <a:moveTo>
                    <a:pt x="268799" y="203399"/>
                  </a:moveTo>
                  <a:lnTo>
                    <a:pt x="33900" y="203399"/>
                  </a:lnTo>
                  <a:lnTo>
                    <a:pt x="20705" y="200735"/>
                  </a:lnTo>
                  <a:lnTo>
                    <a:pt x="9929" y="193470"/>
                  </a:lnTo>
                  <a:lnTo>
                    <a:pt x="2664" y="182695"/>
                  </a:lnTo>
                  <a:lnTo>
                    <a:pt x="0" y="169499"/>
                  </a:lnTo>
                  <a:lnTo>
                    <a:pt x="0" y="33900"/>
                  </a:lnTo>
                  <a:lnTo>
                    <a:pt x="2664" y="20705"/>
                  </a:lnTo>
                  <a:lnTo>
                    <a:pt x="9929" y="9929"/>
                  </a:lnTo>
                  <a:lnTo>
                    <a:pt x="20705" y="2664"/>
                  </a:lnTo>
                  <a:lnTo>
                    <a:pt x="33900" y="0"/>
                  </a:lnTo>
                  <a:lnTo>
                    <a:pt x="268799" y="0"/>
                  </a:lnTo>
                  <a:lnTo>
                    <a:pt x="302042" y="27256"/>
                  </a:lnTo>
                  <a:lnTo>
                    <a:pt x="302699" y="33900"/>
                  </a:lnTo>
                  <a:lnTo>
                    <a:pt x="302699" y="169499"/>
                  </a:lnTo>
                  <a:lnTo>
                    <a:pt x="300035" y="182695"/>
                  </a:lnTo>
                  <a:lnTo>
                    <a:pt x="292770" y="193470"/>
                  </a:lnTo>
                  <a:lnTo>
                    <a:pt x="281995" y="200735"/>
                  </a:lnTo>
                  <a:lnTo>
                    <a:pt x="268799" y="203399"/>
                  </a:lnTo>
                  <a:close/>
                </a:path>
              </a:pathLst>
            </a:custGeom>
            <a:solidFill>
              <a:srgbClr val="FAADB3"/>
            </a:solidFill>
          </p:spPr>
          <p:txBody>
            <a:bodyPr wrap="square" lIns="0" tIns="0" rIns="0" bIns="0" rtlCol="0"/>
            <a:lstStyle/>
            <a:p>
              <a:endParaRPr sz="2400"/>
            </a:p>
          </p:txBody>
        </p:sp>
        <p:sp>
          <p:nvSpPr>
            <p:cNvPr id="11" name="object 11"/>
            <p:cNvSpPr/>
            <p:nvPr/>
          </p:nvSpPr>
          <p:spPr>
            <a:xfrm>
              <a:off x="1948480" y="2048167"/>
              <a:ext cx="302895" cy="203835"/>
            </a:xfrm>
            <a:custGeom>
              <a:avLst/>
              <a:gdLst/>
              <a:ahLst/>
              <a:cxnLst/>
              <a:rect l="l" t="t" r="r" b="b"/>
              <a:pathLst>
                <a:path w="302894" h="203835">
                  <a:moveTo>
                    <a:pt x="0" y="33900"/>
                  </a:moveTo>
                  <a:lnTo>
                    <a:pt x="2664" y="20705"/>
                  </a:lnTo>
                  <a:lnTo>
                    <a:pt x="9929" y="9929"/>
                  </a:lnTo>
                  <a:lnTo>
                    <a:pt x="20705" y="2664"/>
                  </a:lnTo>
                  <a:lnTo>
                    <a:pt x="33900" y="0"/>
                  </a:lnTo>
                  <a:lnTo>
                    <a:pt x="268799" y="0"/>
                  </a:lnTo>
                  <a:lnTo>
                    <a:pt x="302042" y="27256"/>
                  </a:lnTo>
                  <a:lnTo>
                    <a:pt x="302699" y="33900"/>
                  </a:lnTo>
                  <a:lnTo>
                    <a:pt x="302699" y="169499"/>
                  </a:lnTo>
                  <a:lnTo>
                    <a:pt x="300035" y="182695"/>
                  </a:lnTo>
                  <a:lnTo>
                    <a:pt x="292770" y="193470"/>
                  </a:lnTo>
                  <a:lnTo>
                    <a:pt x="281995" y="200735"/>
                  </a:lnTo>
                  <a:lnTo>
                    <a:pt x="268799" y="203399"/>
                  </a:lnTo>
                  <a:lnTo>
                    <a:pt x="33900" y="203399"/>
                  </a:lnTo>
                  <a:lnTo>
                    <a:pt x="20705" y="200735"/>
                  </a:lnTo>
                  <a:lnTo>
                    <a:pt x="9929" y="193470"/>
                  </a:lnTo>
                  <a:lnTo>
                    <a:pt x="2664" y="182695"/>
                  </a:lnTo>
                  <a:lnTo>
                    <a:pt x="0" y="169499"/>
                  </a:lnTo>
                  <a:lnTo>
                    <a:pt x="0" y="33900"/>
                  </a:lnTo>
                  <a:close/>
                </a:path>
              </a:pathLst>
            </a:custGeom>
            <a:ln w="5474">
              <a:solidFill>
                <a:srgbClr val="595959"/>
              </a:solidFill>
            </a:ln>
          </p:spPr>
          <p:txBody>
            <a:bodyPr wrap="square" lIns="0" tIns="0" rIns="0" bIns="0" rtlCol="0"/>
            <a:lstStyle/>
            <a:p>
              <a:endParaRPr sz="2400"/>
            </a:p>
          </p:txBody>
        </p:sp>
        <p:sp>
          <p:nvSpPr>
            <p:cNvPr id="12" name="object 12"/>
            <p:cNvSpPr/>
            <p:nvPr/>
          </p:nvSpPr>
          <p:spPr>
            <a:xfrm>
              <a:off x="1948480" y="2420817"/>
              <a:ext cx="302895" cy="203835"/>
            </a:xfrm>
            <a:custGeom>
              <a:avLst/>
              <a:gdLst/>
              <a:ahLst/>
              <a:cxnLst/>
              <a:rect l="l" t="t" r="r" b="b"/>
              <a:pathLst>
                <a:path w="302894" h="203835">
                  <a:moveTo>
                    <a:pt x="268799" y="203399"/>
                  </a:moveTo>
                  <a:lnTo>
                    <a:pt x="33900" y="203399"/>
                  </a:lnTo>
                  <a:lnTo>
                    <a:pt x="20705" y="200735"/>
                  </a:lnTo>
                  <a:lnTo>
                    <a:pt x="9929" y="193470"/>
                  </a:lnTo>
                  <a:lnTo>
                    <a:pt x="2664" y="182695"/>
                  </a:lnTo>
                  <a:lnTo>
                    <a:pt x="0" y="169499"/>
                  </a:lnTo>
                  <a:lnTo>
                    <a:pt x="0" y="33900"/>
                  </a:lnTo>
                  <a:lnTo>
                    <a:pt x="2664" y="20705"/>
                  </a:lnTo>
                  <a:lnTo>
                    <a:pt x="9929" y="9929"/>
                  </a:lnTo>
                  <a:lnTo>
                    <a:pt x="20705" y="2664"/>
                  </a:lnTo>
                  <a:lnTo>
                    <a:pt x="33900" y="0"/>
                  </a:lnTo>
                  <a:lnTo>
                    <a:pt x="268799" y="0"/>
                  </a:lnTo>
                  <a:lnTo>
                    <a:pt x="302042" y="27256"/>
                  </a:lnTo>
                  <a:lnTo>
                    <a:pt x="302699" y="33900"/>
                  </a:lnTo>
                  <a:lnTo>
                    <a:pt x="302699" y="169499"/>
                  </a:lnTo>
                  <a:lnTo>
                    <a:pt x="300035" y="182695"/>
                  </a:lnTo>
                  <a:lnTo>
                    <a:pt x="292770" y="193470"/>
                  </a:lnTo>
                  <a:lnTo>
                    <a:pt x="281995" y="200735"/>
                  </a:lnTo>
                  <a:lnTo>
                    <a:pt x="268799" y="203399"/>
                  </a:lnTo>
                  <a:close/>
                </a:path>
              </a:pathLst>
            </a:custGeom>
            <a:solidFill>
              <a:srgbClr val="FAADB3"/>
            </a:solidFill>
          </p:spPr>
          <p:txBody>
            <a:bodyPr wrap="square" lIns="0" tIns="0" rIns="0" bIns="0" rtlCol="0"/>
            <a:lstStyle/>
            <a:p>
              <a:endParaRPr sz="2400"/>
            </a:p>
          </p:txBody>
        </p:sp>
        <p:sp>
          <p:nvSpPr>
            <p:cNvPr id="13" name="object 13"/>
            <p:cNvSpPr/>
            <p:nvPr/>
          </p:nvSpPr>
          <p:spPr>
            <a:xfrm>
              <a:off x="1948480" y="2420817"/>
              <a:ext cx="302895" cy="203835"/>
            </a:xfrm>
            <a:custGeom>
              <a:avLst/>
              <a:gdLst/>
              <a:ahLst/>
              <a:cxnLst/>
              <a:rect l="l" t="t" r="r" b="b"/>
              <a:pathLst>
                <a:path w="302894" h="203835">
                  <a:moveTo>
                    <a:pt x="0" y="33900"/>
                  </a:moveTo>
                  <a:lnTo>
                    <a:pt x="2664" y="20705"/>
                  </a:lnTo>
                  <a:lnTo>
                    <a:pt x="9929" y="9929"/>
                  </a:lnTo>
                  <a:lnTo>
                    <a:pt x="20705" y="2664"/>
                  </a:lnTo>
                  <a:lnTo>
                    <a:pt x="33900" y="0"/>
                  </a:lnTo>
                  <a:lnTo>
                    <a:pt x="268799" y="0"/>
                  </a:lnTo>
                  <a:lnTo>
                    <a:pt x="302042" y="27256"/>
                  </a:lnTo>
                  <a:lnTo>
                    <a:pt x="302699" y="33900"/>
                  </a:lnTo>
                  <a:lnTo>
                    <a:pt x="302699" y="169499"/>
                  </a:lnTo>
                  <a:lnTo>
                    <a:pt x="300035" y="182695"/>
                  </a:lnTo>
                  <a:lnTo>
                    <a:pt x="292770" y="193470"/>
                  </a:lnTo>
                  <a:lnTo>
                    <a:pt x="281995" y="200735"/>
                  </a:lnTo>
                  <a:lnTo>
                    <a:pt x="268799" y="203399"/>
                  </a:lnTo>
                  <a:lnTo>
                    <a:pt x="33900" y="203399"/>
                  </a:lnTo>
                  <a:lnTo>
                    <a:pt x="20705" y="200735"/>
                  </a:lnTo>
                  <a:lnTo>
                    <a:pt x="9929" y="193470"/>
                  </a:lnTo>
                  <a:lnTo>
                    <a:pt x="2664" y="182695"/>
                  </a:lnTo>
                  <a:lnTo>
                    <a:pt x="0" y="169499"/>
                  </a:lnTo>
                  <a:lnTo>
                    <a:pt x="0" y="33900"/>
                  </a:lnTo>
                  <a:close/>
                </a:path>
              </a:pathLst>
            </a:custGeom>
            <a:ln w="5474">
              <a:solidFill>
                <a:srgbClr val="595959"/>
              </a:solidFill>
            </a:ln>
          </p:spPr>
          <p:txBody>
            <a:bodyPr wrap="square" lIns="0" tIns="0" rIns="0" bIns="0" rtlCol="0"/>
            <a:lstStyle/>
            <a:p>
              <a:endParaRPr sz="2400"/>
            </a:p>
          </p:txBody>
        </p:sp>
        <p:sp>
          <p:nvSpPr>
            <p:cNvPr id="14" name="object 14"/>
            <p:cNvSpPr/>
            <p:nvPr/>
          </p:nvSpPr>
          <p:spPr>
            <a:xfrm>
              <a:off x="1948480" y="2793467"/>
              <a:ext cx="302895" cy="203835"/>
            </a:xfrm>
            <a:custGeom>
              <a:avLst/>
              <a:gdLst/>
              <a:ahLst/>
              <a:cxnLst/>
              <a:rect l="l" t="t" r="r" b="b"/>
              <a:pathLst>
                <a:path w="302894" h="203835">
                  <a:moveTo>
                    <a:pt x="268799" y="203399"/>
                  </a:moveTo>
                  <a:lnTo>
                    <a:pt x="33900" y="203399"/>
                  </a:lnTo>
                  <a:lnTo>
                    <a:pt x="20705" y="200735"/>
                  </a:lnTo>
                  <a:lnTo>
                    <a:pt x="9929" y="193470"/>
                  </a:lnTo>
                  <a:lnTo>
                    <a:pt x="2664" y="182695"/>
                  </a:lnTo>
                  <a:lnTo>
                    <a:pt x="0" y="169499"/>
                  </a:lnTo>
                  <a:lnTo>
                    <a:pt x="0" y="33900"/>
                  </a:lnTo>
                  <a:lnTo>
                    <a:pt x="2664" y="20705"/>
                  </a:lnTo>
                  <a:lnTo>
                    <a:pt x="9929" y="9929"/>
                  </a:lnTo>
                  <a:lnTo>
                    <a:pt x="20705" y="2664"/>
                  </a:lnTo>
                  <a:lnTo>
                    <a:pt x="33900" y="0"/>
                  </a:lnTo>
                  <a:lnTo>
                    <a:pt x="268799" y="0"/>
                  </a:lnTo>
                  <a:lnTo>
                    <a:pt x="302042" y="27256"/>
                  </a:lnTo>
                  <a:lnTo>
                    <a:pt x="302699" y="33900"/>
                  </a:lnTo>
                  <a:lnTo>
                    <a:pt x="302699" y="169499"/>
                  </a:lnTo>
                  <a:lnTo>
                    <a:pt x="300035" y="182695"/>
                  </a:lnTo>
                  <a:lnTo>
                    <a:pt x="292770" y="193470"/>
                  </a:lnTo>
                  <a:lnTo>
                    <a:pt x="281995" y="200735"/>
                  </a:lnTo>
                  <a:lnTo>
                    <a:pt x="268799" y="203399"/>
                  </a:lnTo>
                  <a:close/>
                </a:path>
              </a:pathLst>
            </a:custGeom>
            <a:solidFill>
              <a:srgbClr val="FAADB3"/>
            </a:solidFill>
          </p:spPr>
          <p:txBody>
            <a:bodyPr wrap="square" lIns="0" tIns="0" rIns="0" bIns="0" rtlCol="0"/>
            <a:lstStyle/>
            <a:p>
              <a:endParaRPr sz="2400"/>
            </a:p>
          </p:txBody>
        </p:sp>
        <p:sp>
          <p:nvSpPr>
            <p:cNvPr id="15" name="object 15"/>
            <p:cNvSpPr/>
            <p:nvPr/>
          </p:nvSpPr>
          <p:spPr>
            <a:xfrm>
              <a:off x="1948480" y="2793467"/>
              <a:ext cx="302895" cy="203835"/>
            </a:xfrm>
            <a:custGeom>
              <a:avLst/>
              <a:gdLst/>
              <a:ahLst/>
              <a:cxnLst/>
              <a:rect l="l" t="t" r="r" b="b"/>
              <a:pathLst>
                <a:path w="302894" h="203835">
                  <a:moveTo>
                    <a:pt x="0" y="33900"/>
                  </a:moveTo>
                  <a:lnTo>
                    <a:pt x="2664" y="20705"/>
                  </a:lnTo>
                  <a:lnTo>
                    <a:pt x="9929" y="9929"/>
                  </a:lnTo>
                  <a:lnTo>
                    <a:pt x="20705" y="2664"/>
                  </a:lnTo>
                  <a:lnTo>
                    <a:pt x="33900" y="0"/>
                  </a:lnTo>
                  <a:lnTo>
                    <a:pt x="268799" y="0"/>
                  </a:lnTo>
                  <a:lnTo>
                    <a:pt x="302042" y="27256"/>
                  </a:lnTo>
                  <a:lnTo>
                    <a:pt x="302699" y="33900"/>
                  </a:lnTo>
                  <a:lnTo>
                    <a:pt x="302699" y="169499"/>
                  </a:lnTo>
                  <a:lnTo>
                    <a:pt x="300035" y="182695"/>
                  </a:lnTo>
                  <a:lnTo>
                    <a:pt x="292770" y="193470"/>
                  </a:lnTo>
                  <a:lnTo>
                    <a:pt x="281995" y="200735"/>
                  </a:lnTo>
                  <a:lnTo>
                    <a:pt x="268799" y="203399"/>
                  </a:lnTo>
                  <a:lnTo>
                    <a:pt x="33900" y="203399"/>
                  </a:lnTo>
                  <a:lnTo>
                    <a:pt x="20705" y="200735"/>
                  </a:lnTo>
                  <a:lnTo>
                    <a:pt x="9929" y="193470"/>
                  </a:lnTo>
                  <a:lnTo>
                    <a:pt x="2664" y="182695"/>
                  </a:lnTo>
                  <a:lnTo>
                    <a:pt x="0" y="169499"/>
                  </a:lnTo>
                  <a:lnTo>
                    <a:pt x="0" y="33900"/>
                  </a:lnTo>
                  <a:close/>
                </a:path>
              </a:pathLst>
            </a:custGeom>
            <a:ln w="5474">
              <a:solidFill>
                <a:srgbClr val="595959"/>
              </a:solidFill>
            </a:ln>
          </p:spPr>
          <p:txBody>
            <a:bodyPr wrap="square" lIns="0" tIns="0" rIns="0" bIns="0" rtlCol="0"/>
            <a:lstStyle/>
            <a:p>
              <a:endParaRPr sz="2400"/>
            </a:p>
          </p:txBody>
        </p:sp>
      </p:grpSp>
      <p:sp>
        <p:nvSpPr>
          <p:cNvPr id="16" name="object 16"/>
          <p:cNvSpPr txBox="1"/>
          <p:nvPr/>
        </p:nvSpPr>
        <p:spPr>
          <a:xfrm>
            <a:off x="2723581" y="3712681"/>
            <a:ext cx="153247" cy="264175"/>
          </a:xfrm>
          <a:prstGeom prst="rect">
            <a:avLst/>
          </a:prstGeom>
        </p:spPr>
        <p:txBody>
          <a:bodyPr vert="horz" wrap="square" lIns="0" tIns="17780" rIns="0" bIns="0" rtlCol="0">
            <a:spAutoFit/>
          </a:bodyPr>
          <a:lstStyle/>
          <a:p>
            <a:pPr marL="16933">
              <a:spcBef>
                <a:spcPts val="140"/>
              </a:spcBef>
            </a:pPr>
            <a:r>
              <a:rPr sz="1600" spc="-740" dirty="0">
                <a:latin typeface="Lucida Sans Unicode"/>
                <a:cs typeface="Lucida Sans Unicode"/>
              </a:rPr>
              <a:t>…</a:t>
            </a:r>
            <a:endParaRPr sz="1600">
              <a:latin typeface="Lucida Sans Unicode"/>
              <a:cs typeface="Lucida Sans Unicode"/>
            </a:endParaRPr>
          </a:p>
        </p:txBody>
      </p:sp>
      <p:grpSp>
        <p:nvGrpSpPr>
          <p:cNvPr id="17" name="object 17"/>
          <p:cNvGrpSpPr/>
          <p:nvPr/>
        </p:nvGrpSpPr>
        <p:grpSpPr>
          <a:xfrm>
            <a:off x="2594164" y="2276645"/>
            <a:ext cx="411480" cy="2219960"/>
            <a:chOff x="1945623" y="1707484"/>
            <a:chExt cx="308610" cy="1664970"/>
          </a:xfrm>
        </p:grpSpPr>
        <p:sp>
          <p:nvSpPr>
            <p:cNvPr id="18" name="object 18"/>
            <p:cNvSpPr/>
            <p:nvPr/>
          </p:nvSpPr>
          <p:spPr>
            <a:xfrm>
              <a:off x="1948480" y="3166117"/>
              <a:ext cx="302895" cy="203835"/>
            </a:xfrm>
            <a:custGeom>
              <a:avLst/>
              <a:gdLst/>
              <a:ahLst/>
              <a:cxnLst/>
              <a:rect l="l" t="t" r="r" b="b"/>
              <a:pathLst>
                <a:path w="302894" h="203835">
                  <a:moveTo>
                    <a:pt x="268799" y="203399"/>
                  </a:moveTo>
                  <a:lnTo>
                    <a:pt x="33900" y="203399"/>
                  </a:lnTo>
                  <a:lnTo>
                    <a:pt x="20705" y="200735"/>
                  </a:lnTo>
                  <a:lnTo>
                    <a:pt x="9929" y="193470"/>
                  </a:lnTo>
                  <a:lnTo>
                    <a:pt x="2664" y="182695"/>
                  </a:lnTo>
                  <a:lnTo>
                    <a:pt x="0" y="169499"/>
                  </a:lnTo>
                  <a:lnTo>
                    <a:pt x="0" y="33900"/>
                  </a:lnTo>
                  <a:lnTo>
                    <a:pt x="2664" y="20705"/>
                  </a:lnTo>
                  <a:lnTo>
                    <a:pt x="9929" y="9929"/>
                  </a:lnTo>
                  <a:lnTo>
                    <a:pt x="20705" y="2664"/>
                  </a:lnTo>
                  <a:lnTo>
                    <a:pt x="33900" y="0"/>
                  </a:lnTo>
                  <a:lnTo>
                    <a:pt x="268799" y="0"/>
                  </a:lnTo>
                  <a:lnTo>
                    <a:pt x="302042" y="27256"/>
                  </a:lnTo>
                  <a:lnTo>
                    <a:pt x="302699" y="33900"/>
                  </a:lnTo>
                  <a:lnTo>
                    <a:pt x="302699" y="169499"/>
                  </a:lnTo>
                  <a:lnTo>
                    <a:pt x="300035" y="182695"/>
                  </a:lnTo>
                  <a:lnTo>
                    <a:pt x="292770" y="193470"/>
                  </a:lnTo>
                  <a:lnTo>
                    <a:pt x="281995" y="200735"/>
                  </a:lnTo>
                  <a:lnTo>
                    <a:pt x="268799" y="203399"/>
                  </a:lnTo>
                  <a:close/>
                </a:path>
              </a:pathLst>
            </a:custGeom>
            <a:solidFill>
              <a:srgbClr val="FAADB3"/>
            </a:solidFill>
          </p:spPr>
          <p:txBody>
            <a:bodyPr wrap="square" lIns="0" tIns="0" rIns="0" bIns="0" rtlCol="0"/>
            <a:lstStyle/>
            <a:p>
              <a:endParaRPr sz="2400"/>
            </a:p>
          </p:txBody>
        </p:sp>
        <p:sp>
          <p:nvSpPr>
            <p:cNvPr id="19" name="object 19"/>
            <p:cNvSpPr/>
            <p:nvPr/>
          </p:nvSpPr>
          <p:spPr>
            <a:xfrm>
              <a:off x="1948480" y="3166117"/>
              <a:ext cx="302895" cy="203835"/>
            </a:xfrm>
            <a:custGeom>
              <a:avLst/>
              <a:gdLst/>
              <a:ahLst/>
              <a:cxnLst/>
              <a:rect l="l" t="t" r="r" b="b"/>
              <a:pathLst>
                <a:path w="302894" h="203835">
                  <a:moveTo>
                    <a:pt x="0" y="33900"/>
                  </a:moveTo>
                  <a:lnTo>
                    <a:pt x="2664" y="20705"/>
                  </a:lnTo>
                  <a:lnTo>
                    <a:pt x="9929" y="9929"/>
                  </a:lnTo>
                  <a:lnTo>
                    <a:pt x="20705" y="2664"/>
                  </a:lnTo>
                  <a:lnTo>
                    <a:pt x="33900" y="0"/>
                  </a:lnTo>
                  <a:lnTo>
                    <a:pt x="268799" y="0"/>
                  </a:lnTo>
                  <a:lnTo>
                    <a:pt x="302042" y="27256"/>
                  </a:lnTo>
                  <a:lnTo>
                    <a:pt x="302699" y="33900"/>
                  </a:lnTo>
                  <a:lnTo>
                    <a:pt x="302699" y="169499"/>
                  </a:lnTo>
                  <a:lnTo>
                    <a:pt x="300035" y="182695"/>
                  </a:lnTo>
                  <a:lnTo>
                    <a:pt x="292770" y="193470"/>
                  </a:lnTo>
                  <a:lnTo>
                    <a:pt x="281995" y="200735"/>
                  </a:lnTo>
                  <a:lnTo>
                    <a:pt x="268799" y="203399"/>
                  </a:lnTo>
                  <a:lnTo>
                    <a:pt x="33900" y="203399"/>
                  </a:lnTo>
                  <a:lnTo>
                    <a:pt x="20705" y="200735"/>
                  </a:lnTo>
                  <a:lnTo>
                    <a:pt x="9929" y="193470"/>
                  </a:lnTo>
                  <a:lnTo>
                    <a:pt x="2664" y="182695"/>
                  </a:lnTo>
                  <a:lnTo>
                    <a:pt x="0" y="169499"/>
                  </a:lnTo>
                  <a:lnTo>
                    <a:pt x="0" y="33900"/>
                  </a:lnTo>
                  <a:close/>
                </a:path>
              </a:pathLst>
            </a:custGeom>
            <a:ln w="5474">
              <a:solidFill>
                <a:srgbClr val="595959"/>
              </a:solidFill>
            </a:ln>
          </p:spPr>
          <p:txBody>
            <a:bodyPr wrap="square" lIns="0" tIns="0" rIns="0" bIns="0" rtlCol="0"/>
            <a:lstStyle/>
            <a:p>
              <a:endParaRPr sz="2400"/>
            </a:p>
          </p:txBody>
        </p:sp>
        <p:sp>
          <p:nvSpPr>
            <p:cNvPr id="20" name="object 20"/>
            <p:cNvSpPr/>
            <p:nvPr/>
          </p:nvSpPr>
          <p:spPr>
            <a:xfrm>
              <a:off x="1948480" y="1710342"/>
              <a:ext cx="302895" cy="203835"/>
            </a:xfrm>
            <a:custGeom>
              <a:avLst/>
              <a:gdLst/>
              <a:ahLst/>
              <a:cxnLst/>
              <a:rect l="l" t="t" r="r" b="b"/>
              <a:pathLst>
                <a:path w="302894" h="203835">
                  <a:moveTo>
                    <a:pt x="268799" y="203399"/>
                  </a:moveTo>
                  <a:lnTo>
                    <a:pt x="33900" y="203399"/>
                  </a:lnTo>
                  <a:lnTo>
                    <a:pt x="20705" y="200735"/>
                  </a:lnTo>
                  <a:lnTo>
                    <a:pt x="9929" y="193470"/>
                  </a:lnTo>
                  <a:lnTo>
                    <a:pt x="2664" y="182695"/>
                  </a:lnTo>
                  <a:lnTo>
                    <a:pt x="0" y="169499"/>
                  </a:lnTo>
                  <a:lnTo>
                    <a:pt x="0" y="33900"/>
                  </a:lnTo>
                  <a:lnTo>
                    <a:pt x="2664" y="20705"/>
                  </a:lnTo>
                  <a:lnTo>
                    <a:pt x="9929" y="9929"/>
                  </a:lnTo>
                  <a:lnTo>
                    <a:pt x="20705" y="2664"/>
                  </a:lnTo>
                  <a:lnTo>
                    <a:pt x="33900" y="0"/>
                  </a:lnTo>
                  <a:lnTo>
                    <a:pt x="268799" y="0"/>
                  </a:lnTo>
                  <a:lnTo>
                    <a:pt x="302042" y="27256"/>
                  </a:lnTo>
                  <a:lnTo>
                    <a:pt x="302699" y="33900"/>
                  </a:lnTo>
                  <a:lnTo>
                    <a:pt x="302699" y="169499"/>
                  </a:lnTo>
                  <a:lnTo>
                    <a:pt x="300035" y="182695"/>
                  </a:lnTo>
                  <a:lnTo>
                    <a:pt x="292770" y="193470"/>
                  </a:lnTo>
                  <a:lnTo>
                    <a:pt x="281995" y="200735"/>
                  </a:lnTo>
                  <a:lnTo>
                    <a:pt x="268799" y="203399"/>
                  </a:lnTo>
                  <a:close/>
                </a:path>
              </a:pathLst>
            </a:custGeom>
            <a:solidFill>
              <a:srgbClr val="FAADB3"/>
            </a:solidFill>
          </p:spPr>
          <p:txBody>
            <a:bodyPr wrap="square" lIns="0" tIns="0" rIns="0" bIns="0" rtlCol="0"/>
            <a:lstStyle/>
            <a:p>
              <a:endParaRPr sz="2400"/>
            </a:p>
          </p:txBody>
        </p:sp>
        <p:sp>
          <p:nvSpPr>
            <p:cNvPr id="21" name="object 21"/>
            <p:cNvSpPr/>
            <p:nvPr/>
          </p:nvSpPr>
          <p:spPr>
            <a:xfrm>
              <a:off x="1948480" y="1710342"/>
              <a:ext cx="302895" cy="203835"/>
            </a:xfrm>
            <a:custGeom>
              <a:avLst/>
              <a:gdLst/>
              <a:ahLst/>
              <a:cxnLst/>
              <a:rect l="l" t="t" r="r" b="b"/>
              <a:pathLst>
                <a:path w="302894" h="203835">
                  <a:moveTo>
                    <a:pt x="0" y="33900"/>
                  </a:moveTo>
                  <a:lnTo>
                    <a:pt x="2664" y="20705"/>
                  </a:lnTo>
                  <a:lnTo>
                    <a:pt x="9929" y="9929"/>
                  </a:lnTo>
                  <a:lnTo>
                    <a:pt x="20705" y="2664"/>
                  </a:lnTo>
                  <a:lnTo>
                    <a:pt x="33900" y="0"/>
                  </a:lnTo>
                  <a:lnTo>
                    <a:pt x="268799" y="0"/>
                  </a:lnTo>
                  <a:lnTo>
                    <a:pt x="302042" y="27256"/>
                  </a:lnTo>
                  <a:lnTo>
                    <a:pt x="302699" y="33900"/>
                  </a:lnTo>
                  <a:lnTo>
                    <a:pt x="302699" y="169499"/>
                  </a:lnTo>
                  <a:lnTo>
                    <a:pt x="300035" y="182695"/>
                  </a:lnTo>
                  <a:lnTo>
                    <a:pt x="292770" y="193470"/>
                  </a:lnTo>
                  <a:lnTo>
                    <a:pt x="281995" y="200735"/>
                  </a:lnTo>
                  <a:lnTo>
                    <a:pt x="268799" y="203399"/>
                  </a:lnTo>
                  <a:lnTo>
                    <a:pt x="33900" y="203399"/>
                  </a:lnTo>
                  <a:lnTo>
                    <a:pt x="20705" y="200735"/>
                  </a:lnTo>
                  <a:lnTo>
                    <a:pt x="9929" y="193470"/>
                  </a:lnTo>
                  <a:lnTo>
                    <a:pt x="2664" y="182695"/>
                  </a:lnTo>
                  <a:lnTo>
                    <a:pt x="0" y="169499"/>
                  </a:lnTo>
                  <a:lnTo>
                    <a:pt x="0" y="33900"/>
                  </a:lnTo>
                  <a:close/>
                </a:path>
              </a:pathLst>
            </a:custGeom>
            <a:ln w="5474">
              <a:solidFill>
                <a:srgbClr val="595959"/>
              </a:solidFill>
            </a:ln>
          </p:spPr>
          <p:txBody>
            <a:bodyPr wrap="square" lIns="0" tIns="0" rIns="0" bIns="0" rtlCol="0"/>
            <a:lstStyle/>
            <a:p>
              <a:endParaRPr sz="2400"/>
            </a:p>
          </p:txBody>
        </p:sp>
      </p:grpSp>
      <p:sp>
        <p:nvSpPr>
          <p:cNvPr id="22" name="object 22"/>
          <p:cNvSpPr txBox="1"/>
          <p:nvPr/>
        </p:nvSpPr>
        <p:spPr>
          <a:xfrm>
            <a:off x="2723581" y="2268515"/>
            <a:ext cx="153247" cy="264175"/>
          </a:xfrm>
          <a:prstGeom prst="rect">
            <a:avLst/>
          </a:prstGeom>
        </p:spPr>
        <p:txBody>
          <a:bodyPr vert="horz" wrap="square" lIns="0" tIns="17780" rIns="0" bIns="0" rtlCol="0">
            <a:spAutoFit/>
          </a:bodyPr>
          <a:lstStyle/>
          <a:p>
            <a:pPr marL="16933">
              <a:spcBef>
                <a:spcPts val="140"/>
              </a:spcBef>
            </a:pPr>
            <a:r>
              <a:rPr sz="1600" spc="-740" dirty="0">
                <a:latin typeface="Lucida Sans Unicode"/>
                <a:cs typeface="Lucida Sans Unicode"/>
              </a:rPr>
              <a:t>…</a:t>
            </a:r>
            <a:endParaRPr sz="1600">
              <a:latin typeface="Lucida Sans Unicode"/>
              <a:cs typeface="Lucida Sans Unicode"/>
            </a:endParaRPr>
          </a:p>
        </p:txBody>
      </p:sp>
      <p:grpSp>
        <p:nvGrpSpPr>
          <p:cNvPr id="23" name="object 23"/>
          <p:cNvGrpSpPr/>
          <p:nvPr/>
        </p:nvGrpSpPr>
        <p:grpSpPr>
          <a:xfrm>
            <a:off x="2995216" y="2718799"/>
            <a:ext cx="2956560" cy="1780540"/>
            <a:chOff x="2246412" y="2039099"/>
            <a:chExt cx="2217420" cy="1335405"/>
          </a:xfrm>
        </p:grpSpPr>
        <p:sp>
          <p:nvSpPr>
            <p:cNvPr id="24" name="object 24"/>
            <p:cNvSpPr/>
            <p:nvPr/>
          </p:nvSpPr>
          <p:spPr>
            <a:xfrm>
              <a:off x="2255899" y="2043862"/>
              <a:ext cx="532130" cy="220345"/>
            </a:xfrm>
            <a:custGeom>
              <a:avLst/>
              <a:gdLst/>
              <a:ahLst/>
              <a:cxnLst/>
              <a:rect l="l" t="t" r="r" b="b"/>
              <a:pathLst>
                <a:path w="532130" h="220344">
                  <a:moveTo>
                    <a:pt x="4952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495249" y="0"/>
                  </a:lnTo>
                  <a:lnTo>
                    <a:pt x="529110" y="22624"/>
                  </a:lnTo>
                  <a:lnTo>
                    <a:pt x="531899" y="36650"/>
                  </a:lnTo>
                  <a:lnTo>
                    <a:pt x="531899" y="183249"/>
                  </a:lnTo>
                  <a:lnTo>
                    <a:pt x="529019" y="197515"/>
                  </a:lnTo>
                  <a:lnTo>
                    <a:pt x="521165" y="209165"/>
                  </a:lnTo>
                  <a:lnTo>
                    <a:pt x="509515" y="217019"/>
                  </a:lnTo>
                  <a:lnTo>
                    <a:pt x="495249" y="219899"/>
                  </a:lnTo>
                  <a:close/>
                </a:path>
              </a:pathLst>
            </a:custGeom>
            <a:solidFill>
              <a:srgbClr val="E9F1F4"/>
            </a:solidFill>
          </p:spPr>
          <p:txBody>
            <a:bodyPr wrap="square" lIns="0" tIns="0" rIns="0" bIns="0" rtlCol="0"/>
            <a:lstStyle/>
            <a:p>
              <a:endParaRPr sz="2400"/>
            </a:p>
          </p:txBody>
        </p:sp>
        <p:sp>
          <p:nvSpPr>
            <p:cNvPr id="25" name="object 25"/>
            <p:cNvSpPr/>
            <p:nvPr/>
          </p:nvSpPr>
          <p:spPr>
            <a:xfrm>
              <a:off x="2255899" y="2043862"/>
              <a:ext cx="532130" cy="220345"/>
            </a:xfrm>
            <a:custGeom>
              <a:avLst/>
              <a:gdLst/>
              <a:ahLst/>
              <a:cxnLst/>
              <a:rect l="l" t="t" r="r" b="b"/>
              <a:pathLst>
                <a:path w="532130" h="220344">
                  <a:moveTo>
                    <a:pt x="0" y="36650"/>
                  </a:moveTo>
                  <a:lnTo>
                    <a:pt x="2880" y="22384"/>
                  </a:lnTo>
                  <a:lnTo>
                    <a:pt x="10734" y="10734"/>
                  </a:lnTo>
                  <a:lnTo>
                    <a:pt x="22384" y="2880"/>
                  </a:lnTo>
                  <a:lnTo>
                    <a:pt x="36650" y="0"/>
                  </a:lnTo>
                  <a:lnTo>
                    <a:pt x="495249" y="0"/>
                  </a:lnTo>
                  <a:lnTo>
                    <a:pt x="529110" y="22624"/>
                  </a:lnTo>
                  <a:lnTo>
                    <a:pt x="531899" y="36650"/>
                  </a:lnTo>
                  <a:lnTo>
                    <a:pt x="531899" y="183249"/>
                  </a:lnTo>
                  <a:lnTo>
                    <a:pt x="529019" y="197515"/>
                  </a:lnTo>
                  <a:lnTo>
                    <a:pt x="521165" y="209165"/>
                  </a:lnTo>
                  <a:lnTo>
                    <a:pt x="509515" y="217019"/>
                  </a:lnTo>
                  <a:lnTo>
                    <a:pt x="4952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sp>
          <p:nvSpPr>
            <p:cNvPr id="26" name="object 26"/>
            <p:cNvSpPr/>
            <p:nvPr/>
          </p:nvSpPr>
          <p:spPr>
            <a:xfrm>
              <a:off x="2787922" y="2409425"/>
              <a:ext cx="532130" cy="220345"/>
            </a:xfrm>
            <a:custGeom>
              <a:avLst/>
              <a:gdLst/>
              <a:ahLst/>
              <a:cxnLst/>
              <a:rect l="l" t="t" r="r" b="b"/>
              <a:pathLst>
                <a:path w="532129" h="220344">
                  <a:moveTo>
                    <a:pt x="4952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close/>
                </a:path>
              </a:pathLst>
            </a:custGeom>
            <a:solidFill>
              <a:srgbClr val="E9F1F4"/>
            </a:solidFill>
          </p:spPr>
          <p:txBody>
            <a:bodyPr wrap="square" lIns="0" tIns="0" rIns="0" bIns="0" rtlCol="0"/>
            <a:lstStyle/>
            <a:p>
              <a:endParaRPr sz="2400"/>
            </a:p>
          </p:txBody>
        </p:sp>
        <p:sp>
          <p:nvSpPr>
            <p:cNvPr id="27" name="object 27"/>
            <p:cNvSpPr/>
            <p:nvPr/>
          </p:nvSpPr>
          <p:spPr>
            <a:xfrm>
              <a:off x="2787922" y="2409425"/>
              <a:ext cx="532130" cy="220345"/>
            </a:xfrm>
            <a:custGeom>
              <a:avLst/>
              <a:gdLst/>
              <a:ahLst/>
              <a:cxnLst/>
              <a:rect l="l" t="t" r="r" b="b"/>
              <a:pathLst>
                <a:path w="532129" h="220344">
                  <a:moveTo>
                    <a:pt x="0" y="36650"/>
                  </a:move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sp>
          <p:nvSpPr>
            <p:cNvPr id="28" name="object 28"/>
            <p:cNvSpPr/>
            <p:nvPr/>
          </p:nvSpPr>
          <p:spPr>
            <a:xfrm>
              <a:off x="2255899" y="2409425"/>
              <a:ext cx="532130" cy="220345"/>
            </a:xfrm>
            <a:custGeom>
              <a:avLst/>
              <a:gdLst/>
              <a:ahLst/>
              <a:cxnLst/>
              <a:rect l="l" t="t" r="r" b="b"/>
              <a:pathLst>
                <a:path w="532130" h="220344">
                  <a:moveTo>
                    <a:pt x="4952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close/>
                </a:path>
              </a:pathLst>
            </a:custGeom>
            <a:solidFill>
              <a:srgbClr val="E9F1F4"/>
            </a:solidFill>
          </p:spPr>
          <p:txBody>
            <a:bodyPr wrap="square" lIns="0" tIns="0" rIns="0" bIns="0" rtlCol="0"/>
            <a:lstStyle/>
            <a:p>
              <a:endParaRPr sz="2400"/>
            </a:p>
          </p:txBody>
        </p:sp>
        <p:sp>
          <p:nvSpPr>
            <p:cNvPr id="29" name="object 29"/>
            <p:cNvSpPr/>
            <p:nvPr/>
          </p:nvSpPr>
          <p:spPr>
            <a:xfrm>
              <a:off x="2255899" y="2409425"/>
              <a:ext cx="532130" cy="220345"/>
            </a:xfrm>
            <a:custGeom>
              <a:avLst/>
              <a:gdLst/>
              <a:ahLst/>
              <a:cxnLst/>
              <a:rect l="l" t="t" r="r" b="b"/>
              <a:pathLst>
                <a:path w="532130" h="220344">
                  <a:moveTo>
                    <a:pt x="0" y="36650"/>
                  </a:move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sp>
          <p:nvSpPr>
            <p:cNvPr id="30" name="object 30"/>
            <p:cNvSpPr/>
            <p:nvPr/>
          </p:nvSpPr>
          <p:spPr>
            <a:xfrm>
              <a:off x="2783197" y="2787775"/>
              <a:ext cx="532130" cy="220345"/>
            </a:xfrm>
            <a:custGeom>
              <a:avLst/>
              <a:gdLst/>
              <a:ahLst/>
              <a:cxnLst/>
              <a:rect l="l" t="t" r="r" b="b"/>
              <a:pathLst>
                <a:path w="532129" h="220344">
                  <a:moveTo>
                    <a:pt x="4952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close/>
                </a:path>
              </a:pathLst>
            </a:custGeom>
            <a:solidFill>
              <a:srgbClr val="E9F1F4"/>
            </a:solidFill>
          </p:spPr>
          <p:txBody>
            <a:bodyPr wrap="square" lIns="0" tIns="0" rIns="0" bIns="0" rtlCol="0"/>
            <a:lstStyle/>
            <a:p>
              <a:endParaRPr sz="2400"/>
            </a:p>
          </p:txBody>
        </p:sp>
        <p:sp>
          <p:nvSpPr>
            <p:cNvPr id="31" name="object 31"/>
            <p:cNvSpPr/>
            <p:nvPr/>
          </p:nvSpPr>
          <p:spPr>
            <a:xfrm>
              <a:off x="2783197" y="2787775"/>
              <a:ext cx="532130" cy="220345"/>
            </a:xfrm>
            <a:custGeom>
              <a:avLst/>
              <a:gdLst/>
              <a:ahLst/>
              <a:cxnLst/>
              <a:rect l="l" t="t" r="r" b="b"/>
              <a:pathLst>
                <a:path w="532129" h="220344">
                  <a:moveTo>
                    <a:pt x="0" y="36650"/>
                  </a:move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sp>
          <p:nvSpPr>
            <p:cNvPr id="32" name="object 32"/>
            <p:cNvSpPr/>
            <p:nvPr/>
          </p:nvSpPr>
          <p:spPr>
            <a:xfrm>
              <a:off x="3315224" y="2787775"/>
              <a:ext cx="607695" cy="220345"/>
            </a:xfrm>
            <a:custGeom>
              <a:avLst/>
              <a:gdLst/>
              <a:ahLst/>
              <a:cxnLst/>
              <a:rect l="l" t="t" r="r" b="b"/>
              <a:pathLst>
                <a:path w="607695" h="220344">
                  <a:moveTo>
                    <a:pt x="5705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570549" y="0"/>
                  </a:lnTo>
                  <a:lnTo>
                    <a:pt x="604410" y="22625"/>
                  </a:lnTo>
                  <a:lnTo>
                    <a:pt x="607199" y="36650"/>
                  </a:lnTo>
                  <a:lnTo>
                    <a:pt x="607199" y="183249"/>
                  </a:lnTo>
                  <a:lnTo>
                    <a:pt x="604319" y="197515"/>
                  </a:lnTo>
                  <a:lnTo>
                    <a:pt x="596465" y="209165"/>
                  </a:lnTo>
                  <a:lnTo>
                    <a:pt x="584815" y="217019"/>
                  </a:lnTo>
                  <a:lnTo>
                    <a:pt x="570549" y="219899"/>
                  </a:lnTo>
                  <a:close/>
                </a:path>
              </a:pathLst>
            </a:custGeom>
            <a:solidFill>
              <a:srgbClr val="E9F1F4"/>
            </a:solidFill>
          </p:spPr>
          <p:txBody>
            <a:bodyPr wrap="square" lIns="0" tIns="0" rIns="0" bIns="0" rtlCol="0"/>
            <a:lstStyle/>
            <a:p>
              <a:endParaRPr sz="2400"/>
            </a:p>
          </p:txBody>
        </p:sp>
        <p:sp>
          <p:nvSpPr>
            <p:cNvPr id="33" name="object 33"/>
            <p:cNvSpPr/>
            <p:nvPr/>
          </p:nvSpPr>
          <p:spPr>
            <a:xfrm>
              <a:off x="3315224" y="2787775"/>
              <a:ext cx="607695" cy="220345"/>
            </a:xfrm>
            <a:custGeom>
              <a:avLst/>
              <a:gdLst/>
              <a:ahLst/>
              <a:cxnLst/>
              <a:rect l="l" t="t" r="r" b="b"/>
              <a:pathLst>
                <a:path w="607695" h="220344">
                  <a:moveTo>
                    <a:pt x="0" y="36650"/>
                  </a:moveTo>
                  <a:lnTo>
                    <a:pt x="2880" y="22384"/>
                  </a:lnTo>
                  <a:lnTo>
                    <a:pt x="10734" y="10734"/>
                  </a:lnTo>
                  <a:lnTo>
                    <a:pt x="22384" y="2880"/>
                  </a:lnTo>
                  <a:lnTo>
                    <a:pt x="36650" y="0"/>
                  </a:lnTo>
                  <a:lnTo>
                    <a:pt x="570549" y="0"/>
                  </a:lnTo>
                  <a:lnTo>
                    <a:pt x="604410" y="22625"/>
                  </a:lnTo>
                  <a:lnTo>
                    <a:pt x="607199" y="36650"/>
                  </a:lnTo>
                  <a:lnTo>
                    <a:pt x="607199" y="183249"/>
                  </a:lnTo>
                  <a:lnTo>
                    <a:pt x="604319" y="197515"/>
                  </a:lnTo>
                  <a:lnTo>
                    <a:pt x="596465" y="209165"/>
                  </a:lnTo>
                  <a:lnTo>
                    <a:pt x="584815" y="217019"/>
                  </a:lnTo>
                  <a:lnTo>
                    <a:pt x="5705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sp>
          <p:nvSpPr>
            <p:cNvPr id="34" name="object 34"/>
            <p:cNvSpPr/>
            <p:nvPr/>
          </p:nvSpPr>
          <p:spPr>
            <a:xfrm>
              <a:off x="2251174" y="2787775"/>
              <a:ext cx="532130" cy="220345"/>
            </a:xfrm>
            <a:custGeom>
              <a:avLst/>
              <a:gdLst/>
              <a:ahLst/>
              <a:cxnLst/>
              <a:rect l="l" t="t" r="r" b="b"/>
              <a:pathLst>
                <a:path w="532130" h="220344">
                  <a:moveTo>
                    <a:pt x="4952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close/>
                </a:path>
              </a:pathLst>
            </a:custGeom>
            <a:solidFill>
              <a:srgbClr val="E9F1F4"/>
            </a:solidFill>
          </p:spPr>
          <p:txBody>
            <a:bodyPr wrap="square" lIns="0" tIns="0" rIns="0" bIns="0" rtlCol="0"/>
            <a:lstStyle/>
            <a:p>
              <a:endParaRPr sz="2400"/>
            </a:p>
          </p:txBody>
        </p:sp>
        <p:sp>
          <p:nvSpPr>
            <p:cNvPr id="35" name="object 35"/>
            <p:cNvSpPr/>
            <p:nvPr/>
          </p:nvSpPr>
          <p:spPr>
            <a:xfrm>
              <a:off x="2251174" y="2787775"/>
              <a:ext cx="532130" cy="220345"/>
            </a:xfrm>
            <a:custGeom>
              <a:avLst/>
              <a:gdLst/>
              <a:ahLst/>
              <a:cxnLst/>
              <a:rect l="l" t="t" r="r" b="b"/>
              <a:pathLst>
                <a:path w="532130" h="220344">
                  <a:moveTo>
                    <a:pt x="0" y="36650"/>
                  </a:move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sp>
          <p:nvSpPr>
            <p:cNvPr id="36" name="object 36"/>
            <p:cNvSpPr/>
            <p:nvPr/>
          </p:nvSpPr>
          <p:spPr>
            <a:xfrm>
              <a:off x="2787922" y="3149625"/>
              <a:ext cx="532130" cy="220345"/>
            </a:xfrm>
            <a:custGeom>
              <a:avLst/>
              <a:gdLst/>
              <a:ahLst/>
              <a:cxnLst/>
              <a:rect l="l" t="t" r="r" b="b"/>
              <a:pathLst>
                <a:path w="532129" h="220345">
                  <a:moveTo>
                    <a:pt x="4952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close/>
                </a:path>
              </a:pathLst>
            </a:custGeom>
            <a:solidFill>
              <a:srgbClr val="E9F1F4"/>
            </a:solidFill>
          </p:spPr>
          <p:txBody>
            <a:bodyPr wrap="square" lIns="0" tIns="0" rIns="0" bIns="0" rtlCol="0"/>
            <a:lstStyle/>
            <a:p>
              <a:endParaRPr sz="2400"/>
            </a:p>
          </p:txBody>
        </p:sp>
        <p:sp>
          <p:nvSpPr>
            <p:cNvPr id="37" name="object 37"/>
            <p:cNvSpPr/>
            <p:nvPr/>
          </p:nvSpPr>
          <p:spPr>
            <a:xfrm>
              <a:off x="2787922" y="3149625"/>
              <a:ext cx="532130" cy="220345"/>
            </a:xfrm>
            <a:custGeom>
              <a:avLst/>
              <a:gdLst/>
              <a:ahLst/>
              <a:cxnLst/>
              <a:rect l="l" t="t" r="r" b="b"/>
              <a:pathLst>
                <a:path w="532129" h="220345">
                  <a:moveTo>
                    <a:pt x="0" y="36650"/>
                  </a:move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sp>
          <p:nvSpPr>
            <p:cNvPr id="38" name="object 38"/>
            <p:cNvSpPr/>
            <p:nvPr/>
          </p:nvSpPr>
          <p:spPr>
            <a:xfrm>
              <a:off x="3319949" y="3149625"/>
              <a:ext cx="607695" cy="220345"/>
            </a:xfrm>
            <a:custGeom>
              <a:avLst/>
              <a:gdLst/>
              <a:ahLst/>
              <a:cxnLst/>
              <a:rect l="l" t="t" r="r" b="b"/>
              <a:pathLst>
                <a:path w="607695" h="220345">
                  <a:moveTo>
                    <a:pt x="5705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570549" y="0"/>
                  </a:lnTo>
                  <a:lnTo>
                    <a:pt x="604410" y="22625"/>
                  </a:lnTo>
                  <a:lnTo>
                    <a:pt x="607199" y="36650"/>
                  </a:lnTo>
                  <a:lnTo>
                    <a:pt x="607199" y="183249"/>
                  </a:lnTo>
                  <a:lnTo>
                    <a:pt x="604319" y="197515"/>
                  </a:lnTo>
                  <a:lnTo>
                    <a:pt x="596465" y="209165"/>
                  </a:lnTo>
                  <a:lnTo>
                    <a:pt x="584815" y="217019"/>
                  </a:lnTo>
                  <a:lnTo>
                    <a:pt x="570549" y="219899"/>
                  </a:lnTo>
                  <a:close/>
                </a:path>
              </a:pathLst>
            </a:custGeom>
            <a:solidFill>
              <a:srgbClr val="E9F1F4"/>
            </a:solidFill>
          </p:spPr>
          <p:txBody>
            <a:bodyPr wrap="square" lIns="0" tIns="0" rIns="0" bIns="0" rtlCol="0"/>
            <a:lstStyle/>
            <a:p>
              <a:endParaRPr sz="2400"/>
            </a:p>
          </p:txBody>
        </p:sp>
        <p:sp>
          <p:nvSpPr>
            <p:cNvPr id="39" name="object 39"/>
            <p:cNvSpPr/>
            <p:nvPr/>
          </p:nvSpPr>
          <p:spPr>
            <a:xfrm>
              <a:off x="3319949" y="3149625"/>
              <a:ext cx="607695" cy="220345"/>
            </a:xfrm>
            <a:custGeom>
              <a:avLst/>
              <a:gdLst/>
              <a:ahLst/>
              <a:cxnLst/>
              <a:rect l="l" t="t" r="r" b="b"/>
              <a:pathLst>
                <a:path w="607695" h="220345">
                  <a:moveTo>
                    <a:pt x="0" y="36650"/>
                  </a:moveTo>
                  <a:lnTo>
                    <a:pt x="2880" y="22384"/>
                  </a:lnTo>
                  <a:lnTo>
                    <a:pt x="10734" y="10734"/>
                  </a:lnTo>
                  <a:lnTo>
                    <a:pt x="22384" y="2880"/>
                  </a:lnTo>
                  <a:lnTo>
                    <a:pt x="36650" y="0"/>
                  </a:lnTo>
                  <a:lnTo>
                    <a:pt x="570549" y="0"/>
                  </a:lnTo>
                  <a:lnTo>
                    <a:pt x="604410" y="22625"/>
                  </a:lnTo>
                  <a:lnTo>
                    <a:pt x="607199" y="36650"/>
                  </a:lnTo>
                  <a:lnTo>
                    <a:pt x="607199" y="183249"/>
                  </a:lnTo>
                  <a:lnTo>
                    <a:pt x="604319" y="197515"/>
                  </a:lnTo>
                  <a:lnTo>
                    <a:pt x="596465" y="209165"/>
                  </a:lnTo>
                  <a:lnTo>
                    <a:pt x="584815" y="217019"/>
                  </a:lnTo>
                  <a:lnTo>
                    <a:pt x="5705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sp>
          <p:nvSpPr>
            <p:cNvPr id="40" name="object 40"/>
            <p:cNvSpPr/>
            <p:nvPr/>
          </p:nvSpPr>
          <p:spPr>
            <a:xfrm>
              <a:off x="3927150" y="3149625"/>
              <a:ext cx="532130" cy="220345"/>
            </a:xfrm>
            <a:custGeom>
              <a:avLst/>
              <a:gdLst/>
              <a:ahLst/>
              <a:cxnLst/>
              <a:rect l="l" t="t" r="r" b="b"/>
              <a:pathLst>
                <a:path w="532129" h="220345">
                  <a:moveTo>
                    <a:pt x="4952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close/>
                </a:path>
              </a:pathLst>
            </a:custGeom>
            <a:solidFill>
              <a:srgbClr val="E9F1F4"/>
            </a:solidFill>
          </p:spPr>
          <p:txBody>
            <a:bodyPr wrap="square" lIns="0" tIns="0" rIns="0" bIns="0" rtlCol="0"/>
            <a:lstStyle/>
            <a:p>
              <a:endParaRPr sz="2400"/>
            </a:p>
          </p:txBody>
        </p:sp>
        <p:sp>
          <p:nvSpPr>
            <p:cNvPr id="41" name="object 41"/>
            <p:cNvSpPr/>
            <p:nvPr/>
          </p:nvSpPr>
          <p:spPr>
            <a:xfrm>
              <a:off x="3927150" y="3149625"/>
              <a:ext cx="532130" cy="220345"/>
            </a:xfrm>
            <a:custGeom>
              <a:avLst/>
              <a:gdLst/>
              <a:ahLst/>
              <a:cxnLst/>
              <a:rect l="l" t="t" r="r" b="b"/>
              <a:pathLst>
                <a:path w="532129" h="220345">
                  <a:moveTo>
                    <a:pt x="0" y="36650"/>
                  </a:move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sp>
          <p:nvSpPr>
            <p:cNvPr id="42" name="object 42"/>
            <p:cNvSpPr/>
            <p:nvPr/>
          </p:nvSpPr>
          <p:spPr>
            <a:xfrm>
              <a:off x="2255899" y="3149625"/>
              <a:ext cx="532130" cy="220345"/>
            </a:xfrm>
            <a:custGeom>
              <a:avLst/>
              <a:gdLst/>
              <a:ahLst/>
              <a:cxnLst/>
              <a:rect l="l" t="t" r="r" b="b"/>
              <a:pathLst>
                <a:path w="532130" h="220345">
                  <a:moveTo>
                    <a:pt x="4952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close/>
                </a:path>
              </a:pathLst>
            </a:custGeom>
            <a:solidFill>
              <a:srgbClr val="E9F1F4"/>
            </a:solidFill>
          </p:spPr>
          <p:txBody>
            <a:bodyPr wrap="square" lIns="0" tIns="0" rIns="0" bIns="0" rtlCol="0"/>
            <a:lstStyle/>
            <a:p>
              <a:endParaRPr sz="2400"/>
            </a:p>
          </p:txBody>
        </p:sp>
        <p:sp>
          <p:nvSpPr>
            <p:cNvPr id="43" name="object 43"/>
            <p:cNvSpPr/>
            <p:nvPr/>
          </p:nvSpPr>
          <p:spPr>
            <a:xfrm>
              <a:off x="2255899" y="3149625"/>
              <a:ext cx="532130" cy="220345"/>
            </a:xfrm>
            <a:custGeom>
              <a:avLst/>
              <a:gdLst/>
              <a:ahLst/>
              <a:cxnLst/>
              <a:rect l="l" t="t" r="r" b="b"/>
              <a:pathLst>
                <a:path w="532130" h="220345">
                  <a:moveTo>
                    <a:pt x="0" y="36650"/>
                  </a:move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grpSp>
      <p:sp>
        <p:nvSpPr>
          <p:cNvPr id="44" name="object 44"/>
          <p:cNvSpPr txBox="1"/>
          <p:nvPr/>
        </p:nvSpPr>
        <p:spPr>
          <a:xfrm>
            <a:off x="2723581" y="4177444"/>
            <a:ext cx="940647" cy="304421"/>
          </a:xfrm>
          <a:prstGeom prst="rect">
            <a:avLst/>
          </a:prstGeom>
        </p:spPr>
        <p:txBody>
          <a:bodyPr vert="horz" wrap="square" lIns="0" tIns="16933" rIns="0" bIns="0" rtlCol="0">
            <a:spAutoFit/>
          </a:bodyPr>
          <a:lstStyle/>
          <a:p>
            <a:pPr marL="16933">
              <a:spcBef>
                <a:spcPts val="133"/>
              </a:spcBef>
              <a:tabLst>
                <a:tab pos="354744" algn="l"/>
              </a:tabLst>
            </a:pPr>
            <a:r>
              <a:rPr sz="1600" spc="-740" dirty="0">
                <a:latin typeface="Lucida Sans Unicode"/>
                <a:cs typeface="Lucida Sans Unicode"/>
              </a:rPr>
              <a:t>…</a:t>
            </a:r>
            <a:r>
              <a:rPr sz="1600" dirty="0">
                <a:latin typeface="Lucida Sans Unicode"/>
                <a:cs typeface="Lucida Sans Unicode"/>
              </a:rPr>
              <a:t>	</a:t>
            </a:r>
            <a:r>
              <a:rPr sz="1867" spc="-13" dirty="0">
                <a:latin typeface="Lucida Sans Unicode"/>
                <a:cs typeface="Lucida Sans Unicode"/>
              </a:rPr>
              <a:t>Paris</a:t>
            </a:r>
            <a:endParaRPr sz="1867">
              <a:latin typeface="Lucida Sans Unicode"/>
              <a:cs typeface="Lucida Sans Unicode"/>
            </a:endParaRPr>
          </a:p>
        </p:txBody>
      </p:sp>
      <p:grpSp>
        <p:nvGrpSpPr>
          <p:cNvPr id="45" name="object 45"/>
          <p:cNvGrpSpPr/>
          <p:nvPr/>
        </p:nvGrpSpPr>
        <p:grpSpPr>
          <a:xfrm>
            <a:off x="571590" y="2278350"/>
            <a:ext cx="6110393" cy="2215727"/>
            <a:chOff x="428692" y="1708762"/>
            <a:chExt cx="4582795" cy="1661795"/>
          </a:xfrm>
        </p:grpSpPr>
        <p:sp>
          <p:nvSpPr>
            <p:cNvPr id="46" name="object 46"/>
            <p:cNvSpPr/>
            <p:nvPr/>
          </p:nvSpPr>
          <p:spPr>
            <a:xfrm>
              <a:off x="2701237" y="1900308"/>
              <a:ext cx="91440" cy="27940"/>
            </a:xfrm>
            <a:custGeom>
              <a:avLst/>
              <a:gdLst/>
              <a:ahLst/>
              <a:cxnLst/>
              <a:rect l="l" t="t" r="r" b="b"/>
              <a:pathLst>
                <a:path w="91439" h="27939">
                  <a:moveTo>
                    <a:pt x="90899" y="27599"/>
                  </a:moveTo>
                  <a:lnTo>
                    <a:pt x="0" y="27599"/>
                  </a:lnTo>
                  <a:lnTo>
                    <a:pt x="0" y="0"/>
                  </a:lnTo>
                  <a:lnTo>
                    <a:pt x="90899" y="0"/>
                  </a:lnTo>
                  <a:lnTo>
                    <a:pt x="90899" y="27599"/>
                  </a:lnTo>
                  <a:close/>
                </a:path>
              </a:pathLst>
            </a:custGeom>
            <a:solidFill>
              <a:srgbClr val="DAF7FF"/>
            </a:solidFill>
          </p:spPr>
          <p:txBody>
            <a:bodyPr wrap="square" lIns="0" tIns="0" rIns="0" bIns="0" rtlCol="0"/>
            <a:lstStyle/>
            <a:p>
              <a:endParaRPr sz="2400"/>
            </a:p>
          </p:txBody>
        </p:sp>
        <p:sp>
          <p:nvSpPr>
            <p:cNvPr id="47" name="object 47"/>
            <p:cNvSpPr/>
            <p:nvPr/>
          </p:nvSpPr>
          <p:spPr>
            <a:xfrm>
              <a:off x="2701237" y="1900308"/>
              <a:ext cx="91440" cy="27940"/>
            </a:xfrm>
            <a:custGeom>
              <a:avLst/>
              <a:gdLst/>
              <a:ahLst/>
              <a:cxnLst/>
              <a:rect l="l" t="t" r="r" b="b"/>
              <a:pathLst>
                <a:path w="91439" h="27939">
                  <a:moveTo>
                    <a:pt x="0" y="0"/>
                  </a:moveTo>
                  <a:lnTo>
                    <a:pt x="90899" y="0"/>
                  </a:lnTo>
                  <a:lnTo>
                    <a:pt x="90899" y="27599"/>
                  </a:lnTo>
                  <a:lnTo>
                    <a:pt x="0" y="27599"/>
                  </a:lnTo>
                  <a:lnTo>
                    <a:pt x="0" y="0"/>
                  </a:lnTo>
                  <a:close/>
                </a:path>
              </a:pathLst>
            </a:custGeom>
            <a:ln w="3175">
              <a:solidFill>
                <a:srgbClr val="237A94"/>
              </a:solidFill>
            </a:ln>
          </p:spPr>
          <p:txBody>
            <a:bodyPr wrap="square" lIns="0" tIns="0" rIns="0" bIns="0" rtlCol="0"/>
            <a:lstStyle/>
            <a:p>
              <a:endParaRPr sz="2400"/>
            </a:p>
          </p:txBody>
        </p:sp>
        <p:sp>
          <p:nvSpPr>
            <p:cNvPr id="48" name="object 48"/>
            <p:cNvSpPr/>
            <p:nvPr/>
          </p:nvSpPr>
          <p:spPr>
            <a:xfrm>
              <a:off x="2473798" y="1771065"/>
              <a:ext cx="91440" cy="156210"/>
            </a:xfrm>
            <a:custGeom>
              <a:avLst/>
              <a:gdLst/>
              <a:ahLst/>
              <a:cxnLst/>
              <a:rect l="l" t="t" r="r" b="b"/>
              <a:pathLst>
                <a:path w="91439" h="156210">
                  <a:moveTo>
                    <a:pt x="90899" y="155999"/>
                  </a:moveTo>
                  <a:lnTo>
                    <a:pt x="0" y="155999"/>
                  </a:lnTo>
                  <a:lnTo>
                    <a:pt x="0" y="0"/>
                  </a:lnTo>
                  <a:lnTo>
                    <a:pt x="90899" y="0"/>
                  </a:lnTo>
                  <a:lnTo>
                    <a:pt x="90899" y="155999"/>
                  </a:lnTo>
                  <a:close/>
                </a:path>
              </a:pathLst>
            </a:custGeom>
            <a:solidFill>
              <a:srgbClr val="DAF7FF"/>
            </a:solidFill>
          </p:spPr>
          <p:txBody>
            <a:bodyPr wrap="square" lIns="0" tIns="0" rIns="0" bIns="0" rtlCol="0"/>
            <a:lstStyle/>
            <a:p>
              <a:endParaRPr sz="2400"/>
            </a:p>
          </p:txBody>
        </p:sp>
        <p:sp>
          <p:nvSpPr>
            <p:cNvPr id="49" name="object 49"/>
            <p:cNvSpPr/>
            <p:nvPr/>
          </p:nvSpPr>
          <p:spPr>
            <a:xfrm>
              <a:off x="2473798" y="1771065"/>
              <a:ext cx="91440" cy="156210"/>
            </a:xfrm>
            <a:custGeom>
              <a:avLst/>
              <a:gdLst/>
              <a:ahLst/>
              <a:cxnLst/>
              <a:rect l="l" t="t" r="r" b="b"/>
              <a:pathLst>
                <a:path w="91439" h="156210">
                  <a:moveTo>
                    <a:pt x="0" y="0"/>
                  </a:moveTo>
                  <a:lnTo>
                    <a:pt x="90899" y="0"/>
                  </a:lnTo>
                  <a:lnTo>
                    <a:pt x="90899" y="155999"/>
                  </a:lnTo>
                  <a:lnTo>
                    <a:pt x="0" y="155999"/>
                  </a:lnTo>
                  <a:lnTo>
                    <a:pt x="0" y="0"/>
                  </a:lnTo>
                  <a:close/>
                </a:path>
              </a:pathLst>
            </a:custGeom>
            <a:ln w="3175">
              <a:solidFill>
                <a:srgbClr val="237A94"/>
              </a:solidFill>
            </a:ln>
          </p:spPr>
          <p:txBody>
            <a:bodyPr wrap="square" lIns="0" tIns="0" rIns="0" bIns="0" rtlCol="0"/>
            <a:lstStyle/>
            <a:p>
              <a:endParaRPr sz="2400"/>
            </a:p>
          </p:txBody>
        </p:sp>
        <p:sp>
          <p:nvSpPr>
            <p:cNvPr id="50" name="object 50"/>
            <p:cNvSpPr/>
            <p:nvPr/>
          </p:nvSpPr>
          <p:spPr>
            <a:xfrm>
              <a:off x="2587515" y="1859256"/>
              <a:ext cx="91440" cy="67945"/>
            </a:xfrm>
            <a:custGeom>
              <a:avLst/>
              <a:gdLst/>
              <a:ahLst/>
              <a:cxnLst/>
              <a:rect l="l" t="t" r="r" b="b"/>
              <a:pathLst>
                <a:path w="91439" h="67944">
                  <a:moveTo>
                    <a:pt x="90899" y="67799"/>
                  </a:moveTo>
                  <a:lnTo>
                    <a:pt x="0" y="67799"/>
                  </a:lnTo>
                  <a:lnTo>
                    <a:pt x="0" y="0"/>
                  </a:lnTo>
                  <a:lnTo>
                    <a:pt x="90899" y="0"/>
                  </a:lnTo>
                  <a:lnTo>
                    <a:pt x="90899" y="67799"/>
                  </a:lnTo>
                  <a:close/>
                </a:path>
              </a:pathLst>
            </a:custGeom>
            <a:solidFill>
              <a:srgbClr val="DAF7FF"/>
            </a:solidFill>
          </p:spPr>
          <p:txBody>
            <a:bodyPr wrap="square" lIns="0" tIns="0" rIns="0" bIns="0" rtlCol="0"/>
            <a:lstStyle/>
            <a:p>
              <a:endParaRPr sz="2400"/>
            </a:p>
          </p:txBody>
        </p:sp>
        <p:sp>
          <p:nvSpPr>
            <p:cNvPr id="51" name="object 51"/>
            <p:cNvSpPr/>
            <p:nvPr/>
          </p:nvSpPr>
          <p:spPr>
            <a:xfrm>
              <a:off x="2587515" y="1859256"/>
              <a:ext cx="91440" cy="67945"/>
            </a:xfrm>
            <a:custGeom>
              <a:avLst/>
              <a:gdLst/>
              <a:ahLst/>
              <a:cxnLst/>
              <a:rect l="l" t="t" r="r" b="b"/>
              <a:pathLst>
                <a:path w="91439" h="67944">
                  <a:moveTo>
                    <a:pt x="0" y="0"/>
                  </a:moveTo>
                  <a:lnTo>
                    <a:pt x="90899" y="0"/>
                  </a:lnTo>
                  <a:lnTo>
                    <a:pt x="90899" y="67799"/>
                  </a:lnTo>
                  <a:lnTo>
                    <a:pt x="0" y="67799"/>
                  </a:lnTo>
                  <a:lnTo>
                    <a:pt x="0" y="0"/>
                  </a:lnTo>
                  <a:close/>
                </a:path>
              </a:pathLst>
            </a:custGeom>
            <a:ln w="3175">
              <a:solidFill>
                <a:srgbClr val="237A94"/>
              </a:solidFill>
            </a:ln>
          </p:spPr>
          <p:txBody>
            <a:bodyPr wrap="square" lIns="0" tIns="0" rIns="0" bIns="0" rtlCol="0"/>
            <a:lstStyle/>
            <a:p>
              <a:endParaRPr sz="2400"/>
            </a:p>
          </p:txBody>
        </p:sp>
        <p:sp>
          <p:nvSpPr>
            <p:cNvPr id="52" name="object 52"/>
            <p:cNvSpPr/>
            <p:nvPr/>
          </p:nvSpPr>
          <p:spPr>
            <a:xfrm>
              <a:off x="2360079" y="1710350"/>
              <a:ext cx="91440" cy="217804"/>
            </a:xfrm>
            <a:custGeom>
              <a:avLst/>
              <a:gdLst/>
              <a:ahLst/>
              <a:cxnLst/>
              <a:rect l="l" t="t" r="r" b="b"/>
              <a:pathLst>
                <a:path w="91439" h="217805">
                  <a:moveTo>
                    <a:pt x="90899" y="217799"/>
                  </a:moveTo>
                  <a:lnTo>
                    <a:pt x="0" y="217799"/>
                  </a:lnTo>
                  <a:lnTo>
                    <a:pt x="0" y="0"/>
                  </a:lnTo>
                  <a:lnTo>
                    <a:pt x="90899" y="0"/>
                  </a:lnTo>
                  <a:lnTo>
                    <a:pt x="90899" y="217799"/>
                  </a:lnTo>
                  <a:close/>
                </a:path>
              </a:pathLst>
            </a:custGeom>
            <a:solidFill>
              <a:srgbClr val="DAF7FF"/>
            </a:solidFill>
          </p:spPr>
          <p:txBody>
            <a:bodyPr wrap="square" lIns="0" tIns="0" rIns="0" bIns="0" rtlCol="0"/>
            <a:lstStyle/>
            <a:p>
              <a:endParaRPr sz="2400"/>
            </a:p>
          </p:txBody>
        </p:sp>
        <p:sp>
          <p:nvSpPr>
            <p:cNvPr id="53" name="object 53"/>
            <p:cNvSpPr/>
            <p:nvPr/>
          </p:nvSpPr>
          <p:spPr>
            <a:xfrm>
              <a:off x="2360079" y="1710350"/>
              <a:ext cx="91440" cy="217804"/>
            </a:xfrm>
            <a:custGeom>
              <a:avLst/>
              <a:gdLst/>
              <a:ahLst/>
              <a:cxnLst/>
              <a:rect l="l" t="t" r="r" b="b"/>
              <a:pathLst>
                <a:path w="91439" h="217805">
                  <a:moveTo>
                    <a:pt x="0" y="0"/>
                  </a:moveTo>
                  <a:lnTo>
                    <a:pt x="90899" y="0"/>
                  </a:lnTo>
                  <a:lnTo>
                    <a:pt x="90899" y="217799"/>
                  </a:lnTo>
                  <a:lnTo>
                    <a:pt x="0" y="217799"/>
                  </a:lnTo>
                  <a:lnTo>
                    <a:pt x="0" y="0"/>
                  </a:lnTo>
                  <a:close/>
                </a:path>
              </a:pathLst>
            </a:custGeom>
            <a:ln w="3175">
              <a:solidFill>
                <a:srgbClr val="237A94"/>
              </a:solidFill>
            </a:ln>
          </p:spPr>
          <p:txBody>
            <a:bodyPr wrap="square" lIns="0" tIns="0" rIns="0" bIns="0" rtlCol="0"/>
            <a:lstStyle/>
            <a:p>
              <a:endParaRPr sz="2400"/>
            </a:p>
          </p:txBody>
        </p:sp>
        <p:sp>
          <p:nvSpPr>
            <p:cNvPr id="54" name="object 54"/>
            <p:cNvSpPr/>
            <p:nvPr/>
          </p:nvSpPr>
          <p:spPr>
            <a:xfrm>
              <a:off x="2311600" y="1929350"/>
              <a:ext cx="514984" cy="1270"/>
            </a:xfrm>
            <a:custGeom>
              <a:avLst/>
              <a:gdLst/>
              <a:ahLst/>
              <a:cxnLst/>
              <a:rect l="l" t="t" r="r" b="b"/>
              <a:pathLst>
                <a:path w="514985" h="1269">
                  <a:moveTo>
                    <a:pt x="0" y="899"/>
                  </a:moveTo>
                  <a:lnTo>
                    <a:pt x="514499" y="0"/>
                  </a:lnTo>
                </a:path>
              </a:pathLst>
            </a:custGeom>
            <a:ln w="3175">
              <a:solidFill>
                <a:srgbClr val="4285F4"/>
              </a:solidFill>
            </a:ln>
          </p:spPr>
          <p:txBody>
            <a:bodyPr wrap="square" lIns="0" tIns="0" rIns="0" bIns="0" rtlCol="0"/>
            <a:lstStyle/>
            <a:p>
              <a:endParaRPr sz="2400"/>
            </a:p>
          </p:txBody>
        </p:sp>
        <p:sp>
          <p:nvSpPr>
            <p:cNvPr id="55" name="object 55"/>
            <p:cNvSpPr/>
            <p:nvPr/>
          </p:nvSpPr>
          <p:spPr>
            <a:xfrm>
              <a:off x="3228774" y="2249628"/>
              <a:ext cx="91440" cy="17145"/>
            </a:xfrm>
            <a:custGeom>
              <a:avLst/>
              <a:gdLst/>
              <a:ahLst/>
              <a:cxnLst/>
              <a:rect l="l" t="t" r="r" b="b"/>
              <a:pathLst>
                <a:path w="91439" h="17144">
                  <a:moveTo>
                    <a:pt x="90899" y="16799"/>
                  </a:moveTo>
                  <a:lnTo>
                    <a:pt x="0" y="16799"/>
                  </a:lnTo>
                  <a:lnTo>
                    <a:pt x="0" y="0"/>
                  </a:lnTo>
                  <a:lnTo>
                    <a:pt x="90899" y="0"/>
                  </a:lnTo>
                  <a:lnTo>
                    <a:pt x="90899" y="16799"/>
                  </a:lnTo>
                  <a:close/>
                </a:path>
              </a:pathLst>
            </a:custGeom>
            <a:solidFill>
              <a:srgbClr val="DAF7FF"/>
            </a:solidFill>
          </p:spPr>
          <p:txBody>
            <a:bodyPr wrap="square" lIns="0" tIns="0" rIns="0" bIns="0" rtlCol="0"/>
            <a:lstStyle/>
            <a:p>
              <a:endParaRPr sz="2400"/>
            </a:p>
          </p:txBody>
        </p:sp>
        <p:sp>
          <p:nvSpPr>
            <p:cNvPr id="56" name="object 56"/>
            <p:cNvSpPr/>
            <p:nvPr/>
          </p:nvSpPr>
          <p:spPr>
            <a:xfrm>
              <a:off x="3228774" y="2249628"/>
              <a:ext cx="91440" cy="17145"/>
            </a:xfrm>
            <a:custGeom>
              <a:avLst/>
              <a:gdLst/>
              <a:ahLst/>
              <a:cxnLst/>
              <a:rect l="l" t="t" r="r" b="b"/>
              <a:pathLst>
                <a:path w="91439" h="17144">
                  <a:moveTo>
                    <a:pt x="0" y="0"/>
                  </a:moveTo>
                  <a:lnTo>
                    <a:pt x="90899" y="0"/>
                  </a:lnTo>
                  <a:lnTo>
                    <a:pt x="90899" y="16799"/>
                  </a:lnTo>
                  <a:lnTo>
                    <a:pt x="0" y="16799"/>
                  </a:lnTo>
                  <a:lnTo>
                    <a:pt x="0" y="0"/>
                  </a:lnTo>
                  <a:close/>
                </a:path>
              </a:pathLst>
            </a:custGeom>
            <a:ln w="3175">
              <a:solidFill>
                <a:srgbClr val="237A94"/>
              </a:solidFill>
            </a:ln>
          </p:spPr>
          <p:txBody>
            <a:bodyPr wrap="square" lIns="0" tIns="0" rIns="0" bIns="0" rtlCol="0"/>
            <a:lstStyle/>
            <a:p>
              <a:endParaRPr sz="2400"/>
            </a:p>
          </p:txBody>
        </p:sp>
        <p:sp>
          <p:nvSpPr>
            <p:cNvPr id="57" name="object 57"/>
            <p:cNvSpPr/>
            <p:nvPr/>
          </p:nvSpPr>
          <p:spPr>
            <a:xfrm>
              <a:off x="3001350" y="2223299"/>
              <a:ext cx="91440" cy="42545"/>
            </a:xfrm>
            <a:custGeom>
              <a:avLst/>
              <a:gdLst/>
              <a:ahLst/>
              <a:cxnLst/>
              <a:rect l="l" t="t" r="r" b="b"/>
              <a:pathLst>
                <a:path w="91439" h="42544">
                  <a:moveTo>
                    <a:pt x="90899" y="42299"/>
                  </a:moveTo>
                  <a:lnTo>
                    <a:pt x="0" y="42299"/>
                  </a:lnTo>
                  <a:lnTo>
                    <a:pt x="0" y="0"/>
                  </a:lnTo>
                  <a:lnTo>
                    <a:pt x="90899" y="0"/>
                  </a:lnTo>
                  <a:lnTo>
                    <a:pt x="90899" y="42299"/>
                  </a:lnTo>
                  <a:close/>
                </a:path>
              </a:pathLst>
            </a:custGeom>
            <a:solidFill>
              <a:srgbClr val="DAF7FF"/>
            </a:solidFill>
          </p:spPr>
          <p:txBody>
            <a:bodyPr wrap="square" lIns="0" tIns="0" rIns="0" bIns="0" rtlCol="0"/>
            <a:lstStyle/>
            <a:p>
              <a:endParaRPr sz="2400"/>
            </a:p>
          </p:txBody>
        </p:sp>
        <p:sp>
          <p:nvSpPr>
            <p:cNvPr id="58" name="object 58"/>
            <p:cNvSpPr/>
            <p:nvPr/>
          </p:nvSpPr>
          <p:spPr>
            <a:xfrm>
              <a:off x="3001350" y="2223299"/>
              <a:ext cx="91440" cy="42545"/>
            </a:xfrm>
            <a:custGeom>
              <a:avLst/>
              <a:gdLst/>
              <a:ahLst/>
              <a:cxnLst/>
              <a:rect l="l" t="t" r="r" b="b"/>
              <a:pathLst>
                <a:path w="91439" h="42544">
                  <a:moveTo>
                    <a:pt x="0" y="0"/>
                  </a:moveTo>
                  <a:lnTo>
                    <a:pt x="90899" y="0"/>
                  </a:lnTo>
                  <a:lnTo>
                    <a:pt x="90899" y="42299"/>
                  </a:lnTo>
                  <a:lnTo>
                    <a:pt x="0" y="42299"/>
                  </a:lnTo>
                  <a:lnTo>
                    <a:pt x="0" y="0"/>
                  </a:lnTo>
                  <a:close/>
                </a:path>
              </a:pathLst>
            </a:custGeom>
            <a:ln w="3175">
              <a:solidFill>
                <a:srgbClr val="237A94"/>
              </a:solidFill>
            </a:ln>
          </p:spPr>
          <p:txBody>
            <a:bodyPr wrap="square" lIns="0" tIns="0" rIns="0" bIns="0" rtlCol="0"/>
            <a:lstStyle/>
            <a:p>
              <a:endParaRPr sz="2400"/>
            </a:p>
          </p:txBody>
        </p:sp>
        <p:sp>
          <p:nvSpPr>
            <p:cNvPr id="59" name="object 59"/>
            <p:cNvSpPr/>
            <p:nvPr/>
          </p:nvSpPr>
          <p:spPr>
            <a:xfrm>
              <a:off x="3115075" y="2237974"/>
              <a:ext cx="91440" cy="27940"/>
            </a:xfrm>
            <a:custGeom>
              <a:avLst/>
              <a:gdLst/>
              <a:ahLst/>
              <a:cxnLst/>
              <a:rect l="l" t="t" r="r" b="b"/>
              <a:pathLst>
                <a:path w="91439" h="27939">
                  <a:moveTo>
                    <a:pt x="90899" y="27599"/>
                  </a:moveTo>
                  <a:lnTo>
                    <a:pt x="0" y="27599"/>
                  </a:lnTo>
                  <a:lnTo>
                    <a:pt x="0" y="0"/>
                  </a:lnTo>
                  <a:lnTo>
                    <a:pt x="90899" y="0"/>
                  </a:lnTo>
                  <a:lnTo>
                    <a:pt x="90899" y="27599"/>
                  </a:lnTo>
                  <a:close/>
                </a:path>
              </a:pathLst>
            </a:custGeom>
            <a:solidFill>
              <a:srgbClr val="DAF7FF"/>
            </a:solidFill>
          </p:spPr>
          <p:txBody>
            <a:bodyPr wrap="square" lIns="0" tIns="0" rIns="0" bIns="0" rtlCol="0"/>
            <a:lstStyle/>
            <a:p>
              <a:endParaRPr sz="2400"/>
            </a:p>
          </p:txBody>
        </p:sp>
        <p:sp>
          <p:nvSpPr>
            <p:cNvPr id="60" name="object 60"/>
            <p:cNvSpPr/>
            <p:nvPr/>
          </p:nvSpPr>
          <p:spPr>
            <a:xfrm>
              <a:off x="3115075" y="2237974"/>
              <a:ext cx="91440" cy="27940"/>
            </a:xfrm>
            <a:custGeom>
              <a:avLst/>
              <a:gdLst/>
              <a:ahLst/>
              <a:cxnLst/>
              <a:rect l="l" t="t" r="r" b="b"/>
              <a:pathLst>
                <a:path w="91439" h="27939">
                  <a:moveTo>
                    <a:pt x="0" y="0"/>
                  </a:moveTo>
                  <a:lnTo>
                    <a:pt x="90899" y="0"/>
                  </a:lnTo>
                  <a:lnTo>
                    <a:pt x="90899" y="27599"/>
                  </a:lnTo>
                  <a:lnTo>
                    <a:pt x="0" y="27599"/>
                  </a:lnTo>
                  <a:lnTo>
                    <a:pt x="0" y="0"/>
                  </a:lnTo>
                  <a:close/>
                </a:path>
              </a:pathLst>
            </a:custGeom>
            <a:ln w="3175">
              <a:solidFill>
                <a:srgbClr val="237A94"/>
              </a:solidFill>
            </a:ln>
          </p:spPr>
          <p:txBody>
            <a:bodyPr wrap="square" lIns="0" tIns="0" rIns="0" bIns="0" rtlCol="0"/>
            <a:lstStyle/>
            <a:p>
              <a:endParaRPr sz="2400"/>
            </a:p>
          </p:txBody>
        </p:sp>
        <p:sp>
          <p:nvSpPr>
            <p:cNvPr id="61" name="object 61"/>
            <p:cNvSpPr/>
            <p:nvPr/>
          </p:nvSpPr>
          <p:spPr>
            <a:xfrm>
              <a:off x="2887625" y="2062950"/>
              <a:ext cx="91440" cy="203835"/>
            </a:xfrm>
            <a:custGeom>
              <a:avLst/>
              <a:gdLst/>
              <a:ahLst/>
              <a:cxnLst/>
              <a:rect l="l" t="t" r="r" b="b"/>
              <a:pathLst>
                <a:path w="91439" h="203835">
                  <a:moveTo>
                    <a:pt x="90899" y="203699"/>
                  </a:moveTo>
                  <a:lnTo>
                    <a:pt x="0" y="203699"/>
                  </a:lnTo>
                  <a:lnTo>
                    <a:pt x="0" y="0"/>
                  </a:lnTo>
                  <a:lnTo>
                    <a:pt x="90899" y="0"/>
                  </a:lnTo>
                  <a:lnTo>
                    <a:pt x="90899" y="203699"/>
                  </a:lnTo>
                  <a:close/>
                </a:path>
              </a:pathLst>
            </a:custGeom>
            <a:solidFill>
              <a:srgbClr val="DAF7FF"/>
            </a:solidFill>
          </p:spPr>
          <p:txBody>
            <a:bodyPr wrap="square" lIns="0" tIns="0" rIns="0" bIns="0" rtlCol="0"/>
            <a:lstStyle/>
            <a:p>
              <a:endParaRPr sz="2400"/>
            </a:p>
          </p:txBody>
        </p:sp>
        <p:sp>
          <p:nvSpPr>
            <p:cNvPr id="62" name="object 62"/>
            <p:cNvSpPr/>
            <p:nvPr/>
          </p:nvSpPr>
          <p:spPr>
            <a:xfrm>
              <a:off x="2887625" y="2062950"/>
              <a:ext cx="91440" cy="203835"/>
            </a:xfrm>
            <a:custGeom>
              <a:avLst/>
              <a:gdLst/>
              <a:ahLst/>
              <a:cxnLst/>
              <a:rect l="l" t="t" r="r" b="b"/>
              <a:pathLst>
                <a:path w="91439" h="203835">
                  <a:moveTo>
                    <a:pt x="0" y="0"/>
                  </a:moveTo>
                  <a:lnTo>
                    <a:pt x="90899" y="0"/>
                  </a:lnTo>
                  <a:lnTo>
                    <a:pt x="90899" y="203699"/>
                  </a:lnTo>
                  <a:lnTo>
                    <a:pt x="0" y="203699"/>
                  </a:lnTo>
                  <a:lnTo>
                    <a:pt x="0" y="0"/>
                  </a:lnTo>
                  <a:close/>
                </a:path>
              </a:pathLst>
            </a:custGeom>
            <a:ln w="3175">
              <a:solidFill>
                <a:srgbClr val="237A94"/>
              </a:solidFill>
            </a:ln>
          </p:spPr>
          <p:txBody>
            <a:bodyPr wrap="square" lIns="0" tIns="0" rIns="0" bIns="0" rtlCol="0"/>
            <a:lstStyle/>
            <a:p>
              <a:endParaRPr sz="2400"/>
            </a:p>
          </p:txBody>
        </p:sp>
        <p:sp>
          <p:nvSpPr>
            <p:cNvPr id="63" name="object 63"/>
            <p:cNvSpPr/>
            <p:nvPr/>
          </p:nvSpPr>
          <p:spPr>
            <a:xfrm>
              <a:off x="2839150" y="2267875"/>
              <a:ext cx="514984" cy="1270"/>
            </a:xfrm>
            <a:custGeom>
              <a:avLst/>
              <a:gdLst/>
              <a:ahLst/>
              <a:cxnLst/>
              <a:rect l="l" t="t" r="r" b="b"/>
              <a:pathLst>
                <a:path w="514985" h="1269">
                  <a:moveTo>
                    <a:pt x="0" y="899"/>
                  </a:moveTo>
                  <a:lnTo>
                    <a:pt x="514499" y="0"/>
                  </a:lnTo>
                </a:path>
              </a:pathLst>
            </a:custGeom>
            <a:ln w="3175">
              <a:solidFill>
                <a:srgbClr val="4285F4"/>
              </a:solidFill>
            </a:ln>
          </p:spPr>
          <p:txBody>
            <a:bodyPr wrap="square" lIns="0" tIns="0" rIns="0" bIns="0" rtlCol="0"/>
            <a:lstStyle/>
            <a:p>
              <a:endParaRPr sz="2400"/>
            </a:p>
          </p:txBody>
        </p:sp>
        <p:sp>
          <p:nvSpPr>
            <p:cNvPr id="64" name="object 64"/>
            <p:cNvSpPr/>
            <p:nvPr/>
          </p:nvSpPr>
          <p:spPr>
            <a:xfrm>
              <a:off x="3732349" y="2584671"/>
              <a:ext cx="91440" cy="42545"/>
            </a:xfrm>
            <a:custGeom>
              <a:avLst/>
              <a:gdLst/>
              <a:ahLst/>
              <a:cxnLst/>
              <a:rect l="l" t="t" r="r" b="b"/>
              <a:pathLst>
                <a:path w="91439" h="42544">
                  <a:moveTo>
                    <a:pt x="90899" y="42299"/>
                  </a:moveTo>
                  <a:lnTo>
                    <a:pt x="0" y="42299"/>
                  </a:lnTo>
                  <a:lnTo>
                    <a:pt x="0" y="0"/>
                  </a:lnTo>
                  <a:lnTo>
                    <a:pt x="90899" y="0"/>
                  </a:lnTo>
                  <a:lnTo>
                    <a:pt x="90899" y="42299"/>
                  </a:lnTo>
                  <a:close/>
                </a:path>
              </a:pathLst>
            </a:custGeom>
            <a:solidFill>
              <a:srgbClr val="DAF7FF"/>
            </a:solidFill>
          </p:spPr>
          <p:txBody>
            <a:bodyPr wrap="square" lIns="0" tIns="0" rIns="0" bIns="0" rtlCol="0"/>
            <a:lstStyle/>
            <a:p>
              <a:endParaRPr sz="2400"/>
            </a:p>
          </p:txBody>
        </p:sp>
        <p:sp>
          <p:nvSpPr>
            <p:cNvPr id="65" name="object 65"/>
            <p:cNvSpPr/>
            <p:nvPr/>
          </p:nvSpPr>
          <p:spPr>
            <a:xfrm>
              <a:off x="3732349" y="2584671"/>
              <a:ext cx="91440" cy="42545"/>
            </a:xfrm>
            <a:custGeom>
              <a:avLst/>
              <a:gdLst/>
              <a:ahLst/>
              <a:cxnLst/>
              <a:rect l="l" t="t" r="r" b="b"/>
              <a:pathLst>
                <a:path w="91439" h="42544">
                  <a:moveTo>
                    <a:pt x="0" y="0"/>
                  </a:moveTo>
                  <a:lnTo>
                    <a:pt x="90899" y="0"/>
                  </a:lnTo>
                  <a:lnTo>
                    <a:pt x="90899" y="42299"/>
                  </a:lnTo>
                  <a:lnTo>
                    <a:pt x="0" y="42299"/>
                  </a:lnTo>
                  <a:lnTo>
                    <a:pt x="0" y="0"/>
                  </a:lnTo>
                  <a:close/>
                </a:path>
              </a:pathLst>
            </a:custGeom>
            <a:ln w="3175">
              <a:solidFill>
                <a:srgbClr val="237A94"/>
              </a:solidFill>
            </a:ln>
          </p:spPr>
          <p:txBody>
            <a:bodyPr wrap="square" lIns="0" tIns="0" rIns="0" bIns="0" rtlCol="0"/>
            <a:lstStyle/>
            <a:p>
              <a:endParaRPr sz="2400"/>
            </a:p>
          </p:txBody>
        </p:sp>
        <p:sp>
          <p:nvSpPr>
            <p:cNvPr id="66" name="object 66"/>
            <p:cNvSpPr/>
            <p:nvPr/>
          </p:nvSpPr>
          <p:spPr>
            <a:xfrm>
              <a:off x="3504924" y="2519371"/>
              <a:ext cx="91440" cy="107314"/>
            </a:xfrm>
            <a:custGeom>
              <a:avLst/>
              <a:gdLst/>
              <a:ahLst/>
              <a:cxnLst/>
              <a:rect l="l" t="t" r="r" b="b"/>
              <a:pathLst>
                <a:path w="91439" h="107314">
                  <a:moveTo>
                    <a:pt x="90899" y="106799"/>
                  </a:moveTo>
                  <a:lnTo>
                    <a:pt x="0" y="106799"/>
                  </a:lnTo>
                  <a:lnTo>
                    <a:pt x="0" y="0"/>
                  </a:lnTo>
                  <a:lnTo>
                    <a:pt x="90899" y="0"/>
                  </a:lnTo>
                  <a:lnTo>
                    <a:pt x="90899" y="106799"/>
                  </a:lnTo>
                  <a:close/>
                </a:path>
              </a:pathLst>
            </a:custGeom>
            <a:solidFill>
              <a:srgbClr val="DAF7FF"/>
            </a:solidFill>
          </p:spPr>
          <p:txBody>
            <a:bodyPr wrap="square" lIns="0" tIns="0" rIns="0" bIns="0" rtlCol="0"/>
            <a:lstStyle/>
            <a:p>
              <a:endParaRPr sz="2400"/>
            </a:p>
          </p:txBody>
        </p:sp>
        <p:sp>
          <p:nvSpPr>
            <p:cNvPr id="67" name="object 67"/>
            <p:cNvSpPr/>
            <p:nvPr/>
          </p:nvSpPr>
          <p:spPr>
            <a:xfrm>
              <a:off x="3504924" y="2519371"/>
              <a:ext cx="91440" cy="107314"/>
            </a:xfrm>
            <a:custGeom>
              <a:avLst/>
              <a:gdLst/>
              <a:ahLst/>
              <a:cxnLst/>
              <a:rect l="l" t="t" r="r" b="b"/>
              <a:pathLst>
                <a:path w="91439" h="107314">
                  <a:moveTo>
                    <a:pt x="0" y="0"/>
                  </a:moveTo>
                  <a:lnTo>
                    <a:pt x="90899" y="0"/>
                  </a:lnTo>
                  <a:lnTo>
                    <a:pt x="90899" y="106799"/>
                  </a:lnTo>
                  <a:lnTo>
                    <a:pt x="0" y="106799"/>
                  </a:lnTo>
                  <a:lnTo>
                    <a:pt x="0" y="0"/>
                  </a:lnTo>
                  <a:close/>
                </a:path>
              </a:pathLst>
            </a:custGeom>
            <a:ln w="3175">
              <a:solidFill>
                <a:srgbClr val="237A94"/>
              </a:solidFill>
            </a:ln>
          </p:spPr>
          <p:txBody>
            <a:bodyPr wrap="square" lIns="0" tIns="0" rIns="0" bIns="0" rtlCol="0"/>
            <a:lstStyle/>
            <a:p>
              <a:endParaRPr sz="2400"/>
            </a:p>
          </p:txBody>
        </p:sp>
        <p:sp>
          <p:nvSpPr>
            <p:cNvPr id="68" name="object 68"/>
            <p:cNvSpPr/>
            <p:nvPr/>
          </p:nvSpPr>
          <p:spPr>
            <a:xfrm>
              <a:off x="3618649" y="2532672"/>
              <a:ext cx="91440" cy="93980"/>
            </a:xfrm>
            <a:custGeom>
              <a:avLst/>
              <a:gdLst/>
              <a:ahLst/>
              <a:cxnLst/>
              <a:rect l="l" t="t" r="r" b="b"/>
              <a:pathLst>
                <a:path w="91439" h="93980">
                  <a:moveTo>
                    <a:pt x="90899" y="93599"/>
                  </a:moveTo>
                  <a:lnTo>
                    <a:pt x="0" y="93599"/>
                  </a:lnTo>
                  <a:lnTo>
                    <a:pt x="0" y="0"/>
                  </a:lnTo>
                  <a:lnTo>
                    <a:pt x="90899" y="0"/>
                  </a:lnTo>
                  <a:lnTo>
                    <a:pt x="90899" y="93599"/>
                  </a:lnTo>
                  <a:close/>
                </a:path>
              </a:pathLst>
            </a:custGeom>
            <a:solidFill>
              <a:srgbClr val="DAF7FF"/>
            </a:solidFill>
          </p:spPr>
          <p:txBody>
            <a:bodyPr wrap="square" lIns="0" tIns="0" rIns="0" bIns="0" rtlCol="0"/>
            <a:lstStyle/>
            <a:p>
              <a:endParaRPr sz="2400"/>
            </a:p>
          </p:txBody>
        </p:sp>
        <p:sp>
          <p:nvSpPr>
            <p:cNvPr id="69" name="object 69"/>
            <p:cNvSpPr/>
            <p:nvPr/>
          </p:nvSpPr>
          <p:spPr>
            <a:xfrm>
              <a:off x="3618649" y="2532672"/>
              <a:ext cx="91440" cy="93980"/>
            </a:xfrm>
            <a:custGeom>
              <a:avLst/>
              <a:gdLst/>
              <a:ahLst/>
              <a:cxnLst/>
              <a:rect l="l" t="t" r="r" b="b"/>
              <a:pathLst>
                <a:path w="91439" h="93980">
                  <a:moveTo>
                    <a:pt x="0" y="0"/>
                  </a:moveTo>
                  <a:lnTo>
                    <a:pt x="90899" y="0"/>
                  </a:lnTo>
                  <a:lnTo>
                    <a:pt x="90899" y="93599"/>
                  </a:lnTo>
                  <a:lnTo>
                    <a:pt x="0" y="93599"/>
                  </a:lnTo>
                  <a:lnTo>
                    <a:pt x="0" y="0"/>
                  </a:lnTo>
                  <a:close/>
                </a:path>
              </a:pathLst>
            </a:custGeom>
            <a:ln w="3175">
              <a:solidFill>
                <a:srgbClr val="237A94"/>
              </a:solidFill>
            </a:ln>
          </p:spPr>
          <p:txBody>
            <a:bodyPr wrap="square" lIns="0" tIns="0" rIns="0" bIns="0" rtlCol="0"/>
            <a:lstStyle/>
            <a:p>
              <a:endParaRPr sz="2400"/>
            </a:p>
          </p:txBody>
        </p:sp>
        <p:sp>
          <p:nvSpPr>
            <p:cNvPr id="70" name="object 70"/>
            <p:cNvSpPr/>
            <p:nvPr/>
          </p:nvSpPr>
          <p:spPr>
            <a:xfrm>
              <a:off x="3391200" y="2499775"/>
              <a:ext cx="91440" cy="127635"/>
            </a:xfrm>
            <a:custGeom>
              <a:avLst/>
              <a:gdLst/>
              <a:ahLst/>
              <a:cxnLst/>
              <a:rect l="l" t="t" r="r" b="b"/>
              <a:pathLst>
                <a:path w="91439" h="127635">
                  <a:moveTo>
                    <a:pt x="90899" y="127499"/>
                  </a:moveTo>
                  <a:lnTo>
                    <a:pt x="0" y="127499"/>
                  </a:lnTo>
                  <a:lnTo>
                    <a:pt x="0" y="0"/>
                  </a:lnTo>
                  <a:lnTo>
                    <a:pt x="90899" y="0"/>
                  </a:lnTo>
                  <a:lnTo>
                    <a:pt x="90899" y="127499"/>
                  </a:lnTo>
                  <a:close/>
                </a:path>
              </a:pathLst>
            </a:custGeom>
            <a:solidFill>
              <a:srgbClr val="DAF7FF"/>
            </a:solidFill>
          </p:spPr>
          <p:txBody>
            <a:bodyPr wrap="square" lIns="0" tIns="0" rIns="0" bIns="0" rtlCol="0"/>
            <a:lstStyle/>
            <a:p>
              <a:endParaRPr sz="2400"/>
            </a:p>
          </p:txBody>
        </p:sp>
        <p:sp>
          <p:nvSpPr>
            <p:cNvPr id="71" name="object 71"/>
            <p:cNvSpPr/>
            <p:nvPr/>
          </p:nvSpPr>
          <p:spPr>
            <a:xfrm>
              <a:off x="3391200" y="2499775"/>
              <a:ext cx="91440" cy="127635"/>
            </a:xfrm>
            <a:custGeom>
              <a:avLst/>
              <a:gdLst/>
              <a:ahLst/>
              <a:cxnLst/>
              <a:rect l="l" t="t" r="r" b="b"/>
              <a:pathLst>
                <a:path w="91439" h="127635">
                  <a:moveTo>
                    <a:pt x="0" y="0"/>
                  </a:moveTo>
                  <a:lnTo>
                    <a:pt x="90899" y="0"/>
                  </a:lnTo>
                  <a:lnTo>
                    <a:pt x="90899" y="127499"/>
                  </a:lnTo>
                  <a:lnTo>
                    <a:pt x="0" y="127499"/>
                  </a:lnTo>
                  <a:lnTo>
                    <a:pt x="0" y="0"/>
                  </a:lnTo>
                  <a:close/>
                </a:path>
              </a:pathLst>
            </a:custGeom>
            <a:ln w="3175">
              <a:solidFill>
                <a:srgbClr val="237A94"/>
              </a:solidFill>
            </a:ln>
          </p:spPr>
          <p:txBody>
            <a:bodyPr wrap="square" lIns="0" tIns="0" rIns="0" bIns="0" rtlCol="0"/>
            <a:lstStyle/>
            <a:p>
              <a:endParaRPr sz="2400"/>
            </a:p>
          </p:txBody>
        </p:sp>
        <p:sp>
          <p:nvSpPr>
            <p:cNvPr id="72" name="object 72"/>
            <p:cNvSpPr/>
            <p:nvPr/>
          </p:nvSpPr>
          <p:spPr>
            <a:xfrm>
              <a:off x="3342724" y="2628425"/>
              <a:ext cx="514984" cy="1270"/>
            </a:xfrm>
            <a:custGeom>
              <a:avLst/>
              <a:gdLst/>
              <a:ahLst/>
              <a:cxnLst/>
              <a:rect l="l" t="t" r="r" b="b"/>
              <a:pathLst>
                <a:path w="514985" h="1269">
                  <a:moveTo>
                    <a:pt x="0" y="899"/>
                  </a:moveTo>
                  <a:lnTo>
                    <a:pt x="514499" y="0"/>
                  </a:lnTo>
                </a:path>
              </a:pathLst>
            </a:custGeom>
            <a:ln w="3175">
              <a:solidFill>
                <a:srgbClr val="4285F4"/>
              </a:solidFill>
            </a:ln>
          </p:spPr>
          <p:txBody>
            <a:bodyPr wrap="square" lIns="0" tIns="0" rIns="0" bIns="0" rtlCol="0"/>
            <a:lstStyle/>
            <a:p>
              <a:endParaRPr sz="2400"/>
            </a:p>
          </p:txBody>
        </p:sp>
        <p:sp>
          <p:nvSpPr>
            <p:cNvPr id="73" name="object 73"/>
            <p:cNvSpPr/>
            <p:nvPr/>
          </p:nvSpPr>
          <p:spPr>
            <a:xfrm>
              <a:off x="4334187" y="2972758"/>
              <a:ext cx="91440" cy="27940"/>
            </a:xfrm>
            <a:custGeom>
              <a:avLst/>
              <a:gdLst/>
              <a:ahLst/>
              <a:cxnLst/>
              <a:rect l="l" t="t" r="r" b="b"/>
              <a:pathLst>
                <a:path w="91439" h="27939">
                  <a:moveTo>
                    <a:pt x="90899" y="27599"/>
                  </a:moveTo>
                  <a:lnTo>
                    <a:pt x="0" y="27599"/>
                  </a:lnTo>
                  <a:lnTo>
                    <a:pt x="0" y="0"/>
                  </a:lnTo>
                  <a:lnTo>
                    <a:pt x="90899" y="0"/>
                  </a:lnTo>
                  <a:lnTo>
                    <a:pt x="90899" y="27599"/>
                  </a:lnTo>
                  <a:close/>
                </a:path>
              </a:pathLst>
            </a:custGeom>
            <a:solidFill>
              <a:srgbClr val="DAF7FF"/>
            </a:solidFill>
          </p:spPr>
          <p:txBody>
            <a:bodyPr wrap="square" lIns="0" tIns="0" rIns="0" bIns="0" rtlCol="0"/>
            <a:lstStyle/>
            <a:p>
              <a:endParaRPr sz="2400"/>
            </a:p>
          </p:txBody>
        </p:sp>
        <p:sp>
          <p:nvSpPr>
            <p:cNvPr id="74" name="object 74"/>
            <p:cNvSpPr/>
            <p:nvPr/>
          </p:nvSpPr>
          <p:spPr>
            <a:xfrm>
              <a:off x="4334187" y="2972758"/>
              <a:ext cx="91440" cy="27940"/>
            </a:xfrm>
            <a:custGeom>
              <a:avLst/>
              <a:gdLst/>
              <a:ahLst/>
              <a:cxnLst/>
              <a:rect l="l" t="t" r="r" b="b"/>
              <a:pathLst>
                <a:path w="91439" h="27939">
                  <a:moveTo>
                    <a:pt x="0" y="0"/>
                  </a:moveTo>
                  <a:lnTo>
                    <a:pt x="90899" y="0"/>
                  </a:lnTo>
                  <a:lnTo>
                    <a:pt x="90899" y="27599"/>
                  </a:lnTo>
                  <a:lnTo>
                    <a:pt x="0" y="27599"/>
                  </a:lnTo>
                  <a:lnTo>
                    <a:pt x="0" y="0"/>
                  </a:lnTo>
                  <a:close/>
                </a:path>
              </a:pathLst>
            </a:custGeom>
            <a:ln w="3175">
              <a:solidFill>
                <a:srgbClr val="237A94"/>
              </a:solidFill>
            </a:ln>
          </p:spPr>
          <p:txBody>
            <a:bodyPr wrap="square" lIns="0" tIns="0" rIns="0" bIns="0" rtlCol="0"/>
            <a:lstStyle/>
            <a:p>
              <a:endParaRPr sz="2400"/>
            </a:p>
          </p:txBody>
        </p:sp>
        <p:sp>
          <p:nvSpPr>
            <p:cNvPr id="75" name="object 75"/>
            <p:cNvSpPr/>
            <p:nvPr/>
          </p:nvSpPr>
          <p:spPr>
            <a:xfrm>
              <a:off x="4106749" y="2843525"/>
              <a:ext cx="91440" cy="156210"/>
            </a:xfrm>
            <a:custGeom>
              <a:avLst/>
              <a:gdLst/>
              <a:ahLst/>
              <a:cxnLst/>
              <a:rect l="l" t="t" r="r" b="b"/>
              <a:pathLst>
                <a:path w="91439" h="156210">
                  <a:moveTo>
                    <a:pt x="90899" y="155999"/>
                  </a:moveTo>
                  <a:lnTo>
                    <a:pt x="0" y="155999"/>
                  </a:lnTo>
                  <a:lnTo>
                    <a:pt x="0" y="0"/>
                  </a:lnTo>
                  <a:lnTo>
                    <a:pt x="90899" y="0"/>
                  </a:lnTo>
                  <a:lnTo>
                    <a:pt x="90899" y="155999"/>
                  </a:lnTo>
                  <a:close/>
                </a:path>
              </a:pathLst>
            </a:custGeom>
            <a:solidFill>
              <a:srgbClr val="DAF7FF"/>
            </a:solidFill>
          </p:spPr>
          <p:txBody>
            <a:bodyPr wrap="square" lIns="0" tIns="0" rIns="0" bIns="0" rtlCol="0"/>
            <a:lstStyle/>
            <a:p>
              <a:endParaRPr sz="2400"/>
            </a:p>
          </p:txBody>
        </p:sp>
        <p:sp>
          <p:nvSpPr>
            <p:cNvPr id="76" name="object 76"/>
            <p:cNvSpPr/>
            <p:nvPr/>
          </p:nvSpPr>
          <p:spPr>
            <a:xfrm>
              <a:off x="4106749" y="2843525"/>
              <a:ext cx="91440" cy="156210"/>
            </a:xfrm>
            <a:custGeom>
              <a:avLst/>
              <a:gdLst/>
              <a:ahLst/>
              <a:cxnLst/>
              <a:rect l="l" t="t" r="r" b="b"/>
              <a:pathLst>
                <a:path w="91439" h="156210">
                  <a:moveTo>
                    <a:pt x="0" y="0"/>
                  </a:moveTo>
                  <a:lnTo>
                    <a:pt x="90899" y="0"/>
                  </a:lnTo>
                  <a:lnTo>
                    <a:pt x="90899" y="155999"/>
                  </a:lnTo>
                  <a:lnTo>
                    <a:pt x="0" y="155999"/>
                  </a:lnTo>
                  <a:lnTo>
                    <a:pt x="0" y="0"/>
                  </a:lnTo>
                  <a:close/>
                </a:path>
              </a:pathLst>
            </a:custGeom>
            <a:ln w="3175">
              <a:solidFill>
                <a:srgbClr val="237A94"/>
              </a:solidFill>
            </a:ln>
          </p:spPr>
          <p:txBody>
            <a:bodyPr wrap="square" lIns="0" tIns="0" rIns="0" bIns="0" rtlCol="0"/>
            <a:lstStyle/>
            <a:p>
              <a:endParaRPr sz="2400"/>
            </a:p>
          </p:txBody>
        </p:sp>
        <p:sp>
          <p:nvSpPr>
            <p:cNvPr id="77" name="object 77"/>
            <p:cNvSpPr/>
            <p:nvPr/>
          </p:nvSpPr>
          <p:spPr>
            <a:xfrm>
              <a:off x="4220475" y="2860317"/>
              <a:ext cx="91440" cy="139700"/>
            </a:xfrm>
            <a:custGeom>
              <a:avLst/>
              <a:gdLst/>
              <a:ahLst/>
              <a:cxnLst/>
              <a:rect l="l" t="t" r="r" b="b"/>
              <a:pathLst>
                <a:path w="91439" h="139700">
                  <a:moveTo>
                    <a:pt x="90899" y="139199"/>
                  </a:moveTo>
                  <a:lnTo>
                    <a:pt x="0" y="139199"/>
                  </a:lnTo>
                  <a:lnTo>
                    <a:pt x="0" y="0"/>
                  </a:lnTo>
                  <a:lnTo>
                    <a:pt x="90899" y="0"/>
                  </a:lnTo>
                  <a:lnTo>
                    <a:pt x="90899" y="139199"/>
                  </a:lnTo>
                  <a:close/>
                </a:path>
              </a:pathLst>
            </a:custGeom>
            <a:solidFill>
              <a:srgbClr val="DAF7FF"/>
            </a:solidFill>
          </p:spPr>
          <p:txBody>
            <a:bodyPr wrap="square" lIns="0" tIns="0" rIns="0" bIns="0" rtlCol="0"/>
            <a:lstStyle/>
            <a:p>
              <a:endParaRPr sz="2400"/>
            </a:p>
          </p:txBody>
        </p:sp>
        <p:sp>
          <p:nvSpPr>
            <p:cNvPr id="78" name="object 78"/>
            <p:cNvSpPr/>
            <p:nvPr/>
          </p:nvSpPr>
          <p:spPr>
            <a:xfrm>
              <a:off x="4220475" y="2860317"/>
              <a:ext cx="91440" cy="139700"/>
            </a:xfrm>
            <a:custGeom>
              <a:avLst/>
              <a:gdLst/>
              <a:ahLst/>
              <a:cxnLst/>
              <a:rect l="l" t="t" r="r" b="b"/>
              <a:pathLst>
                <a:path w="91439" h="139700">
                  <a:moveTo>
                    <a:pt x="0" y="0"/>
                  </a:moveTo>
                  <a:lnTo>
                    <a:pt x="90899" y="0"/>
                  </a:lnTo>
                  <a:lnTo>
                    <a:pt x="90899" y="139199"/>
                  </a:lnTo>
                  <a:lnTo>
                    <a:pt x="0" y="139199"/>
                  </a:lnTo>
                  <a:lnTo>
                    <a:pt x="0" y="0"/>
                  </a:lnTo>
                  <a:close/>
                </a:path>
              </a:pathLst>
            </a:custGeom>
            <a:ln w="3175">
              <a:solidFill>
                <a:srgbClr val="237A94"/>
              </a:solidFill>
            </a:ln>
          </p:spPr>
          <p:txBody>
            <a:bodyPr wrap="square" lIns="0" tIns="0" rIns="0" bIns="0" rtlCol="0"/>
            <a:lstStyle/>
            <a:p>
              <a:endParaRPr sz="2400"/>
            </a:p>
          </p:txBody>
        </p:sp>
        <p:sp>
          <p:nvSpPr>
            <p:cNvPr id="79" name="object 79"/>
            <p:cNvSpPr/>
            <p:nvPr/>
          </p:nvSpPr>
          <p:spPr>
            <a:xfrm>
              <a:off x="3993024" y="2796900"/>
              <a:ext cx="91440" cy="203835"/>
            </a:xfrm>
            <a:custGeom>
              <a:avLst/>
              <a:gdLst/>
              <a:ahLst/>
              <a:cxnLst/>
              <a:rect l="l" t="t" r="r" b="b"/>
              <a:pathLst>
                <a:path w="91439" h="203835">
                  <a:moveTo>
                    <a:pt x="90899" y="203699"/>
                  </a:moveTo>
                  <a:lnTo>
                    <a:pt x="0" y="203699"/>
                  </a:lnTo>
                  <a:lnTo>
                    <a:pt x="0" y="0"/>
                  </a:lnTo>
                  <a:lnTo>
                    <a:pt x="90899" y="0"/>
                  </a:lnTo>
                  <a:lnTo>
                    <a:pt x="90899" y="203699"/>
                  </a:lnTo>
                  <a:close/>
                </a:path>
              </a:pathLst>
            </a:custGeom>
            <a:solidFill>
              <a:srgbClr val="DAF7FF"/>
            </a:solidFill>
          </p:spPr>
          <p:txBody>
            <a:bodyPr wrap="square" lIns="0" tIns="0" rIns="0" bIns="0" rtlCol="0"/>
            <a:lstStyle/>
            <a:p>
              <a:endParaRPr sz="2400"/>
            </a:p>
          </p:txBody>
        </p:sp>
        <p:sp>
          <p:nvSpPr>
            <p:cNvPr id="80" name="object 80"/>
            <p:cNvSpPr/>
            <p:nvPr/>
          </p:nvSpPr>
          <p:spPr>
            <a:xfrm>
              <a:off x="3993024" y="2796900"/>
              <a:ext cx="91440" cy="203835"/>
            </a:xfrm>
            <a:custGeom>
              <a:avLst/>
              <a:gdLst/>
              <a:ahLst/>
              <a:cxnLst/>
              <a:rect l="l" t="t" r="r" b="b"/>
              <a:pathLst>
                <a:path w="91439" h="203835">
                  <a:moveTo>
                    <a:pt x="0" y="0"/>
                  </a:moveTo>
                  <a:lnTo>
                    <a:pt x="90899" y="0"/>
                  </a:lnTo>
                  <a:lnTo>
                    <a:pt x="90899" y="203699"/>
                  </a:lnTo>
                  <a:lnTo>
                    <a:pt x="0" y="203699"/>
                  </a:lnTo>
                  <a:lnTo>
                    <a:pt x="0" y="0"/>
                  </a:lnTo>
                  <a:close/>
                </a:path>
              </a:pathLst>
            </a:custGeom>
            <a:ln w="3175">
              <a:solidFill>
                <a:srgbClr val="237A94"/>
              </a:solidFill>
            </a:ln>
          </p:spPr>
          <p:txBody>
            <a:bodyPr wrap="square" lIns="0" tIns="0" rIns="0" bIns="0" rtlCol="0"/>
            <a:lstStyle/>
            <a:p>
              <a:endParaRPr sz="2400"/>
            </a:p>
          </p:txBody>
        </p:sp>
        <p:sp>
          <p:nvSpPr>
            <p:cNvPr id="81" name="object 81"/>
            <p:cNvSpPr/>
            <p:nvPr/>
          </p:nvSpPr>
          <p:spPr>
            <a:xfrm>
              <a:off x="3944550" y="3001800"/>
              <a:ext cx="514984" cy="1270"/>
            </a:xfrm>
            <a:custGeom>
              <a:avLst/>
              <a:gdLst/>
              <a:ahLst/>
              <a:cxnLst/>
              <a:rect l="l" t="t" r="r" b="b"/>
              <a:pathLst>
                <a:path w="514985" h="1269">
                  <a:moveTo>
                    <a:pt x="0" y="899"/>
                  </a:moveTo>
                  <a:lnTo>
                    <a:pt x="514499" y="0"/>
                  </a:lnTo>
                </a:path>
              </a:pathLst>
            </a:custGeom>
            <a:ln w="3175">
              <a:solidFill>
                <a:srgbClr val="4285F4"/>
              </a:solidFill>
            </a:ln>
          </p:spPr>
          <p:txBody>
            <a:bodyPr wrap="square" lIns="0" tIns="0" rIns="0" bIns="0" rtlCol="0"/>
            <a:lstStyle/>
            <a:p>
              <a:endParaRPr sz="2400"/>
            </a:p>
          </p:txBody>
        </p:sp>
        <p:sp>
          <p:nvSpPr>
            <p:cNvPr id="82" name="object 82"/>
            <p:cNvSpPr/>
            <p:nvPr/>
          </p:nvSpPr>
          <p:spPr>
            <a:xfrm>
              <a:off x="4885111" y="3339584"/>
              <a:ext cx="91440" cy="27940"/>
            </a:xfrm>
            <a:custGeom>
              <a:avLst/>
              <a:gdLst/>
              <a:ahLst/>
              <a:cxnLst/>
              <a:rect l="l" t="t" r="r" b="b"/>
              <a:pathLst>
                <a:path w="91439" h="27939">
                  <a:moveTo>
                    <a:pt x="90899" y="27599"/>
                  </a:moveTo>
                  <a:lnTo>
                    <a:pt x="0" y="27599"/>
                  </a:lnTo>
                  <a:lnTo>
                    <a:pt x="0" y="0"/>
                  </a:lnTo>
                  <a:lnTo>
                    <a:pt x="90899" y="0"/>
                  </a:lnTo>
                  <a:lnTo>
                    <a:pt x="90899" y="27599"/>
                  </a:lnTo>
                  <a:close/>
                </a:path>
              </a:pathLst>
            </a:custGeom>
            <a:solidFill>
              <a:srgbClr val="DAF7FF"/>
            </a:solidFill>
          </p:spPr>
          <p:txBody>
            <a:bodyPr wrap="square" lIns="0" tIns="0" rIns="0" bIns="0" rtlCol="0"/>
            <a:lstStyle/>
            <a:p>
              <a:endParaRPr sz="2400"/>
            </a:p>
          </p:txBody>
        </p:sp>
        <p:sp>
          <p:nvSpPr>
            <p:cNvPr id="83" name="object 83"/>
            <p:cNvSpPr/>
            <p:nvPr/>
          </p:nvSpPr>
          <p:spPr>
            <a:xfrm>
              <a:off x="4885111" y="3339584"/>
              <a:ext cx="91440" cy="27940"/>
            </a:xfrm>
            <a:custGeom>
              <a:avLst/>
              <a:gdLst/>
              <a:ahLst/>
              <a:cxnLst/>
              <a:rect l="l" t="t" r="r" b="b"/>
              <a:pathLst>
                <a:path w="91439" h="27939">
                  <a:moveTo>
                    <a:pt x="0" y="0"/>
                  </a:moveTo>
                  <a:lnTo>
                    <a:pt x="90899" y="0"/>
                  </a:lnTo>
                  <a:lnTo>
                    <a:pt x="90899" y="27599"/>
                  </a:lnTo>
                  <a:lnTo>
                    <a:pt x="0" y="27599"/>
                  </a:lnTo>
                  <a:lnTo>
                    <a:pt x="0" y="0"/>
                  </a:lnTo>
                  <a:close/>
                </a:path>
              </a:pathLst>
            </a:custGeom>
            <a:ln w="3175">
              <a:solidFill>
                <a:srgbClr val="237A94"/>
              </a:solidFill>
            </a:ln>
          </p:spPr>
          <p:txBody>
            <a:bodyPr wrap="square" lIns="0" tIns="0" rIns="0" bIns="0" rtlCol="0"/>
            <a:lstStyle/>
            <a:p>
              <a:endParaRPr sz="2400"/>
            </a:p>
          </p:txBody>
        </p:sp>
        <p:sp>
          <p:nvSpPr>
            <p:cNvPr id="84" name="object 84"/>
            <p:cNvSpPr/>
            <p:nvPr/>
          </p:nvSpPr>
          <p:spPr>
            <a:xfrm>
              <a:off x="4657675" y="3187551"/>
              <a:ext cx="91440" cy="179070"/>
            </a:xfrm>
            <a:custGeom>
              <a:avLst/>
              <a:gdLst/>
              <a:ahLst/>
              <a:cxnLst/>
              <a:rect l="l" t="t" r="r" b="b"/>
              <a:pathLst>
                <a:path w="91439" h="179070">
                  <a:moveTo>
                    <a:pt x="90899" y="178799"/>
                  </a:moveTo>
                  <a:lnTo>
                    <a:pt x="0" y="178799"/>
                  </a:lnTo>
                  <a:lnTo>
                    <a:pt x="0" y="0"/>
                  </a:lnTo>
                  <a:lnTo>
                    <a:pt x="90899" y="0"/>
                  </a:lnTo>
                  <a:lnTo>
                    <a:pt x="90899" y="178799"/>
                  </a:lnTo>
                  <a:close/>
                </a:path>
              </a:pathLst>
            </a:custGeom>
            <a:solidFill>
              <a:srgbClr val="DAF7FF"/>
            </a:solidFill>
          </p:spPr>
          <p:txBody>
            <a:bodyPr wrap="square" lIns="0" tIns="0" rIns="0" bIns="0" rtlCol="0"/>
            <a:lstStyle/>
            <a:p>
              <a:endParaRPr sz="2400"/>
            </a:p>
          </p:txBody>
        </p:sp>
        <p:sp>
          <p:nvSpPr>
            <p:cNvPr id="85" name="object 85"/>
            <p:cNvSpPr/>
            <p:nvPr/>
          </p:nvSpPr>
          <p:spPr>
            <a:xfrm>
              <a:off x="4657675" y="3187551"/>
              <a:ext cx="91440" cy="179070"/>
            </a:xfrm>
            <a:custGeom>
              <a:avLst/>
              <a:gdLst/>
              <a:ahLst/>
              <a:cxnLst/>
              <a:rect l="l" t="t" r="r" b="b"/>
              <a:pathLst>
                <a:path w="91439" h="179070">
                  <a:moveTo>
                    <a:pt x="0" y="0"/>
                  </a:moveTo>
                  <a:lnTo>
                    <a:pt x="90899" y="0"/>
                  </a:lnTo>
                  <a:lnTo>
                    <a:pt x="90899" y="178799"/>
                  </a:lnTo>
                  <a:lnTo>
                    <a:pt x="0" y="178799"/>
                  </a:lnTo>
                  <a:lnTo>
                    <a:pt x="0" y="0"/>
                  </a:lnTo>
                  <a:close/>
                </a:path>
              </a:pathLst>
            </a:custGeom>
            <a:ln w="3175">
              <a:solidFill>
                <a:srgbClr val="237A94"/>
              </a:solidFill>
            </a:ln>
          </p:spPr>
          <p:txBody>
            <a:bodyPr wrap="square" lIns="0" tIns="0" rIns="0" bIns="0" rtlCol="0"/>
            <a:lstStyle/>
            <a:p>
              <a:endParaRPr sz="2400"/>
            </a:p>
          </p:txBody>
        </p:sp>
        <p:sp>
          <p:nvSpPr>
            <p:cNvPr id="86" name="object 86"/>
            <p:cNvSpPr/>
            <p:nvPr/>
          </p:nvSpPr>
          <p:spPr>
            <a:xfrm>
              <a:off x="4771399" y="3338728"/>
              <a:ext cx="91440" cy="27940"/>
            </a:xfrm>
            <a:custGeom>
              <a:avLst/>
              <a:gdLst/>
              <a:ahLst/>
              <a:cxnLst/>
              <a:rect l="l" t="t" r="r" b="b"/>
              <a:pathLst>
                <a:path w="91439" h="27939">
                  <a:moveTo>
                    <a:pt x="90899" y="27599"/>
                  </a:moveTo>
                  <a:lnTo>
                    <a:pt x="0" y="27599"/>
                  </a:lnTo>
                  <a:lnTo>
                    <a:pt x="0" y="0"/>
                  </a:lnTo>
                  <a:lnTo>
                    <a:pt x="90899" y="0"/>
                  </a:lnTo>
                  <a:lnTo>
                    <a:pt x="90899" y="27599"/>
                  </a:lnTo>
                  <a:close/>
                </a:path>
              </a:pathLst>
            </a:custGeom>
            <a:solidFill>
              <a:srgbClr val="DAF7FF"/>
            </a:solidFill>
          </p:spPr>
          <p:txBody>
            <a:bodyPr wrap="square" lIns="0" tIns="0" rIns="0" bIns="0" rtlCol="0"/>
            <a:lstStyle/>
            <a:p>
              <a:endParaRPr sz="2400"/>
            </a:p>
          </p:txBody>
        </p:sp>
        <p:sp>
          <p:nvSpPr>
            <p:cNvPr id="87" name="object 87"/>
            <p:cNvSpPr/>
            <p:nvPr/>
          </p:nvSpPr>
          <p:spPr>
            <a:xfrm>
              <a:off x="4771399" y="3338728"/>
              <a:ext cx="91440" cy="27940"/>
            </a:xfrm>
            <a:custGeom>
              <a:avLst/>
              <a:gdLst/>
              <a:ahLst/>
              <a:cxnLst/>
              <a:rect l="l" t="t" r="r" b="b"/>
              <a:pathLst>
                <a:path w="91439" h="27939">
                  <a:moveTo>
                    <a:pt x="0" y="0"/>
                  </a:moveTo>
                  <a:lnTo>
                    <a:pt x="90899" y="0"/>
                  </a:lnTo>
                  <a:lnTo>
                    <a:pt x="90899" y="27599"/>
                  </a:lnTo>
                  <a:lnTo>
                    <a:pt x="0" y="27599"/>
                  </a:lnTo>
                  <a:lnTo>
                    <a:pt x="0" y="0"/>
                  </a:lnTo>
                  <a:close/>
                </a:path>
              </a:pathLst>
            </a:custGeom>
            <a:ln w="3175">
              <a:solidFill>
                <a:srgbClr val="237A94"/>
              </a:solidFill>
            </a:ln>
          </p:spPr>
          <p:txBody>
            <a:bodyPr wrap="square" lIns="0" tIns="0" rIns="0" bIns="0" rtlCol="0"/>
            <a:lstStyle/>
            <a:p>
              <a:endParaRPr sz="2400"/>
            </a:p>
          </p:txBody>
        </p:sp>
        <p:sp>
          <p:nvSpPr>
            <p:cNvPr id="88" name="object 88"/>
            <p:cNvSpPr/>
            <p:nvPr/>
          </p:nvSpPr>
          <p:spPr>
            <a:xfrm>
              <a:off x="4543954" y="3149625"/>
              <a:ext cx="91440" cy="217804"/>
            </a:xfrm>
            <a:custGeom>
              <a:avLst/>
              <a:gdLst/>
              <a:ahLst/>
              <a:cxnLst/>
              <a:rect l="l" t="t" r="r" b="b"/>
              <a:pathLst>
                <a:path w="91439" h="217804">
                  <a:moveTo>
                    <a:pt x="90899" y="217799"/>
                  </a:moveTo>
                  <a:lnTo>
                    <a:pt x="0" y="217799"/>
                  </a:lnTo>
                  <a:lnTo>
                    <a:pt x="0" y="0"/>
                  </a:lnTo>
                  <a:lnTo>
                    <a:pt x="90899" y="0"/>
                  </a:lnTo>
                  <a:lnTo>
                    <a:pt x="90899" y="217799"/>
                  </a:lnTo>
                  <a:close/>
                </a:path>
              </a:pathLst>
            </a:custGeom>
            <a:solidFill>
              <a:srgbClr val="DAF7FF"/>
            </a:solidFill>
          </p:spPr>
          <p:txBody>
            <a:bodyPr wrap="square" lIns="0" tIns="0" rIns="0" bIns="0" rtlCol="0"/>
            <a:lstStyle/>
            <a:p>
              <a:endParaRPr sz="2400"/>
            </a:p>
          </p:txBody>
        </p:sp>
        <p:sp>
          <p:nvSpPr>
            <p:cNvPr id="89" name="object 89"/>
            <p:cNvSpPr/>
            <p:nvPr/>
          </p:nvSpPr>
          <p:spPr>
            <a:xfrm>
              <a:off x="4543954" y="3149625"/>
              <a:ext cx="91440" cy="217804"/>
            </a:xfrm>
            <a:custGeom>
              <a:avLst/>
              <a:gdLst/>
              <a:ahLst/>
              <a:cxnLst/>
              <a:rect l="l" t="t" r="r" b="b"/>
              <a:pathLst>
                <a:path w="91439" h="217804">
                  <a:moveTo>
                    <a:pt x="0" y="0"/>
                  </a:moveTo>
                  <a:lnTo>
                    <a:pt x="90899" y="0"/>
                  </a:lnTo>
                  <a:lnTo>
                    <a:pt x="90899" y="217799"/>
                  </a:lnTo>
                  <a:lnTo>
                    <a:pt x="0" y="217799"/>
                  </a:lnTo>
                  <a:lnTo>
                    <a:pt x="0" y="0"/>
                  </a:lnTo>
                  <a:close/>
                </a:path>
              </a:pathLst>
            </a:custGeom>
            <a:ln w="3175">
              <a:solidFill>
                <a:srgbClr val="237A94"/>
              </a:solidFill>
            </a:ln>
          </p:spPr>
          <p:txBody>
            <a:bodyPr wrap="square" lIns="0" tIns="0" rIns="0" bIns="0" rtlCol="0"/>
            <a:lstStyle/>
            <a:p>
              <a:endParaRPr sz="2400"/>
            </a:p>
          </p:txBody>
        </p:sp>
        <p:sp>
          <p:nvSpPr>
            <p:cNvPr id="90" name="object 90"/>
            <p:cNvSpPr/>
            <p:nvPr/>
          </p:nvSpPr>
          <p:spPr>
            <a:xfrm>
              <a:off x="4495474" y="3368625"/>
              <a:ext cx="514984" cy="1270"/>
            </a:xfrm>
            <a:custGeom>
              <a:avLst/>
              <a:gdLst/>
              <a:ahLst/>
              <a:cxnLst/>
              <a:rect l="l" t="t" r="r" b="b"/>
              <a:pathLst>
                <a:path w="514985" h="1270">
                  <a:moveTo>
                    <a:pt x="0" y="899"/>
                  </a:moveTo>
                  <a:lnTo>
                    <a:pt x="514499" y="0"/>
                  </a:lnTo>
                </a:path>
              </a:pathLst>
            </a:custGeom>
            <a:ln w="3175">
              <a:solidFill>
                <a:srgbClr val="4285F4"/>
              </a:solidFill>
            </a:ln>
          </p:spPr>
          <p:txBody>
            <a:bodyPr wrap="square" lIns="0" tIns="0" rIns="0" bIns="0" rtlCol="0"/>
            <a:lstStyle/>
            <a:p>
              <a:endParaRPr sz="2400"/>
            </a:p>
          </p:txBody>
        </p:sp>
        <p:sp>
          <p:nvSpPr>
            <p:cNvPr id="91" name="object 91"/>
            <p:cNvSpPr/>
            <p:nvPr/>
          </p:nvSpPr>
          <p:spPr>
            <a:xfrm>
              <a:off x="3259012" y="1900308"/>
              <a:ext cx="91440" cy="27940"/>
            </a:xfrm>
            <a:custGeom>
              <a:avLst/>
              <a:gdLst/>
              <a:ahLst/>
              <a:cxnLst/>
              <a:rect l="l" t="t" r="r" b="b"/>
              <a:pathLst>
                <a:path w="91439" h="27939">
                  <a:moveTo>
                    <a:pt x="90899" y="27599"/>
                  </a:moveTo>
                  <a:lnTo>
                    <a:pt x="0" y="27599"/>
                  </a:lnTo>
                  <a:lnTo>
                    <a:pt x="0" y="0"/>
                  </a:lnTo>
                  <a:lnTo>
                    <a:pt x="90899" y="0"/>
                  </a:lnTo>
                  <a:lnTo>
                    <a:pt x="90899" y="27599"/>
                  </a:lnTo>
                  <a:close/>
                </a:path>
              </a:pathLst>
            </a:custGeom>
            <a:solidFill>
              <a:srgbClr val="E3C1E1"/>
            </a:solidFill>
          </p:spPr>
          <p:txBody>
            <a:bodyPr wrap="square" lIns="0" tIns="0" rIns="0" bIns="0" rtlCol="0"/>
            <a:lstStyle/>
            <a:p>
              <a:endParaRPr sz="2400"/>
            </a:p>
          </p:txBody>
        </p:sp>
        <p:sp>
          <p:nvSpPr>
            <p:cNvPr id="92" name="object 92"/>
            <p:cNvSpPr/>
            <p:nvPr/>
          </p:nvSpPr>
          <p:spPr>
            <a:xfrm>
              <a:off x="3259012" y="1900308"/>
              <a:ext cx="91440" cy="27940"/>
            </a:xfrm>
            <a:custGeom>
              <a:avLst/>
              <a:gdLst/>
              <a:ahLst/>
              <a:cxnLst/>
              <a:rect l="l" t="t" r="r" b="b"/>
              <a:pathLst>
                <a:path w="91439" h="27939">
                  <a:moveTo>
                    <a:pt x="0" y="0"/>
                  </a:moveTo>
                  <a:lnTo>
                    <a:pt x="90899" y="0"/>
                  </a:lnTo>
                  <a:lnTo>
                    <a:pt x="90899" y="27599"/>
                  </a:lnTo>
                  <a:lnTo>
                    <a:pt x="0" y="27599"/>
                  </a:lnTo>
                  <a:lnTo>
                    <a:pt x="0" y="0"/>
                  </a:lnTo>
                  <a:close/>
                </a:path>
              </a:pathLst>
            </a:custGeom>
            <a:ln w="3175">
              <a:solidFill>
                <a:srgbClr val="965AC8"/>
              </a:solidFill>
            </a:ln>
          </p:spPr>
          <p:txBody>
            <a:bodyPr wrap="square" lIns="0" tIns="0" rIns="0" bIns="0" rtlCol="0"/>
            <a:lstStyle/>
            <a:p>
              <a:endParaRPr sz="2400"/>
            </a:p>
          </p:txBody>
        </p:sp>
        <p:sp>
          <p:nvSpPr>
            <p:cNvPr id="93" name="object 93"/>
            <p:cNvSpPr/>
            <p:nvPr/>
          </p:nvSpPr>
          <p:spPr>
            <a:xfrm>
              <a:off x="3031574" y="1806474"/>
              <a:ext cx="91440" cy="120650"/>
            </a:xfrm>
            <a:custGeom>
              <a:avLst/>
              <a:gdLst/>
              <a:ahLst/>
              <a:cxnLst/>
              <a:rect l="l" t="t" r="r" b="b"/>
              <a:pathLst>
                <a:path w="91439" h="120650">
                  <a:moveTo>
                    <a:pt x="90899" y="120599"/>
                  </a:moveTo>
                  <a:lnTo>
                    <a:pt x="0" y="120599"/>
                  </a:lnTo>
                  <a:lnTo>
                    <a:pt x="0" y="0"/>
                  </a:lnTo>
                  <a:lnTo>
                    <a:pt x="90899" y="0"/>
                  </a:lnTo>
                  <a:lnTo>
                    <a:pt x="90899" y="120599"/>
                  </a:lnTo>
                  <a:close/>
                </a:path>
              </a:pathLst>
            </a:custGeom>
            <a:solidFill>
              <a:srgbClr val="E3C1E1"/>
            </a:solidFill>
          </p:spPr>
          <p:txBody>
            <a:bodyPr wrap="square" lIns="0" tIns="0" rIns="0" bIns="0" rtlCol="0"/>
            <a:lstStyle/>
            <a:p>
              <a:endParaRPr sz="2400"/>
            </a:p>
          </p:txBody>
        </p:sp>
        <p:sp>
          <p:nvSpPr>
            <p:cNvPr id="94" name="object 94"/>
            <p:cNvSpPr/>
            <p:nvPr/>
          </p:nvSpPr>
          <p:spPr>
            <a:xfrm>
              <a:off x="3031574" y="1806474"/>
              <a:ext cx="91440" cy="120650"/>
            </a:xfrm>
            <a:custGeom>
              <a:avLst/>
              <a:gdLst/>
              <a:ahLst/>
              <a:cxnLst/>
              <a:rect l="l" t="t" r="r" b="b"/>
              <a:pathLst>
                <a:path w="91439" h="120650">
                  <a:moveTo>
                    <a:pt x="0" y="0"/>
                  </a:moveTo>
                  <a:lnTo>
                    <a:pt x="90899" y="0"/>
                  </a:lnTo>
                  <a:lnTo>
                    <a:pt x="90899" y="120599"/>
                  </a:lnTo>
                  <a:lnTo>
                    <a:pt x="0" y="120599"/>
                  </a:lnTo>
                  <a:lnTo>
                    <a:pt x="0" y="0"/>
                  </a:lnTo>
                  <a:close/>
                </a:path>
              </a:pathLst>
            </a:custGeom>
            <a:ln w="3175">
              <a:solidFill>
                <a:srgbClr val="965AC8"/>
              </a:solidFill>
            </a:ln>
          </p:spPr>
          <p:txBody>
            <a:bodyPr wrap="square" lIns="0" tIns="0" rIns="0" bIns="0" rtlCol="0"/>
            <a:lstStyle/>
            <a:p>
              <a:endParaRPr sz="2400"/>
            </a:p>
          </p:txBody>
        </p:sp>
        <p:sp>
          <p:nvSpPr>
            <p:cNvPr id="95" name="object 95"/>
            <p:cNvSpPr/>
            <p:nvPr/>
          </p:nvSpPr>
          <p:spPr>
            <a:xfrm>
              <a:off x="3145299" y="1877351"/>
              <a:ext cx="91440" cy="50165"/>
            </a:xfrm>
            <a:custGeom>
              <a:avLst/>
              <a:gdLst/>
              <a:ahLst/>
              <a:cxnLst/>
              <a:rect l="l" t="t" r="r" b="b"/>
              <a:pathLst>
                <a:path w="91439" h="50164">
                  <a:moveTo>
                    <a:pt x="90899" y="49799"/>
                  </a:moveTo>
                  <a:lnTo>
                    <a:pt x="0" y="49799"/>
                  </a:lnTo>
                  <a:lnTo>
                    <a:pt x="0" y="0"/>
                  </a:lnTo>
                  <a:lnTo>
                    <a:pt x="90899" y="0"/>
                  </a:lnTo>
                  <a:lnTo>
                    <a:pt x="90899" y="49799"/>
                  </a:lnTo>
                  <a:close/>
                </a:path>
              </a:pathLst>
            </a:custGeom>
            <a:solidFill>
              <a:srgbClr val="E3C1E1"/>
            </a:solidFill>
          </p:spPr>
          <p:txBody>
            <a:bodyPr wrap="square" lIns="0" tIns="0" rIns="0" bIns="0" rtlCol="0"/>
            <a:lstStyle/>
            <a:p>
              <a:endParaRPr sz="2400"/>
            </a:p>
          </p:txBody>
        </p:sp>
        <p:sp>
          <p:nvSpPr>
            <p:cNvPr id="96" name="object 96"/>
            <p:cNvSpPr/>
            <p:nvPr/>
          </p:nvSpPr>
          <p:spPr>
            <a:xfrm>
              <a:off x="3145299" y="1877351"/>
              <a:ext cx="91440" cy="50165"/>
            </a:xfrm>
            <a:custGeom>
              <a:avLst/>
              <a:gdLst/>
              <a:ahLst/>
              <a:cxnLst/>
              <a:rect l="l" t="t" r="r" b="b"/>
              <a:pathLst>
                <a:path w="91439" h="50164">
                  <a:moveTo>
                    <a:pt x="0" y="0"/>
                  </a:moveTo>
                  <a:lnTo>
                    <a:pt x="90899" y="0"/>
                  </a:lnTo>
                  <a:lnTo>
                    <a:pt x="90899" y="49799"/>
                  </a:lnTo>
                  <a:lnTo>
                    <a:pt x="0" y="49799"/>
                  </a:lnTo>
                  <a:lnTo>
                    <a:pt x="0" y="0"/>
                  </a:lnTo>
                  <a:close/>
                </a:path>
              </a:pathLst>
            </a:custGeom>
            <a:ln w="3175">
              <a:solidFill>
                <a:srgbClr val="965AC8"/>
              </a:solidFill>
            </a:ln>
          </p:spPr>
          <p:txBody>
            <a:bodyPr wrap="square" lIns="0" tIns="0" rIns="0" bIns="0" rtlCol="0"/>
            <a:lstStyle/>
            <a:p>
              <a:endParaRPr sz="2400"/>
            </a:p>
          </p:txBody>
        </p:sp>
        <p:sp>
          <p:nvSpPr>
            <p:cNvPr id="97" name="object 97"/>
            <p:cNvSpPr/>
            <p:nvPr/>
          </p:nvSpPr>
          <p:spPr>
            <a:xfrm>
              <a:off x="2917849" y="1722325"/>
              <a:ext cx="91440" cy="206375"/>
            </a:xfrm>
            <a:custGeom>
              <a:avLst/>
              <a:gdLst/>
              <a:ahLst/>
              <a:cxnLst/>
              <a:rect l="l" t="t" r="r" b="b"/>
              <a:pathLst>
                <a:path w="91439" h="206375">
                  <a:moveTo>
                    <a:pt x="90899" y="205799"/>
                  </a:moveTo>
                  <a:lnTo>
                    <a:pt x="0" y="205799"/>
                  </a:lnTo>
                  <a:lnTo>
                    <a:pt x="0" y="0"/>
                  </a:lnTo>
                  <a:lnTo>
                    <a:pt x="90899" y="0"/>
                  </a:lnTo>
                  <a:lnTo>
                    <a:pt x="90899" y="205799"/>
                  </a:lnTo>
                  <a:close/>
                </a:path>
              </a:pathLst>
            </a:custGeom>
            <a:solidFill>
              <a:srgbClr val="E3C1E1"/>
            </a:solidFill>
          </p:spPr>
          <p:txBody>
            <a:bodyPr wrap="square" lIns="0" tIns="0" rIns="0" bIns="0" rtlCol="0"/>
            <a:lstStyle/>
            <a:p>
              <a:endParaRPr sz="2400"/>
            </a:p>
          </p:txBody>
        </p:sp>
        <p:sp>
          <p:nvSpPr>
            <p:cNvPr id="98" name="object 98"/>
            <p:cNvSpPr/>
            <p:nvPr/>
          </p:nvSpPr>
          <p:spPr>
            <a:xfrm>
              <a:off x="2917849" y="1722325"/>
              <a:ext cx="91440" cy="206375"/>
            </a:xfrm>
            <a:custGeom>
              <a:avLst/>
              <a:gdLst/>
              <a:ahLst/>
              <a:cxnLst/>
              <a:rect l="l" t="t" r="r" b="b"/>
              <a:pathLst>
                <a:path w="91439" h="206375">
                  <a:moveTo>
                    <a:pt x="0" y="0"/>
                  </a:moveTo>
                  <a:lnTo>
                    <a:pt x="90899" y="0"/>
                  </a:lnTo>
                  <a:lnTo>
                    <a:pt x="90899" y="205799"/>
                  </a:lnTo>
                  <a:lnTo>
                    <a:pt x="0" y="205799"/>
                  </a:lnTo>
                  <a:lnTo>
                    <a:pt x="0" y="0"/>
                  </a:lnTo>
                  <a:close/>
                </a:path>
              </a:pathLst>
            </a:custGeom>
            <a:ln w="3175">
              <a:solidFill>
                <a:srgbClr val="965AC8"/>
              </a:solidFill>
            </a:ln>
          </p:spPr>
          <p:txBody>
            <a:bodyPr wrap="square" lIns="0" tIns="0" rIns="0" bIns="0" rtlCol="0"/>
            <a:lstStyle/>
            <a:p>
              <a:endParaRPr sz="2400"/>
            </a:p>
          </p:txBody>
        </p:sp>
        <p:sp>
          <p:nvSpPr>
            <p:cNvPr id="99" name="object 99"/>
            <p:cNvSpPr/>
            <p:nvPr/>
          </p:nvSpPr>
          <p:spPr>
            <a:xfrm>
              <a:off x="2869374" y="1929350"/>
              <a:ext cx="514984" cy="1270"/>
            </a:xfrm>
            <a:custGeom>
              <a:avLst/>
              <a:gdLst/>
              <a:ahLst/>
              <a:cxnLst/>
              <a:rect l="l" t="t" r="r" b="b"/>
              <a:pathLst>
                <a:path w="514985" h="1269">
                  <a:moveTo>
                    <a:pt x="0" y="899"/>
                  </a:moveTo>
                  <a:lnTo>
                    <a:pt x="514499" y="0"/>
                  </a:lnTo>
                </a:path>
              </a:pathLst>
            </a:custGeom>
            <a:ln w="3175">
              <a:solidFill>
                <a:srgbClr val="4285F4"/>
              </a:solidFill>
            </a:ln>
          </p:spPr>
          <p:txBody>
            <a:bodyPr wrap="square" lIns="0" tIns="0" rIns="0" bIns="0" rtlCol="0"/>
            <a:lstStyle/>
            <a:p>
              <a:endParaRPr sz="2400"/>
            </a:p>
          </p:txBody>
        </p:sp>
        <p:sp>
          <p:nvSpPr>
            <p:cNvPr id="100" name="object 100"/>
            <p:cNvSpPr/>
            <p:nvPr/>
          </p:nvSpPr>
          <p:spPr>
            <a:xfrm>
              <a:off x="3773512" y="2239883"/>
              <a:ext cx="91440" cy="27940"/>
            </a:xfrm>
            <a:custGeom>
              <a:avLst/>
              <a:gdLst/>
              <a:ahLst/>
              <a:cxnLst/>
              <a:rect l="l" t="t" r="r" b="b"/>
              <a:pathLst>
                <a:path w="91439" h="27939">
                  <a:moveTo>
                    <a:pt x="90899" y="27599"/>
                  </a:moveTo>
                  <a:lnTo>
                    <a:pt x="0" y="27599"/>
                  </a:lnTo>
                  <a:lnTo>
                    <a:pt x="0" y="0"/>
                  </a:lnTo>
                  <a:lnTo>
                    <a:pt x="90899" y="0"/>
                  </a:lnTo>
                  <a:lnTo>
                    <a:pt x="90899" y="27599"/>
                  </a:lnTo>
                  <a:close/>
                </a:path>
              </a:pathLst>
            </a:custGeom>
            <a:solidFill>
              <a:srgbClr val="E3C1E1"/>
            </a:solidFill>
          </p:spPr>
          <p:txBody>
            <a:bodyPr wrap="square" lIns="0" tIns="0" rIns="0" bIns="0" rtlCol="0"/>
            <a:lstStyle/>
            <a:p>
              <a:endParaRPr sz="2400"/>
            </a:p>
          </p:txBody>
        </p:sp>
        <p:sp>
          <p:nvSpPr>
            <p:cNvPr id="101" name="object 101"/>
            <p:cNvSpPr/>
            <p:nvPr/>
          </p:nvSpPr>
          <p:spPr>
            <a:xfrm>
              <a:off x="3773512" y="2239883"/>
              <a:ext cx="91440" cy="27940"/>
            </a:xfrm>
            <a:custGeom>
              <a:avLst/>
              <a:gdLst/>
              <a:ahLst/>
              <a:cxnLst/>
              <a:rect l="l" t="t" r="r" b="b"/>
              <a:pathLst>
                <a:path w="91439" h="27939">
                  <a:moveTo>
                    <a:pt x="0" y="0"/>
                  </a:moveTo>
                  <a:lnTo>
                    <a:pt x="90899" y="0"/>
                  </a:lnTo>
                  <a:lnTo>
                    <a:pt x="90899" y="27599"/>
                  </a:lnTo>
                  <a:lnTo>
                    <a:pt x="0" y="27599"/>
                  </a:lnTo>
                  <a:lnTo>
                    <a:pt x="0" y="0"/>
                  </a:lnTo>
                  <a:close/>
                </a:path>
              </a:pathLst>
            </a:custGeom>
            <a:ln w="3175">
              <a:solidFill>
                <a:srgbClr val="965AC8"/>
              </a:solidFill>
            </a:ln>
          </p:spPr>
          <p:txBody>
            <a:bodyPr wrap="square" lIns="0" tIns="0" rIns="0" bIns="0" rtlCol="0"/>
            <a:lstStyle/>
            <a:p>
              <a:endParaRPr sz="2400"/>
            </a:p>
          </p:txBody>
        </p:sp>
        <p:sp>
          <p:nvSpPr>
            <p:cNvPr id="102" name="object 102"/>
            <p:cNvSpPr/>
            <p:nvPr/>
          </p:nvSpPr>
          <p:spPr>
            <a:xfrm>
              <a:off x="3546074" y="2146049"/>
              <a:ext cx="91440" cy="120650"/>
            </a:xfrm>
            <a:custGeom>
              <a:avLst/>
              <a:gdLst/>
              <a:ahLst/>
              <a:cxnLst/>
              <a:rect l="l" t="t" r="r" b="b"/>
              <a:pathLst>
                <a:path w="91439" h="120650">
                  <a:moveTo>
                    <a:pt x="90899" y="120599"/>
                  </a:moveTo>
                  <a:lnTo>
                    <a:pt x="0" y="120599"/>
                  </a:lnTo>
                  <a:lnTo>
                    <a:pt x="0" y="0"/>
                  </a:lnTo>
                  <a:lnTo>
                    <a:pt x="90899" y="0"/>
                  </a:lnTo>
                  <a:lnTo>
                    <a:pt x="90899" y="120599"/>
                  </a:lnTo>
                  <a:close/>
                </a:path>
              </a:pathLst>
            </a:custGeom>
            <a:solidFill>
              <a:srgbClr val="E3C1E1"/>
            </a:solidFill>
          </p:spPr>
          <p:txBody>
            <a:bodyPr wrap="square" lIns="0" tIns="0" rIns="0" bIns="0" rtlCol="0"/>
            <a:lstStyle/>
            <a:p>
              <a:endParaRPr sz="2400"/>
            </a:p>
          </p:txBody>
        </p:sp>
        <p:sp>
          <p:nvSpPr>
            <p:cNvPr id="103" name="object 103"/>
            <p:cNvSpPr/>
            <p:nvPr/>
          </p:nvSpPr>
          <p:spPr>
            <a:xfrm>
              <a:off x="3546074" y="2146049"/>
              <a:ext cx="91440" cy="120650"/>
            </a:xfrm>
            <a:custGeom>
              <a:avLst/>
              <a:gdLst/>
              <a:ahLst/>
              <a:cxnLst/>
              <a:rect l="l" t="t" r="r" b="b"/>
              <a:pathLst>
                <a:path w="91439" h="120650">
                  <a:moveTo>
                    <a:pt x="0" y="0"/>
                  </a:moveTo>
                  <a:lnTo>
                    <a:pt x="90899" y="0"/>
                  </a:lnTo>
                  <a:lnTo>
                    <a:pt x="90899" y="120599"/>
                  </a:lnTo>
                  <a:lnTo>
                    <a:pt x="0" y="120599"/>
                  </a:lnTo>
                  <a:lnTo>
                    <a:pt x="0" y="0"/>
                  </a:lnTo>
                  <a:close/>
                </a:path>
              </a:pathLst>
            </a:custGeom>
            <a:ln w="3175">
              <a:solidFill>
                <a:srgbClr val="965AC8"/>
              </a:solidFill>
            </a:ln>
          </p:spPr>
          <p:txBody>
            <a:bodyPr wrap="square" lIns="0" tIns="0" rIns="0" bIns="0" rtlCol="0"/>
            <a:lstStyle/>
            <a:p>
              <a:endParaRPr sz="2400"/>
            </a:p>
          </p:txBody>
        </p:sp>
        <p:sp>
          <p:nvSpPr>
            <p:cNvPr id="104" name="object 104"/>
            <p:cNvSpPr/>
            <p:nvPr/>
          </p:nvSpPr>
          <p:spPr>
            <a:xfrm>
              <a:off x="3659799" y="2216926"/>
              <a:ext cx="91440" cy="50165"/>
            </a:xfrm>
            <a:custGeom>
              <a:avLst/>
              <a:gdLst/>
              <a:ahLst/>
              <a:cxnLst/>
              <a:rect l="l" t="t" r="r" b="b"/>
              <a:pathLst>
                <a:path w="91439" h="50164">
                  <a:moveTo>
                    <a:pt x="90899" y="49799"/>
                  </a:moveTo>
                  <a:lnTo>
                    <a:pt x="0" y="49799"/>
                  </a:lnTo>
                  <a:lnTo>
                    <a:pt x="0" y="0"/>
                  </a:lnTo>
                  <a:lnTo>
                    <a:pt x="90899" y="0"/>
                  </a:lnTo>
                  <a:lnTo>
                    <a:pt x="90899" y="49799"/>
                  </a:lnTo>
                  <a:close/>
                </a:path>
              </a:pathLst>
            </a:custGeom>
            <a:solidFill>
              <a:srgbClr val="E3C1E1"/>
            </a:solidFill>
          </p:spPr>
          <p:txBody>
            <a:bodyPr wrap="square" lIns="0" tIns="0" rIns="0" bIns="0" rtlCol="0"/>
            <a:lstStyle/>
            <a:p>
              <a:endParaRPr sz="2400"/>
            </a:p>
          </p:txBody>
        </p:sp>
        <p:sp>
          <p:nvSpPr>
            <p:cNvPr id="105" name="object 105"/>
            <p:cNvSpPr/>
            <p:nvPr/>
          </p:nvSpPr>
          <p:spPr>
            <a:xfrm>
              <a:off x="3659799" y="2216926"/>
              <a:ext cx="91440" cy="50165"/>
            </a:xfrm>
            <a:custGeom>
              <a:avLst/>
              <a:gdLst/>
              <a:ahLst/>
              <a:cxnLst/>
              <a:rect l="l" t="t" r="r" b="b"/>
              <a:pathLst>
                <a:path w="91439" h="50164">
                  <a:moveTo>
                    <a:pt x="0" y="0"/>
                  </a:moveTo>
                  <a:lnTo>
                    <a:pt x="90899" y="0"/>
                  </a:lnTo>
                  <a:lnTo>
                    <a:pt x="90899" y="49799"/>
                  </a:lnTo>
                  <a:lnTo>
                    <a:pt x="0" y="49799"/>
                  </a:lnTo>
                  <a:lnTo>
                    <a:pt x="0" y="0"/>
                  </a:lnTo>
                  <a:close/>
                </a:path>
              </a:pathLst>
            </a:custGeom>
            <a:ln w="3175">
              <a:solidFill>
                <a:srgbClr val="965AC8"/>
              </a:solidFill>
            </a:ln>
          </p:spPr>
          <p:txBody>
            <a:bodyPr wrap="square" lIns="0" tIns="0" rIns="0" bIns="0" rtlCol="0"/>
            <a:lstStyle/>
            <a:p>
              <a:endParaRPr sz="2400"/>
            </a:p>
          </p:txBody>
        </p:sp>
        <p:sp>
          <p:nvSpPr>
            <p:cNvPr id="106" name="object 106"/>
            <p:cNvSpPr/>
            <p:nvPr/>
          </p:nvSpPr>
          <p:spPr>
            <a:xfrm>
              <a:off x="3432349" y="2030650"/>
              <a:ext cx="91440" cy="237490"/>
            </a:xfrm>
            <a:custGeom>
              <a:avLst/>
              <a:gdLst/>
              <a:ahLst/>
              <a:cxnLst/>
              <a:rect l="l" t="t" r="r" b="b"/>
              <a:pathLst>
                <a:path w="91439" h="237489">
                  <a:moveTo>
                    <a:pt x="90899" y="236999"/>
                  </a:moveTo>
                  <a:lnTo>
                    <a:pt x="0" y="236999"/>
                  </a:lnTo>
                  <a:lnTo>
                    <a:pt x="0" y="0"/>
                  </a:lnTo>
                  <a:lnTo>
                    <a:pt x="90899" y="0"/>
                  </a:lnTo>
                  <a:lnTo>
                    <a:pt x="90899" y="236999"/>
                  </a:lnTo>
                  <a:close/>
                </a:path>
              </a:pathLst>
            </a:custGeom>
            <a:solidFill>
              <a:srgbClr val="E3C1E1"/>
            </a:solidFill>
          </p:spPr>
          <p:txBody>
            <a:bodyPr wrap="square" lIns="0" tIns="0" rIns="0" bIns="0" rtlCol="0"/>
            <a:lstStyle/>
            <a:p>
              <a:endParaRPr sz="2400"/>
            </a:p>
          </p:txBody>
        </p:sp>
        <p:sp>
          <p:nvSpPr>
            <p:cNvPr id="107" name="object 107"/>
            <p:cNvSpPr/>
            <p:nvPr/>
          </p:nvSpPr>
          <p:spPr>
            <a:xfrm>
              <a:off x="3432349" y="2030650"/>
              <a:ext cx="91440" cy="237490"/>
            </a:xfrm>
            <a:custGeom>
              <a:avLst/>
              <a:gdLst/>
              <a:ahLst/>
              <a:cxnLst/>
              <a:rect l="l" t="t" r="r" b="b"/>
              <a:pathLst>
                <a:path w="91439" h="237489">
                  <a:moveTo>
                    <a:pt x="0" y="0"/>
                  </a:moveTo>
                  <a:lnTo>
                    <a:pt x="90899" y="0"/>
                  </a:lnTo>
                  <a:lnTo>
                    <a:pt x="90899" y="236999"/>
                  </a:lnTo>
                  <a:lnTo>
                    <a:pt x="0" y="236999"/>
                  </a:lnTo>
                  <a:lnTo>
                    <a:pt x="0" y="0"/>
                  </a:lnTo>
                  <a:close/>
                </a:path>
              </a:pathLst>
            </a:custGeom>
            <a:ln w="3175">
              <a:solidFill>
                <a:srgbClr val="965AC8"/>
              </a:solidFill>
            </a:ln>
          </p:spPr>
          <p:txBody>
            <a:bodyPr wrap="square" lIns="0" tIns="0" rIns="0" bIns="0" rtlCol="0"/>
            <a:lstStyle/>
            <a:p>
              <a:endParaRPr sz="2400"/>
            </a:p>
          </p:txBody>
        </p:sp>
        <p:sp>
          <p:nvSpPr>
            <p:cNvPr id="108" name="object 108"/>
            <p:cNvSpPr/>
            <p:nvPr/>
          </p:nvSpPr>
          <p:spPr>
            <a:xfrm>
              <a:off x="3383874" y="2268925"/>
              <a:ext cx="514984" cy="1270"/>
            </a:xfrm>
            <a:custGeom>
              <a:avLst/>
              <a:gdLst/>
              <a:ahLst/>
              <a:cxnLst/>
              <a:rect l="l" t="t" r="r" b="b"/>
              <a:pathLst>
                <a:path w="514985" h="1269">
                  <a:moveTo>
                    <a:pt x="0" y="899"/>
                  </a:moveTo>
                  <a:lnTo>
                    <a:pt x="514499" y="0"/>
                  </a:lnTo>
                </a:path>
              </a:pathLst>
            </a:custGeom>
            <a:ln w="3175">
              <a:solidFill>
                <a:srgbClr val="4285F4"/>
              </a:solidFill>
            </a:ln>
          </p:spPr>
          <p:txBody>
            <a:bodyPr wrap="square" lIns="0" tIns="0" rIns="0" bIns="0" rtlCol="0"/>
            <a:lstStyle/>
            <a:p>
              <a:endParaRPr sz="2400"/>
            </a:p>
          </p:txBody>
        </p:sp>
        <p:sp>
          <p:nvSpPr>
            <p:cNvPr id="109" name="object 109"/>
            <p:cNvSpPr/>
            <p:nvPr/>
          </p:nvSpPr>
          <p:spPr>
            <a:xfrm>
              <a:off x="4263061" y="2607383"/>
              <a:ext cx="91440" cy="27940"/>
            </a:xfrm>
            <a:custGeom>
              <a:avLst/>
              <a:gdLst/>
              <a:ahLst/>
              <a:cxnLst/>
              <a:rect l="l" t="t" r="r" b="b"/>
              <a:pathLst>
                <a:path w="91439" h="27939">
                  <a:moveTo>
                    <a:pt x="90899" y="27599"/>
                  </a:moveTo>
                  <a:lnTo>
                    <a:pt x="0" y="27599"/>
                  </a:lnTo>
                  <a:lnTo>
                    <a:pt x="0" y="0"/>
                  </a:lnTo>
                  <a:lnTo>
                    <a:pt x="90899" y="0"/>
                  </a:lnTo>
                  <a:lnTo>
                    <a:pt x="90899" y="27599"/>
                  </a:lnTo>
                  <a:close/>
                </a:path>
              </a:pathLst>
            </a:custGeom>
            <a:solidFill>
              <a:srgbClr val="E3C1E1"/>
            </a:solidFill>
          </p:spPr>
          <p:txBody>
            <a:bodyPr wrap="square" lIns="0" tIns="0" rIns="0" bIns="0" rtlCol="0"/>
            <a:lstStyle/>
            <a:p>
              <a:endParaRPr sz="2400"/>
            </a:p>
          </p:txBody>
        </p:sp>
        <p:sp>
          <p:nvSpPr>
            <p:cNvPr id="110" name="object 110"/>
            <p:cNvSpPr/>
            <p:nvPr/>
          </p:nvSpPr>
          <p:spPr>
            <a:xfrm>
              <a:off x="4263061" y="2607383"/>
              <a:ext cx="91440" cy="27940"/>
            </a:xfrm>
            <a:custGeom>
              <a:avLst/>
              <a:gdLst/>
              <a:ahLst/>
              <a:cxnLst/>
              <a:rect l="l" t="t" r="r" b="b"/>
              <a:pathLst>
                <a:path w="91439" h="27939">
                  <a:moveTo>
                    <a:pt x="0" y="0"/>
                  </a:moveTo>
                  <a:lnTo>
                    <a:pt x="90899" y="0"/>
                  </a:lnTo>
                  <a:lnTo>
                    <a:pt x="90899" y="27599"/>
                  </a:lnTo>
                  <a:lnTo>
                    <a:pt x="0" y="27599"/>
                  </a:lnTo>
                  <a:lnTo>
                    <a:pt x="0" y="0"/>
                  </a:lnTo>
                  <a:close/>
                </a:path>
              </a:pathLst>
            </a:custGeom>
            <a:ln w="3175">
              <a:solidFill>
                <a:srgbClr val="965AC8"/>
              </a:solidFill>
            </a:ln>
          </p:spPr>
          <p:txBody>
            <a:bodyPr wrap="square" lIns="0" tIns="0" rIns="0" bIns="0" rtlCol="0"/>
            <a:lstStyle/>
            <a:p>
              <a:endParaRPr sz="2400"/>
            </a:p>
          </p:txBody>
        </p:sp>
        <p:sp>
          <p:nvSpPr>
            <p:cNvPr id="111" name="object 111"/>
            <p:cNvSpPr/>
            <p:nvPr/>
          </p:nvSpPr>
          <p:spPr>
            <a:xfrm>
              <a:off x="4035625" y="2482100"/>
              <a:ext cx="91440" cy="152400"/>
            </a:xfrm>
            <a:custGeom>
              <a:avLst/>
              <a:gdLst/>
              <a:ahLst/>
              <a:cxnLst/>
              <a:rect l="l" t="t" r="r" b="b"/>
              <a:pathLst>
                <a:path w="91439" h="152400">
                  <a:moveTo>
                    <a:pt x="90899" y="152099"/>
                  </a:moveTo>
                  <a:lnTo>
                    <a:pt x="0" y="152099"/>
                  </a:lnTo>
                  <a:lnTo>
                    <a:pt x="0" y="0"/>
                  </a:lnTo>
                  <a:lnTo>
                    <a:pt x="90899" y="0"/>
                  </a:lnTo>
                  <a:lnTo>
                    <a:pt x="90899" y="152099"/>
                  </a:lnTo>
                  <a:close/>
                </a:path>
              </a:pathLst>
            </a:custGeom>
            <a:solidFill>
              <a:srgbClr val="E3C1E1"/>
            </a:solidFill>
          </p:spPr>
          <p:txBody>
            <a:bodyPr wrap="square" lIns="0" tIns="0" rIns="0" bIns="0" rtlCol="0"/>
            <a:lstStyle/>
            <a:p>
              <a:endParaRPr sz="2400"/>
            </a:p>
          </p:txBody>
        </p:sp>
        <p:sp>
          <p:nvSpPr>
            <p:cNvPr id="112" name="object 112"/>
            <p:cNvSpPr/>
            <p:nvPr/>
          </p:nvSpPr>
          <p:spPr>
            <a:xfrm>
              <a:off x="4035625" y="2482100"/>
              <a:ext cx="91440" cy="152400"/>
            </a:xfrm>
            <a:custGeom>
              <a:avLst/>
              <a:gdLst/>
              <a:ahLst/>
              <a:cxnLst/>
              <a:rect l="l" t="t" r="r" b="b"/>
              <a:pathLst>
                <a:path w="91439" h="152400">
                  <a:moveTo>
                    <a:pt x="0" y="0"/>
                  </a:moveTo>
                  <a:lnTo>
                    <a:pt x="90899" y="0"/>
                  </a:lnTo>
                  <a:lnTo>
                    <a:pt x="90899" y="152099"/>
                  </a:lnTo>
                  <a:lnTo>
                    <a:pt x="0" y="152099"/>
                  </a:lnTo>
                  <a:lnTo>
                    <a:pt x="0" y="0"/>
                  </a:lnTo>
                  <a:close/>
                </a:path>
              </a:pathLst>
            </a:custGeom>
            <a:ln w="3175">
              <a:solidFill>
                <a:srgbClr val="965AC8"/>
              </a:solidFill>
            </a:ln>
          </p:spPr>
          <p:txBody>
            <a:bodyPr wrap="square" lIns="0" tIns="0" rIns="0" bIns="0" rtlCol="0"/>
            <a:lstStyle/>
            <a:p>
              <a:endParaRPr sz="2400"/>
            </a:p>
          </p:txBody>
        </p:sp>
        <p:sp>
          <p:nvSpPr>
            <p:cNvPr id="113" name="object 113"/>
            <p:cNvSpPr/>
            <p:nvPr/>
          </p:nvSpPr>
          <p:spPr>
            <a:xfrm>
              <a:off x="4149349" y="2568949"/>
              <a:ext cx="91440" cy="65405"/>
            </a:xfrm>
            <a:custGeom>
              <a:avLst/>
              <a:gdLst/>
              <a:ahLst/>
              <a:cxnLst/>
              <a:rect l="l" t="t" r="r" b="b"/>
              <a:pathLst>
                <a:path w="91439" h="65405">
                  <a:moveTo>
                    <a:pt x="90899" y="65399"/>
                  </a:moveTo>
                  <a:lnTo>
                    <a:pt x="0" y="65399"/>
                  </a:lnTo>
                  <a:lnTo>
                    <a:pt x="0" y="0"/>
                  </a:lnTo>
                  <a:lnTo>
                    <a:pt x="90899" y="0"/>
                  </a:lnTo>
                  <a:lnTo>
                    <a:pt x="90899" y="65399"/>
                  </a:lnTo>
                  <a:close/>
                </a:path>
              </a:pathLst>
            </a:custGeom>
            <a:solidFill>
              <a:srgbClr val="E3C1E1"/>
            </a:solidFill>
          </p:spPr>
          <p:txBody>
            <a:bodyPr wrap="square" lIns="0" tIns="0" rIns="0" bIns="0" rtlCol="0"/>
            <a:lstStyle/>
            <a:p>
              <a:endParaRPr sz="2400"/>
            </a:p>
          </p:txBody>
        </p:sp>
        <p:sp>
          <p:nvSpPr>
            <p:cNvPr id="114" name="object 114"/>
            <p:cNvSpPr/>
            <p:nvPr/>
          </p:nvSpPr>
          <p:spPr>
            <a:xfrm>
              <a:off x="4149349" y="2568949"/>
              <a:ext cx="91440" cy="65405"/>
            </a:xfrm>
            <a:custGeom>
              <a:avLst/>
              <a:gdLst/>
              <a:ahLst/>
              <a:cxnLst/>
              <a:rect l="l" t="t" r="r" b="b"/>
              <a:pathLst>
                <a:path w="91439" h="65405">
                  <a:moveTo>
                    <a:pt x="0" y="0"/>
                  </a:moveTo>
                  <a:lnTo>
                    <a:pt x="90899" y="0"/>
                  </a:lnTo>
                  <a:lnTo>
                    <a:pt x="90899" y="65399"/>
                  </a:lnTo>
                  <a:lnTo>
                    <a:pt x="0" y="65399"/>
                  </a:lnTo>
                  <a:lnTo>
                    <a:pt x="0" y="0"/>
                  </a:lnTo>
                  <a:close/>
                </a:path>
              </a:pathLst>
            </a:custGeom>
            <a:ln w="3175">
              <a:solidFill>
                <a:srgbClr val="965AC8"/>
              </a:solidFill>
            </a:ln>
          </p:spPr>
          <p:txBody>
            <a:bodyPr wrap="square" lIns="0" tIns="0" rIns="0" bIns="0" rtlCol="0"/>
            <a:lstStyle/>
            <a:p>
              <a:endParaRPr sz="2400"/>
            </a:p>
          </p:txBody>
        </p:sp>
        <p:sp>
          <p:nvSpPr>
            <p:cNvPr id="115" name="object 115"/>
            <p:cNvSpPr/>
            <p:nvPr/>
          </p:nvSpPr>
          <p:spPr>
            <a:xfrm>
              <a:off x="3921899" y="2429400"/>
              <a:ext cx="91440" cy="206375"/>
            </a:xfrm>
            <a:custGeom>
              <a:avLst/>
              <a:gdLst/>
              <a:ahLst/>
              <a:cxnLst/>
              <a:rect l="l" t="t" r="r" b="b"/>
              <a:pathLst>
                <a:path w="91439" h="206375">
                  <a:moveTo>
                    <a:pt x="90899" y="205799"/>
                  </a:moveTo>
                  <a:lnTo>
                    <a:pt x="0" y="205799"/>
                  </a:lnTo>
                  <a:lnTo>
                    <a:pt x="0" y="0"/>
                  </a:lnTo>
                  <a:lnTo>
                    <a:pt x="90899" y="0"/>
                  </a:lnTo>
                  <a:lnTo>
                    <a:pt x="90899" y="205799"/>
                  </a:lnTo>
                  <a:close/>
                </a:path>
              </a:pathLst>
            </a:custGeom>
            <a:solidFill>
              <a:srgbClr val="E3C1E1"/>
            </a:solidFill>
          </p:spPr>
          <p:txBody>
            <a:bodyPr wrap="square" lIns="0" tIns="0" rIns="0" bIns="0" rtlCol="0"/>
            <a:lstStyle/>
            <a:p>
              <a:endParaRPr sz="2400"/>
            </a:p>
          </p:txBody>
        </p:sp>
        <p:sp>
          <p:nvSpPr>
            <p:cNvPr id="116" name="object 116"/>
            <p:cNvSpPr/>
            <p:nvPr/>
          </p:nvSpPr>
          <p:spPr>
            <a:xfrm>
              <a:off x="3921899" y="2429400"/>
              <a:ext cx="91440" cy="206375"/>
            </a:xfrm>
            <a:custGeom>
              <a:avLst/>
              <a:gdLst/>
              <a:ahLst/>
              <a:cxnLst/>
              <a:rect l="l" t="t" r="r" b="b"/>
              <a:pathLst>
                <a:path w="91439" h="206375">
                  <a:moveTo>
                    <a:pt x="0" y="0"/>
                  </a:moveTo>
                  <a:lnTo>
                    <a:pt x="90899" y="0"/>
                  </a:lnTo>
                  <a:lnTo>
                    <a:pt x="90899" y="205799"/>
                  </a:lnTo>
                  <a:lnTo>
                    <a:pt x="0" y="205799"/>
                  </a:lnTo>
                  <a:lnTo>
                    <a:pt x="0" y="0"/>
                  </a:lnTo>
                  <a:close/>
                </a:path>
              </a:pathLst>
            </a:custGeom>
            <a:ln w="3175">
              <a:solidFill>
                <a:srgbClr val="965AC8"/>
              </a:solidFill>
            </a:ln>
          </p:spPr>
          <p:txBody>
            <a:bodyPr wrap="square" lIns="0" tIns="0" rIns="0" bIns="0" rtlCol="0"/>
            <a:lstStyle/>
            <a:p>
              <a:endParaRPr sz="2400"/>
            </a:p>
          </p:txBody>
        </p:sp>
        <p:sp>
          <p:nvSpPr>
            <p:cNvPr id="117" name="object 117"/>
            <p:cNvSpPr/>
            <p:nvPr/>
          </p:nvSpPr>
          <p:spPr>
            <a:xfrm>
              <a:off x="3873424" y="2636425"/>
              <a:ext cx="514984" cy="1270"/>
            </a:xfrm>
            <a:custGeom>
              <a:avLst/>
              <a:gdLst/>
              <a:ahLst/>
              <a:cxnLst/>
              <a:rect l="l" t="t" r="r" b="b"/>
              <a:pathLst>
                <a:path w="514985" h="1269">
                  <a:moveTo>
                    <a:pt x="0" y="899"/>
                  </a:moveTo>
                  <a:lnTo>
                    <a:pt x="514499" y="0"/>
                  </a:lnTo>
                </a:path>
              </a:pathLst>
            </a:custGeom>
            <a:ln w="3175">
              <a:solidFill>
                <a:srgbClr val="4285F4"/>
              </a:solidFill>
            </a:ln>
          </p:spPr>
          <p:txBody>
            <a:bodyPr wrap="square" lIns="0" tIns="0" rIns="0" bIns="0" rtlCol="0"/>
            <a:lstStyle/>
            <a:p>
              <a:endParaRPr sz="2400"/>
            </a:p>
          </p:txBody>
        </p:sp>
        <p:sp>
          <p:nvSpPr>
            <p:cNvPr id="118" name="object 118"/>
            <p:cNvSpPr/>
            <p:nvPr/>
          </p:nvSpPr>
          <p:spPr>
            <a:xfrm>
              <a:off x="4848675" y="2958046"/>
              <a:ext cx="91440" cy="42545"/>
            </a:xfrm>
            <a:custGeom>
              <a:avLst/>
              <a:gdLst/>
              <a:ahLst/>
              <a:cxnLst/>
              <a:rect l="l" t="t" r="r" b="b"/>
              <a:pathLst>
                <a:path w="91439" h="42544">
                  <a:moveTo>
                    <a:pt x="90899" y="42299"/>
                  </a:moveTo>
                  <a:lnTo>
                    <a:pt x="0" y="42299"/>
                  </a:lnTo>
                  <a:lnTo>
                    <a:pt x="0" y="0"/>
                  </a:lnTo>
                  <a:lnTo>
                    <a:pt x="90899" y="0"/>
                  </a:lnTo>
                  <a:lnTo>
                    <a:pt x="90899" y="42299"/>
                  </a:lnTo>
                  <a:close/>
                </a:path>
              </a:pathLst>
            </a:custGeom>
            <a:solidFill>
              <a:srgbClr val="E3C1E1"/>
            </a:solidFill>
          </p:spPr>
          <p:txBody>
            <a:bodyPr wrap="square" lIns="0" tIns="0" rIns="0" bIns="0" rtlCol="0"/>
            <a:lstStyle/>
            <a:p>
              <a:endParaRPr sz="2400"/>
            </a:p>
          </p:txBody>
        </p:sp>
        <p:sp>
          <p:nvSpPr>
            <p:cNvPr id="119" name="object 119"/>
            <p:cNvSpPr/>
            <p:nvPr/>
          </p:nvSpPr>
          <p:spPr>
            <a:xfrm>
              <a:off x="4848675" y="2958046"/>
              <a:ext cx="91440" cy="42545"/>
            </a:xfrm>
            <a:custGeom>
              <a:avLst/>
              <a:gdLst/>
              <a:ahLst/>
              <a:cxnLst/>
              <a:rect l="l" t="t" r="r" b="b"/>
              <a:pathLst>
                <a:path w="91439" h="42544">
                  <a:moveTo>
                    <a:pt x="0" y="0"/>
                  </a:moveTo>
                  <a:lnTo>
                    <a:pt x="90899" y="0"/>
                  </a:lnTo>
                  <a:lnTo>
                    <a:pt x="90899" y="42299"/>
                  </a:lnTo>
                  <a:lnTo>
                    <a:pt x="0" y="42299"/>
                  </a:lnTo>
                  <a:lnTo>
                    <a:pt x="0" y="0"/>
                  </a:lnTo>
                  <a:close/>
                </a:path>
              </a:pathLst>
            </a:custGeom>
            <a:ln w="3175">
              <a:solidFill>
                <a:srgbClr val="965AC8"/>
              </a:solidFill>
            </a:ln>
          </p:spPr>
          <p:txBody>
            <a:bodyPr wrap="square" lIns="0" tIns="0" rIns="0" bIns="0" rtlCol="0"/>
            <a:lstStyle/>
            <a:p>
              <a:endParaRPr sz="2400"/>
            </a:p>
          </p:txBody>
        </p:sp>
        <p:sp>
          <p:nvSpPr>
            <p:cNvPr id="120" name="object 120"/>
            <p:cNvSpPr/>
            <p:nvPr/>
          </p:nvSpPr>
          <p:spPr>
            <a:xfrm>
              <a:off x="4621249" y="2892746"/>
              <a:ext cx="91440" cy="107314"/>
            </a:xfrm>
            <a:custGeom>
              <a:avLst/>
              <a:gdLst/>
              <a:ahLst/>
              <a:cxnLst/>
              <a:rect l="l" t="t" r="r" b="b"/>
              <a:pathLst>
                <a:path w="91439" h="107314">
                  <a:moveTo>
                    <a:pt x="90899" y="106799"/>
                  </a:moveTo>
                  <a:lnTo>
                    <a:pt x="0" y="106799"/>
                  </a:lnTo>
                  <a:lnTo>
                    <a:pt x="0" y="0"/>
                  </a:lnTo>
                  <a:lnTo>
                    <a:pt x="90899" y="0"/>
                  </a:lnTo>
                  <a:lnTo>
                    <a:pt x="90899" y="106799"/>
                  </a:lnTo>
                  <a:close/>
                </a:path>
              </a:pathLst>
            </a:custGeom>
            <a:solidFill>
              <a:srgbClr val="E3C1E1"/>
            </a:solidFill>
          </p:spPr>
          <p:txBody>
            <a:bodyPr wrap="square" lIns="0" tIns="0" rIns="0" bIns="0" rtlCol="0"/>
            <a:lstStyle/>
            <a:p>
              <a:endParaRPr sz="2400"/>
            </a:p>
          </p:txBody>
        </p:sp>
        <p:sp>
          <p:nvSpPr>
            <p:cNvPr id="121" name="object 121"/>
            <p:cNvSpPr/>
            <p:nvPr/>
          </p:nvSpPr>
          <p:spPr>
            <a:xfrm>
              <a:off x="4621249" y="2892746"/>
              <a:ext cx="91440" cy="107314"/>
            </a:xfrm>
            <a:custGeom>
              <a:avLst/>
              <a:gdLst/>
              <a:ahLst/>
              <a:cxnLst/>
              <a:rect l="l" t="t" r="r" b="b"/>
              <a:pathLst>
                <a:path w="91439" h="107314">
                  <a:moveTo>
                    <a:pt x="0" y="0"/>
                  </a:moveTo>
                  <a:lnTo>
                    <a:pt x="90899" y="0"/>
                  </a:lnTo>
                  <a:lnTo>
                    <a:pt x="90899" y="106799"/>
                  </a:lnTo>
                  <a:lnTo>
                    <a:pt x="0" y="106799"/>
                  </a:lnTo>
                  <a:lnTo>
                    <a:pt x="0" y="0"/>
                  </a:lnTo>
                  <a:close/>
                </a:path>
              </a:pathLst>
            </a:custGeom>
            <a:ln w="3175">
              <a:solidFill>
                <a:srgbClr val="965AC8"/>
              </a:solidFill>
            </a:ln>
          </p:spPr>
          <p:txBody>
            <a:bodyPr wrap="square" lIns="0" tIns="0" rIns="0" bIns="0" rtlCol="0"/>
            <a:lstStyle/>
            <a:p>
              <a:endParaRPr sz="2400"/>
            </a:p>
          </p:txBody>
        </p:sp>
        <p:sp>
          <p:nvSpPr>
            <p:cNvPr id="122" name="object 122"/>
            <p:cNvSpPr/>
            <p:nvPr/>
          </p:nvSpPr>
          <p:spPr>
            <a:xfrm>
              <a:off x="4734975" y="2906047"/>
              <a:ext cx="91440" cy="93980"/>
            </a:xfrm>
            <a:custGeom>
              <a:avLst/>
              <a:gdLst/>
              <a:ahLst/>
              <a:cxnLst/>
              <a:rect l="l" t="t" r="r" b="b"/>
              <a:pathLst>
                <a:path w="91439" h="93980">
                  <a:moveTo>
                    <a:pt x="90899" y="93599"/>
                  </a:moveTo>
                  <a:lnTo>
                    <a:pt x="0" y="93599"/>
                  </a:lnTo>
                  <a:lnTo>
                    <a:pt x="0" y="0"/>
                  </a:lnTo>
                  <a:lnTo>
                    <a:pt x="90899" y="0"/>
                  </a:lnTo>
                  <a:lnTo>
                    <a:pt x="90899" y="93599"/>
                  </a:lnTo>
                  <a:close/>
                </a:path>
              </a:pathLst>
            </a:custGeom>
            <a:solidFill>
              <a:srgbClr val="E3C1E1"/>
            </a:solidFill>
          </p:spPr>
          <p:txBody>
            <a:bodyPr wrap="square" lIns="0" tIns="0" rIns="0" bIns="0" rtlCol="0"/>
            <a:lstStyle/>
            <a:p>
              <a:endParaRPr sz="2400"/>
            </a:p>
          </p:txBody>
        </p:sp>
        <p:sp>
          <p:nvSpPr>
            <p:cNvPr id="123" name="object 123"/>
            <p:cNvSpPr/>
            <p:nvPr/>
          </p:nvSpPr>
          <p:spPr>
            <a:xfrm>
              <a:off x="4734975" y="2906047"/>
              <a:ext cx="91440" cy="93980"/>
            </a:xfrm>
            <a:custGeom>
              <a:avLst/>
              <a:gdLst/>
              <a:ahLst/>
              <a:cxnLst/>
              <a:rect l="l" t="t" r="r" b="b"/>
              <a:pathLst>
                <a:path w="91439" h="93980">
                  <a:moveTo>
                    <a:pt x="0" y="0"/>
                  </a:moveTo>
                  <a:lnTo>
                    <a:pt x="90899" y="0"/>
                  </a:lnTo>
                  <a:lnTo>
                    <a:pt x="90899" y="93599"/>
                  </a:lnTo>
                  <a:lnTo>
                    <a:pt x="0" y="93599"/>
                  </a:lnTo>
                  <a:lnTo>
                    <a:pt x="0" y="0"/>
                  </a:lnTo>
                  <a:close/>
                </a:path>
              </a:pathLst>
            </a:custGeom>
            <a:ln w="3175">
              <a:solidFill>
                <a:srgbClr val="965AC8"/>
              </a:solidFill>
            </a:ln>
          </p:spPr>
          <p:txBody>
            <a:bodyPr wrap="square" lIns="0" tIns="0" rIns="0" bIns="0" rtlCol="0"/>
            <a:lstStyle/>
            <a:p>
              <a:endParaRPr sz="2400"/>
            </a:p>
          </p:txBody>
        </p:sp>
        <p:sp>
          <p:nvSpPr>
            <p:cNvPr id="124" name="object 124"/>
            <p:cNvSpPr/>
            <p:nvPr/>
          </p:nvSpPr>
          <p:spPr>
            <a:xfrm>
              <a:off x="4507524" y="2873150"/>
              <a:ext cx="91440" cy="127635"/>
            </a:xfrm>
            <a:custGeom>
              <a:avLst/>
              <a:gdLst/>
              <a:ahLst/>
              <a:cxnLst/>
              <a:rect l="l" t="t" r="r" b="b"/>
              <a:pathLst>
                <a:path w="91439" h="127635">
                  <a:moveTo>
                    <a:pt x="90899" y="127499"/>
                  </a:moveTo>
                  <a:lnTo>
                    <a:pt x="0" y="127499"/>
                  </a:lnTo>
                  <a:lnTo>
                    <a:pt x="0" y="0"/>
                  </a:lnTo>
                  <a:lnTo>
                    <a:pt x="90899" y="0"/>
                  </a:lnTo>
                  <a:lnTo>
                    <a:pt x="90899" y="127499"/>
                  </a:lnTo>
                  <a:close/>
                </a:path>
              </a:pathLst>
            </a:custGeom>
            <a:solidFill>
              <a:srgbClr val="E3C1E1"/>
            </a:solidFill>
          </p:spPr>
          <p:txBody>
            <a:bodyPr wrap="square" lIns="0" tIns="0" rIns="0" bIns="0" rtlCol="0"/>
            <a:lstStyle/>
            <a:p>
              <a:endParaRPr sz="2400"/>
            </a:p>
          </p:txBody>
        </p:sp>
        <p:sp>
          <p:nvSpPr>
            <p:cNvPr id="125" name="object 125"/>
            <p:cNvSpPr/>
            <p:nvPr/>
          </p:nvSpPr>
          <p:spPr>
            <a:xfrm>
              <a:off x="4507524" y="2873150"/>
              <a:ext cx="91440" cy="127635"/>
            </a:xfrm>
            <a:custGeom>
              <a:avLst/>
              <a:gdLst/>
              <a:ahLst/>
              <a:cxnLst/>
              <a:rect l="l" t="t" r="r" b="b"/>
              <a:pathLst>
                <a:path w="91439" h="127635">
                  <a:moveTo>
                    <a:pt x="0" y="0"/>
                  </a:moveTo>
                  <a:lnTo>
                    <a:pt x="90899" y="0"/>
                  </a:lnTo>
                  <a:lnTo>
                    <a:pt x="90899" y="127499"/>
                  </a:lnTo>
                  <a:lnTo>
                    <a:pt x="0" y="127499"/>
                  </a:lnTo>
                  <a:lnTo>
                    <a:pt x="0" y="0"/>
                  </a:lnTo>
                  <a:close/>
                </a:path>
              </a:pathLst>
            </a:custGeom>
            <a:ln w="3175">
              <a:solidFill>
                <a:srgbClr val="965AC8"/>
              </a:solidFill>
            </a:ln>
          </p:spPr>
          <p:txBody>
            <a:bodyPr wrap="square" lIns="0" tIns="0" rIns="0" bIns="0" rtlCol="0"/>
            <a:lstStyle/>
            <a:p>
              <a:endParaRPr sz="2400"/>
            </a:p>
          </p:txBody>
        </p:sp>
        <p:sp>
          <p:nvSpPr>
            <p:cNvPr id="126" name="object 126"/>
            <p:cNvSpPr/>
            <p:nvPr/>
          </p:nvSpPr>
          <p:spPr>
            <a:xfrm>
              <a:off x="4459050" y="3001800"/>
              <a:ext cx="514984" cy="1270"/>
            </a:xfrm>
            <a:custGeom>
              <a:avLst/>
              <a:gdLst/>
              <a:ahLst/>
              <a:cxnLst/>
              <a:rect l="l" t="t" r="r" b="b"/>
              <a:pathLst>
                <a:path w="514985" h="1269">
                  <a:moveTo>
                    <a:pt x="0" y="899"/>
                  </a:moveTo>
                  <a:lnTo>
                    <a:pt x="514499" y="0"/>
                  </a:lnTo>
                </a:path>
              </a:pathLst>
            </a:custGeom>
            <a:ln w="3175">
              <a:solidFill>
                <a:srgbClr val="4285F4"/>
              </a:solidFill>
            </a:ln>
          </p:spPr>
          <p:txBody>
            <a:bodyPr wrap="square" lIns="0" tIns="0" rIns="0" bIns="0" rtlCol="0"/>
            <a:lstStyle/>
            <a:p>
              <a:endParaRPr sz="2400"/>
            </a:p>
          </p:txBody>
        </p:sp>
        <p:sp>
          <p:nvSpPr>
            <p:cNvPr id="127" name="object 127"/>
            <p:cNvSpPr/>
            <p:nvPr/>
          </p:nvSpPr>
          <p:spPr>
            <a:xfrm>
              <a:off x="428692" y="1935875"/>
              <a:ext cx="1167130" cy="1167130"/>
            </a:xfrm>
            <a:custGeom>
              <a:avLst/>
              <a:gdLst/>
              <a:ahLst/>
              <a:cxnLst/>
              <a:rect l="l" t="t" r="r" b="b"/>
              <a:pathLst>
                <a:path w="1167130" h="1167130">
                  <a:moveTo>
                    <a:pt x="1167000" y="1166999"/>
                  </a:moveTo>
                  <a:lnTo>
                    <a:pt x="0" y="1166999"/>
                  </a:lnTo>
                  <a:lnTo>
                    <a:pt x="0" y="0"/>
                  </a:lnTo>
                  <a:lnTo>
                    <a:pt x="1167000" y="0"/>
                  </a:lnTo>
                  <a:lnTo>
                    <a:pt x="1167000" y="1166999"/>
                  </a:lnTo>
                  <a:close/>
                </a:path>
              </a:pathLst>
            </a:custGeom>
            <a:solidFill>
              <a:srgbClr val="FFFFFF"/>
            </a:solidFill>
          </p:spPr>
          <p:txBody>
            <a:bodyPr wrap="square" lIns="0" tIns="0" rIns="0" bIns="0" rtlCol="0"/>
            <a:lstStyle/>
            <a:p>
              <a:endParaRPr sz="2400"/>
            </a:p>
          </p:txBody>
        </p:sp>
      </p:grpSp>
      <p:sp>
        <p:nvSpPr>
          <p:cNvPr id="128" name="object 128"/>
          <p:cNvSpPr txBox="1"/>
          <p:nvPr/>
        </p:nvSpPr>
        <p:spPr>
          <a:xfrm>
            <a:off x="3753811" y="1893273"/>
            <a:ext cx="485987" cy="263320"/>
          </a:xfrm>
          <a:prstGeom prst="rect">
            <a:avLst/>
          </a:prstGeom>
        </p:spPr>
        <p:txBody>
          <a:bodyPr vert="horz" wrap="square" lIns="0" tIns="16933" rIns="0" bIns="0" rtlCol="0">
            <a:spAutoFit/>
          </a:bodyPr>
          <a:lstStyle/>
          <a:p>
            <a:pPr marL="16933">
              <a:spcBef>
                <a:spcPts val="133"/>
              </a:spcBef>
            </a:pPr>
            <a:r>
              <a:rPr sz="1600" b="1" spc="-13" dirty="0">
                <a:solidFill>
                  <a:srgbClr val="965AC8"/>
                </a:solidFill>
                <a:latin typeface="Arial"/>
                <a:cs typeface="Arial"/>
              </a:rPr>
              <a:t>draft</a:t>
            </a:r>
            <a:endParaRPr sz="1600">
              <a:latin typeface="Arial"/>
              <a:cs typeface="Arial"/>
            </a:endParaRPr>
          </a:p>
        </p:txBody>
      </p:sp>
      <p:sp>
        <p:nvSpPr>
          <p:cNvPr id="129" name="object 129"/>
          <p:cNvSpPr txBox="1"/>
          <p:nvPr/>
        </p:nvSpPr>
        <p:spPr>
          <a:xfrm>
            <a:off x="571590" y="2581167"/>
            <a:ext cx="1556173" cy="625642"/>
          </a:xfrm>
          <a:prstGeom prst="rect">
            <a:avLst/>
          </a:prstGeom>
          <a:ln w="24374">
            <a:solidFill>
              <a:srgbClr val="000000"/>
            </a:solidFill>
          </a:ln>
        </p:spPr>
        <p:txBody>
          <a:bodyPr vert="horz" wrap="square" lIns="0" tIns="74507" rIns="0" bIns="0" rtlCol="0">
            <a:spAutoFit/>
          </a:bodyPr>
          <a:lstStyle/>
          <a:p>
            <a:pPr marL="414010" marR="374217" indent="-29633">
              <a:lnSpc>
                <a:spcPct val="101099"/>
              </a:lnSpc>
              <a:spcBef>
                <a:spcPts val="587"/>
              </a:spcBef>
            </a:pPr>
            <a:r>
              <a:rPr spc="-67" dirty="0">
                <a:solidFill>
                  <a:srgbClr val="434343"/>
                </a:solidFill>
                <a:latin typeface="Arial Black"/>
                <a:cs typeface="Arial Black"/>
              </a:rPr>
              <a:t>Target </a:t>
            </a:r>
            <a:r>
              <a:rPr spc="-13" dirty="0">
                <a:solidFill>
                  <a:srgbClr val="434343"/>
                </a:solidFill>
                <a:latin typeface="Arial Black"/>
                <a:cs typeface="Arial Black"/>
              </a:rPr>
              <a:t>Model</a:t>
            </a:r>
            <a:endParaRPr>
              <a:latin typeface="Arial Black"/>
              <a:cs typeface="Arial Black"/>
            </a:endParaRPr>
          </a:p>
        </p:txBody>
      </p:sp>
      <p:sp>
        <p:nvSpPr>
          <p:cNvPr id="130" name="object 130"/>
          <p:cNvSpPr txBox="1"/>
          <p:nvPr/>
        </p:nvSpPr>
        <p:spPr>
          <a:xfrm>
            <a:off x="5033127" y="1813673"/>
            <a:ext cx="1922780" cy="324875"/>
          </a:xfrm>
          <a:prstGeom prst="rect">
            <a:avLst/>
          </a:prstGeom>
        </p:spPr>
        <p:txBody>
          <a:bodyPr vert="horz" wrap="square" lIns="0" tIns="16933" rIns="0" bIns="0" rtlCol="0">
            <a:spAutoFit/>
          </a:bodyPr>
          <a:lstStyle/>
          <a:p>
            <a:pPr marL="16933">
              <a:spcBef>
                <a:spcPts val="133"/>
              </a:spcBef>
            </a:pPr>
            <a:r>
              <a:rPr sz="2000" b="1" dirty="0">
                <a:solidFill>
                  <a:srgbClr val="F65B66"/>
                </a:solidFill>
                <a:latin typeface="Arial"/>
                <a:cs typeface="Arial"/>
              </a:rPr>
              <a:t>Runs</a:t>
            </a:r>
            <a:r>
              <a:rPr sz="2000" b="1" spc="-20" dirty="0">
                <a:solidFill>
                  <a:srgbClr val="F65B66"/>
                </a:solidFill>
                <a:latin typeface="Arial"/>
                <a:cs typeface="Arial"/>
              </a:rPr>
              <a:t> </a:t>
            </a:r>
            <a:r>
              <a:rPr sz="2000" b="1" dirty="0">
                <a:solidFill>
                  <a:srgbClr val="F65B66"/>
                </a:solidFill>
                <a:latin typeface="Arial"/>
                <a:cs typeface="Arial"/>
              </a:rPr>
              <a:t>in</a:t>
            </a:r>
            <a:r>
              <a:rPr sz="2000" b="1" spc="-20" dirty="0">
                <a:solidFill>
                  <a:srgbClr val="F65B66"/>
                </a:solidFill>
                <a:latin typeface="Arial"/>
                <a:cs typeface="Arial"/>
              </a:rPr>
              <a:t> </a:t>
            </a:r>
            <a:r>
              <a:rPr sz="2000" b="1" spc="-13" dirty="0">
                <a:solidFill>
                  <a:srgbClr val="F65B66"/>
                </a:solidFill>
                <a:latin typeface="Arial"/>
                <a:cs typeface="Arial"/>
              </a:rPr>
              <a:t>parallel</a:t>
            </a:r>
            <a:endParaRPr sz="2000">
              <a:latin typeface="Arial"/>
              <a:cs typeface="Arial"/>
            </a:endParaRPr>
          </a:p>
        </p:txBody>
      </p:sp>
      <p:grpSp>
        <p:nvGrpSpPr>
          <p:cNvPr id="131" name="object 131"/>
          <p:cNvGrpSpPr/>
          <p:nvPr/>
        </p:nvGrpSpPr>
        <p:grpSpPr>
          <a:xfrm>
            <a:off x="3006783" y="2714048"/>
            <a:ext cx="1430020" cy="799253"/>
            <a:chOff x="2255087" y="2035536"/>
            <a:chExt cx="1072515" cy="599440"/>
          </a:xfrm>
        </p:grpSpPr>
        <p:sp>
          <p:nvSpPr>
            <p:cNvPr id="132" name="object 132"/>
            <p:cNvSpPr/>
            <p:nvPr/>
          </p:nvSpPr>
          <p:spPr>
            <a:xfrm>
              <a:off x="2259850" y="2040299"/>
              <a:ext cx="532130" cy="220345"/>
            </a:xfrm>
            <a:custGeom>
              <a:avLst/>
              <a:gdLst/>
              <a:ahLst/>
              <a:cxnLst/>
              <a:rect l="l" t="t" r="r" b="b"/>
              <a:pathLst>
                <a:path w="532130" h="220344">
                  <a:moveTo>
                    <a:pt x="4952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495249" y="0"/>
                  </a:lnTo>
                  <a:lnTo>
                    <a:pt x="529110" y="22624"/>
                  </a:lnTo>
                  <a:lnTo>
                    <a:pt x="531899" y="36650"/>
                  </a:lnTo>
                  <a:lnTo>
                    <a:pt x="531899" y="183249"/>
                  </a:lnTo>
                  <a:lnTo>
                    <a:pt x="529019" y="197515"/>
                  </a:lnTo>
                  <a:lnTo>
                    <a:pt x="521165" y="209165"/>
                  </a:lnTo>
                  <a:lnTo>
                    <a:pt x="509515" y="217019"/>
                  </a:lnTo>
                  <a:lnTo>
                    <a:pt x="495249" y="219899"/>
                  </a:lnTo>
                  <a:close/>
                </a:path>
              </a:pathLst>
            </a:custGeom>
            <a:solidFill>
              <a:srgbClr val="B6D7A8"/>
            </a:solidFill>
          </p:spPr>
          <p:txBody>
            <a:bodyPr wrap="square" lIns="0" tIns="0" rIns="0" bIns="0" rtlCol="0"/>
            <a:lstStyle/>
            <a:p>
              <a:endParaRPr sz="2400"/>
            </a:p>
          </p:txBody>
        </p:sp>
        <p:sp>
          <p:nvSpPr>
            <p:cNvPr id="133" name="object 133"/>
            <p:cNvSpPr/>
            <p:nvPr/>
          </p:nvSpPr>
          <p:spPr>
            <a:xfrm>
              <a:off x="2259850" y="2040299"/>
              <a:ext cx="532130" cy="220345"/>
            </a:xfrm>
            <a:custGeom>
              <a:avLst/>
              <a:gdLst/>
              <a:ahLst/>
              <a:cxnLst/>
              <a:rect l="l" t="t" r="r" b="b"/>
              <a:pathLst>
                <a:path w="532130" h="220344">
                  <a:moveTo>
                    <a:pt x="0" y="36650"/>
                  </a:moveTo>
                  <a:lnTo>
                    <a:pt x="2880" y="22384"/>
                  </a:lnTo>
                  <a:lnTo>
                    <a:pt x="10734" y="10734"/>
                  </a:lnTo>
                  <a:lnTo>
                    <a:pt x="22384" y="2880"/>
                  </a:lnTo>
                  <a:lnTo>
                    <a:pt x="36650" y="0"/>
                  </a:lnTo>
                  <a:lnTo>
                    <a:pt x="495249" y="0"/>
                  </a:lnTo>
                  <a:lnTo>
                    <a:pt x="529110" y="22624"/>
                  </a:lnTo>
                  <a:lnTo>
                    <a:pt x="531899" y="36650"/>
                  </a:lnTo>
                  <a:lnTo>
                    <a:pt x="531899" y="183249"/>
                  </a:lnTo>
                  <a:lnTo>
                    <a:pt x="529019" y="197515"/>
                  </a:lnTo>
                  <a:lnTo>
                    <a:pt x="521165" y="209165"/>
                  </a:lnTo>
                  <a:lnTo>
                    <a:pt x="509515" y="217019"/>
                  </a:lnTo>
                  <a:lnTo>
                    <a:pt x="4952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sp>
          <p:nvSpPr>
            <p:cNvPr id="134" name="object 134"/>
            <p:cNvSpPr/>
            <p:nvPr/>
          </p:nvSpPr>
          <p:spPr>
            <a:xfrm>
              <a:off x="2790499" y="2409721"/>
              <a:ext cx="532130" cy="220345"/>
            </a:xfrm>
            <a:custGeom>
              <a:avLst/>
              <a:gdLst/>
              <a:ahLst/>
              <a:cxnLst/>
              <a:rect l="l" t="t" r="r" b="b"/>
              <a:pathLst>
                <a:path w="532129" h="220344">
                  <a:moveTo>
                    <a:pt x="4952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close/>
                </a:path>
              </a:pathLst>
            </a:custGeom>
            <a:solidFill>
              <a:srgbClr val="B6D7A8"/>
            </a:solidFill>
          </p:spPr>
          <p:txBody>
            <a:bodyPr wrap="square" lIns="0" tIns="0" rIns="0" bIns="0" rtlCol="0"/>
            <a:lstStyle/>
            <a:p>
              <a:endParaRPr sz="2400"/>
            </a:p>
          </p:txBody>
        </p:sp>
        <p:sp>
          <p:nvSpPr>
            <p:cNvPr id="135" name="object 135"/>
            <p:cNvSpPr/>
            <p:nvPr/>
          </p:nvSpPr>
          <p:spPr>
            <a:xfrm>
              <a:off x="2790499" y="2409721"/>
              <a:ext cx="532130" cy="220345"/>
            </a:xfrm>
            <a:custGeom>
              <a:avLst/>
              <a:gdLst/>
              <a:ahLst/>
              <a:cxnLst/>
              <a:rect l="l" t="t" r="r" b="b"/>
              <a:pathLst>
                <a:path w="532129" h="220344">
                  <a:moveTo>
                    <a:pt x="0" y="36650"/>
                  </a:move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grpSp>
      <p:sp>
        <p:nvSpPr>
          <p:cNvPr id="136" name="object 136"/>
          <p:cNvSpPr txBox="1"/>
          <p:nvPr/>
        </p:nvSpPr>
        <p:spPr>
          <a:xfrm>
            <a:off x="2723580" y="2698344"/>
            <a:ext cx="1393613" cy="1794764"/>
          </a:xfrm>
          <a:prstGeom prst="rect">
            <a:avLst/>
          </a:prstGeom>
        </p:spPr>
        <p:txBody>
          <a:bodyPr vert="horz" wrap="square" lIns="0" tIns="16933" rIns="0" bIns="0" rtlCol="0">
            <a:spAutoFit/>
          </a:bodyPr>
          <a:lstStyle/>
          <a:p>
            <a:pPr marL="16933">
              <a:spcBef>
                <a:spcPts val="133"/>
              </a:spcBef>
              <a:tabLst>
                <a:tab pos="359824" algn="l"/>
              </a:tabLst>
            </a:pPr>
            <a:r>
              <a:rPr sz="2400" spc="-1109" baseline="2314" dirty="0">
                <a:latin typeface="Lucida Sans Unicode"/>
                <a:cs typeface="Lucida Sans Unicode"/>
              </a:rPr>
              <a:t>…</a:t>
            </a:r>
            <a:r>
              <a:rPr sz="2400" baseline="2314" dirty="0">
                <a:latin typeface="Lucida Sans Unicode"/>
                <a:cs typeface="Lucida Sans Unicode"/>
              </a:rPr>
              <a:t>	</a:t>
            </a:r>
            <a:r>
              <a:rPr sz="1867" spc="-13" dirty="0">
                <a:latin typeface="Lucida Sans Unicode"/>
                <a:cs typeface="Lucida Sans Unicode"/>
              </a:rPr>
              <a:t>Paris</a:t>
            </a:r>
            <a:endParaRPr sz="1867">
              <a:latin typeface="Lucida Sans Unicode"/>
              <a:cs typeface="Lucida Sans Unicode"/>
            </a:endParaRPr>
          </a:p>
          <a:p>
            <a:pPr marL="16933">
              <a:spcBef>
                <a:spcPts val="1633"/>
              </a:spcBef>
              <a:tabLst>
                <a:tab pos="354744" algn="l"/>
                <a:tab pos="1326692" algn="l"/>
              </a:tabLst>
            </a:pPr>
            <a:r>
              <a:rPr sz="2400" spc="-1109" baseline="2314" dirty="0">
                <a:latin typeface="Lucida Sans Unicode"/>
                <a:cs typeface="Lucida Sans Unicode"/>
              </a:rPr>
              <a:t>…</a:t>
            </a:r>
            <a:r>
              <a:rPr sz="2400" baseline="2314" dirty="0">
                <a:latin typeface="Lucida Sans Unicode"/>
                <a:cs typeface="Lucida Sans Unicode"/>
              </a:rPr>
              <a:t>	</a:t>
            </a:r>
            <a:r>
              <a:rPr sz="1867" spc="-13" dirty="0">
                <a:latin typeface="Lucida Sans Unicode"/>
                <a:cs typeface="Lucida Sans Unicode"/>
              </a:rPr>
              <a:t>Paris</a:t>
            </a:r>
            <a:r>
              <a:rPr sz="1867" dirty="0">
                <a:latin typeface="Lucida Sans Unicode"/>
                <a:cs typeface="Lucida Sans Unicode"/>
              </a:rPr>
              <a:t>	</a:t>
            </a:r>
            <a:r>
              <a:rPr sz="1867" spc="-133" dirty="0">
                <a:latin typeface="Lucida Sans Unicode"/>
                <a:cs typeface="Lucida Sans Unicode"/>
              </a:rPr>
              <a:t>.</a:t>
            </a:r>
            <a:endParaRPr sz="1867">
              <a:latin typeface="Lucida Sans Unicode"/>
              <a:cs typeface="Lucida Sans Unicode"/>
            </a:endParaRPr>
          </a:p>
          <a:p>
            <a:pPr marR="16086" algn="r">
              <a:spcBef>
                <a:spcPts val="1733"/>
              </a:spcBef>
              <a:tabLst>
                <a:tab pos="967716" algn="l"/>
              </a:tabLst>
            </a:pPr>
            <a:r>
              <a:rPr sz="1867" spc="-13" dirty="0">
                <a:latin typeface="Lucida Sans Unicode"/>
                <a:cs typeface="Lucida Sans Unicode"/>
              </a:rPr>
              <a:t>Paris</a:t>
            </a:r>
            <a:r>
              <a:rPr sz="1867" dirty="0">
                <a:latin typeface="Lucida Sans Unicode"/>
                <a:cs typeface="Lucida Sans Unicode"/>
              </a:rPr>
              <a:t>	</a:t>
            </a:r>
            <a:r>
              <a:rPr sz="1867" spc="-67" dirty="0">
                <a:latin typeface="Lucida Sans Unicode"/>
                <a:cs typeface="Lucida Sans Unicode"/>
              </a:rPr>
              <a:t>.</a:t>
            </a:r>
            <a:endParaRPr sz="1867">
              <a:latin typeface="Lucida Sans Unicode"/>
              <a:cs typeface="Lucida Sans Unicode"/>
            </a:endParaRPr>
          </a:p>
          <a:p>
            <a:pPr marR="10160" algn="r">
              <a:spcBef>
                <a:spcPts val="1560"/>
              </a:spcBef>
            </a:pPr>
            <a:r>
              <a:rPr sz="1867" spc="-67" dirty="0">
                <a:latin typeface="Lucida Sans Unicode"/>
                <a:cs typeface="Lucida Sans Unicode"/>
              </a:rPr>
              <a:t>.</a:t>
            </a:r>
            <a:endParaRPr sz="1867">
              <a:latin typeface="Lucida Sans Unicode"/>
              <a:cs typeface="Lucida Sans Unicode"/>
            </a:endParaRPr>
          </a:p>
        </p:txBody>
      </p:sp>
      <p:grpSp>
        <p:nvGrpSpPr>
          <p:cNvPr id="137" name="object 137"/>
          <p:cNvGrpSpPr/>
          <p:nvPr/>
        </p:nvGrpSpPr>
        <p:grpSpPr>
          <a:xfrm>
            <a:off x="4418019" y="3711853"/>
            <a:ext cx="1540087" cy="787400"/>
            <a:chOff x="3313514" y="2783890"/>
            <a:chExt cx="1155065" cy="590550"/>
          </a:xfrm>
        </p:grpSpPr>
        <p:sp>
          <p:nvSpPr>
            <p:cNvPr id="138" name="object 138"/>
            <p:cNvSpPr/>
            <p:nvPr/>
          </p:nvSpPr>
          <p:spPr>
            <a:xfrm>
              <a:off x="3318276" y="2788653"/>
              <a:ext cx="607695" cy="220345"/>
            </a:xfrm>
            <a:custGeom>
              <a:avLst/>
              <a:gdLst/>
              <a:ahLst/>
              <a:cxnLst/>
              <a:rect l="l" t="t" r="r" b="b"/>
              <a:pathLst>
                <a:path w="607695" h="220344">
                  <a:moveTo>
                    <a:pt x="5705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570549" y="0"/>
                  </a:lnTo>
                  <a:lnTo>
                    <a:pt x="604410" y="22625"/>
                  </a:lnTo>
                  <a:lnTo>
                    <a:pt x="607199" y="36650"/>
                  </a:lnTo>
                  <a:lnTo>
                    <a:pt x="607199" y="183249"/>
                  </a:lnTo>
                  <a:lnTo>
                    <a:pt x="604319" y="197515"/>
                  </a:lnTo>
                  <a:lnTo>
                    <a:pt x="596465" y="209165"/>
                  </a:lnTo>
                  <a:lnTo>
                    <a:pt x="584815" y="217019"/>
                  </a:lnTo>
                  <a:lnTo>
                    <a:pt x="570549" y="219899"/>
                  </a:lnTo>
                  <a:close/>
                </a:path>
              </a:pathLst>
            </a:custGeom>
            <a:solidFill>
              <a:srgbClr val="FAADB3"/>
            </a:solidFill>
          </p:spPr>
          <p:txBody>
            <a:bodyPr wrap="square" lIns="0" tIns="0" rIns="0" bIns="0" rtlCol="0"/>
            <a:lstStyle/>
            <a:p>
              <a:endParaRPr sz="2400"/>
            </a:p>
          </p:txBody>
        </p:sp>
        <p:sp>
          <p:nvSpPr>
            <p:cNvPr id="139" name="object 139"/>
            <p:cNvSpPr/>
            <p:nvPr/>
          </p:nvSpPr>
          <p:spPr>
            <a:xfrm>
              <a:off x="3318276" y="2788653"/>
              <a:ext cx="607695" cy="220345"/>
            </a:xfrm>
            <a:custGeom>
              <a:avLst/>
              <a:gdLst/>
              <a:ahLst/>
              <a:cxnLst/>
              <a:rect l="l" t="t" r="r" b="b"/>
              <a:pathLst>
                <a:path w="607695" h="220344">
                  <a:moveTo>
                    <a:pt x="0" y="36650"/>
                  </a:moveTo>
                  <a:lnTo>
                    <a:pt x="2880" y="22384"/>
                  </a:lnTo>
                  <a:lnTo>
                    <a:pt x="10734" y="10734"/>
                  </a:lnTo>
                  <a:lnTo>
                    <a:pt x="22384" y="2880"/>
                  </a:lnTo>
                  <a:lnTo>
                    <a:pt x="36650" y="0"/>
                  </a:lnTo>
                  <a:lnTo>
                    <a:pt x="570549" y="0"/>
                  </a:lnTo>
                  <a:lnTo>
                    <a:pt x="604410" y="22625"/>
                  </a:lnTo>
                  <a:lnTo>
                    <a:pt x="607199" y="36650"/>
                  </a:lnTo>
                  <a:lnTo>
                    <a:pt x="607199" y="183249"/>
                  </a:lnTo>
                  <a:lnTo>
                    <a:pt x="604319" y="197515"/>
                  </a:lnTo>
                  <a:lnTo>
                    <a:pt x="596465" y="209165"/>
                  </a:lnTo>
                  <a:lnTo>
                    <a:pt x="584815" y="217019"/>
                  </a:lnTo>
                  <a:lnTo>
                    <a:pt x="5705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sp>
          <p:nvSpPr>
            <p:cNvPr id="140" name="object 140"/>
            <p:cNvSpPr/>
            <p:nvPr/>
          </p:nvSpPr>
          <p:spPr>
            <a:xfrm>
              <a:off x="3931726" y="3149624"/>
              <a:ext cx="532130" cy="220345"/>
            </a:xfrm>
            <a:custGeom>
              <a:avLst/>
              <a:gdLst/>
              <a:ahLst/>
              <a:cxnLst/>
              <a:rect l="l" t="t" r="r" b="b"/>
              <a:pathLst>
                <a:path w="532129" h="220345">
                  <a:moveTo>
                    <a:pt x="495249" y="219899"/>
                  </a:moveTo>
                  <a:lnTo>
                    <a:pt x="36650" y="219899"/>
                  </a:lnTo>
                  <a:lnTo>
                    <a:pt x="22384" y="217019"/>
                  </a:lnTo>
                  <a:lnTo>
                    <a:pt x="10734" y="209165"/>
                  </a:lnTo>
                  <a:lnTo>
                    <a:pt x="2880" y="197515"/>
                  </a:lnTo>
                  <a:lnTo>
                    <a:pt x="0" y="183249"/>
                  </a:lnTo>
                  <a:lnTo>
                    <a:pt x="0" y="36650"/>
                  </a:ln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close/>
                </a:path>
              </a:pathLst>
            </a:custGeom>
            <a:solidFill>
              <a:srgbClr val="B6D7A8"/>
            </a:solidFill>
          </p:spPr>
          <p:txBody>
            <a:bodyPr wrap="square" lIns="0" tIns="0" rIns="0" bIns="0" rtlCol="0"/>
            <a:lstStyle/>
            <a:p>
              <a:endParaRPr sz="2400"/>
            </a:p>
          </p:txBody>
        </p:sp>
        <p:sp>
          <p:nvSpPr>
            <p:cNvPr id="141" name="object 141"/>
            <p:cNvSpPr/>
            <p:nvPr/>
          </p:nvSpPr>
          <p:spPr>
            <a:xfrm>
              <a:off x="3931726" y="3149624"/>
              <a:ext cx="532130" cy="220345"/>
            </a:xfrm>
            <a:custGeom>
              <a:avLst/>
              <a:gdLst/>
              <a:ahLst/>
              <a:cxnLst/>
              <a:rect l="l" t="t" r="r" b="b"/>
              <a:pathLst>
                <a:path w="532129" h="220345">
                  <a:moveTo>
                    <a:pt x="0" y="36650"/>
                  </a:moveTo>
                  <a:lnTo>
                    <a:pt x="2880" y="22384"/>
                  </a:lnTo>
                  <a:lnTo>
                    <a:pt x="10734" y="10734"/>
                  </a:lnTo>
                  <a:lnTo>
                    <a:pt x="22384" y="2880"/>
                  </a:lnTo>
                  <a:lnTo>
                    <a:pt x="36650" y="0"/>
                  </a:lnTo>
                  <a:lnTo>
                    <a:pt x="495249" y="0"/>
                  </a:lnTo>
                  <a:lnTo>
                    <a:pt x="529110" y="22625"/>
                  </a:lnTo>
                  <a:lnTo>
                    <a:pt x="531899" y="36650"/>
                  </a:lnTo>
                  <a:lnTo>
                    <a:pt x="531899" y="183249"/>
                  </a:lnTo>
                  <a:lnTo>
                    <a:pt x="529019" y="197515"/>
                  </a:lnTo>
                  <a:lnTo>
                    <a:pt x="521165" y="209165"/>
                  </a:lnTo>
                  <a:lnTo>
                    <a:pt x="509515" y="217019"/>
                  </a:lnTo>
                  <a:lnTo>
                    <a:pt x="495249" y="219899"/>
                  </a:lnTo>
                  <a:lnTo>
                    <a:pt x="36650" y="219899"/>
                  </a:lnTo>
                  <a:lnTo>
                    <a:pt x="22384" y="217019"/>
                  </a:lnTo>
                  <a:lnTo>
                    <a:pt x="10734" y="209165"/>
                  </a:lnTo>
                  <a:lnTo>
                    <a:pt x="2880" y="197515"/>
                  </a:lnTo>
                  <a:lnTo>
                    <a:pt x="0" y="183249"/>
                  </a:lnTo>
                  <a:lnTo>
                    <a:pt x="0" y="36650"/>
                  </a:lnTo>
                  <a:close/>
                </a:path>
              </a:pathLst>
            </a:custGeom>
            <a:ln w="9524">
              <a:solidFill>
                <a:srgbClr val="595959"/>
              </a:solidFill>
            </a:ln>
          </p:spPr>
          <p:txBody>
            <a:bodyPr wrap="square" lIns="0" tIns="0" rIns="0" bIns="0" rtlCol="0"/>
            <a:lstStyle/>
            <a:p>
              <a:endParaRPr sz="2400"/>
            </a:p>
          </p:txBody>
        </p:sp>
      </p:grpSp>
      <p:sp>
        <p:nvSpPr>
          <p:cNvPr id="142" name="object 142"/>
          <p:cNvSpPr txBox="1"/>
          <p:nvPr/>
        </p:nvSpPr>
        <p:spPr>
          <a:xfrm>
            <a:off x="4443920" y="3696149"/>
            <a:ext cx="1261533" cy="784103"/>
          </a:xfrm>
          <a:prstGeom prst="rect">
            <a:avLst/>
          </a:prstGeom>
        </p:spPr>
        <p:txBody>
          <a:bodyPr vert="horz" wrap="square" lIns="0" tIns="16933" rIns="0" bIns="0" rtlCol="0">
            <a:spAutoFit/>
          </a:bodyPr>
          <a:lstStyle/>
          <a:p>
            <a:pPr marL="16933">
              <a:spcBef>
                <a:spcPts val="133"/>
              </a:spcBef>
            </a:pPr>
            <a:r>
              <a:rPr sz="1867" spc="-1473" dirty="0">
                <a:latin typeface="Lucida Sans Unicode"/>
                <a:cs typeface="Lucida Sans Unicode"/>
              </a:rPr>
              <a:t>W</a:t>
            </a:r>
            <a:r>
              <a:rPr sz="1867" spc="47" dirty="0">
                <a:latin typeface="Lucida Sans Unicode"/>
                <a:cs typeface="Lucida Sans Unicode"/>
              </a:rPr>
              <a:t>w</a:t>
            </a:r>
            <a:r>
              <a:rPr sz="1867" spc="-407" dirty="0">
                <a:latin typeface="Lucida Sans Unicode"/>
                <a:cs typeface="Lucida Sans Unicode"/>
              </a:rPr>
              <a:t> </a:t>
            </a:r>
            <a:r>
              <a:rPr sz="1867" spc="-27" dirty="0">
                <a:latin typeface="Lucida Sans Unicode"/>
                <a:cs typeface="Lucida Sans Unicode"/>
              </a:rPr>
              <a:t>hich</a:t>
            </a:r>
            <a:endParaRPr sz="1867">
              <a:latin typeface="Lucida Sans Unicode"/>
              <a:cs typeface="Lucida Sans Unicode"/>
            </a:endParaRPr>
          </a:p>
          <a:p>
            <a:pPr marL="18626">
              <a:spcBef>
                <a:spcPts val="1547"/>
              </a:spcBef>
              <a:tabLst>
                <a:tab pos="1061693" algn="l"/>
              </a:tabLst>
            </a:pPr>
            <a:r>
              <a:rPr sz="1867" spc="60" dirty="0">
                <a:latin typeface="Lucida Sans Unicode"/>
                <a:cs typeface="Lucida Sans Unicode"/>
              </a:rPr>
              <a:t>Which</a:t>
            </a:r>
            <a:r>
              <a:rPr sz="1867" dirty="0">
                <a:latin typeface="Lucida Sans Unicode"/>
                <a:cs typeface="Lucida Sans Unicode"/>
              </a:rPr>
              <a:t>	</a:t>
            </a:r>
            <a:r>
              <a:rPr sz="1867" spc="-33" dirty="0">
                <a:latin typeface="Lucida Sans Unicode"/>
                <a:cs typeface="Lucida Sans Unicode"/>
              </a:rPr>
              <a:t>is</a:t>
            </a:r>
            <a:endParaRPr sz="1867">
              <a:latin typeface="Lucida Sans Unicode"/>
              <a:cs typeface="Lucida Sans Unicode"/>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D15AD-E91A-053F-D995-A5259B1CE04D}"/>
              </a:ext>
            </a:extLst>
          </p:cNvPr>
          <p:cNvSpPr>
            <a:spLocks noGrp="1"/>
          </p:cNvSpPr>
          <p:nvPr>
            <p:ph type="title"/>
          </p:nvPr>
        </p:nvSpPr>
        <p:spPr/>
        <p:txBody>
          <a:bodyPr/>
          <a:lstStyle/>
          <a:p>
            <a:r>
              <a:rPr lang="en-US" dirty="0"/>
              <a:t>How</a:t>
            </a:r>
            <a:r>
              <a:rPr lang="en-US" spc="-140" dirty="0"/>
              <a:t> </a:t>
            </a:r>
            <a:r>
              <a:rPr lang="en-US" spc="93" dirty="0"/>
              <a:t>do</a:t>
            </a:r>
            <a:r>
              <a:rPr lang="en-US" spc="-140" dirty="0"/>
              <a:t> </a:t>
            </a:r>
            <a:r>
              <a:rPr lang="en-US" spc="93" dirty="0"/>
              <a:t>you</a:t>
            </a:r>
            <a:r>
              <a:rPr lang="en-US" spc="-140" dirty="0"/>
              <a:t> </a:t>
            </a:r>
            <a:r>
              <a:rPr lang="en-US" dirty="0"/>
              <a:t>verify</a:t>
            </a:r>
            <a:r>
              <a:rPr lang="en-US" spc="-140" dirty="0"/>
              <a:t> </a:t>
            </a:r>
            <a:r>
              <a:rPr lang="en-US" spc="-13" dirty="0"/>
              <a:t>tokens?</a:t>
            </a:r>
            <a:endParaRPr lang="en-IN" dirty="0"/>
          </a:p>
        </p:txBody>
      </p:sp>
      <p:pic>
        <p:nvPicPr>
          <p:cNvPr id="5" name="Picture 4">
            <a:extLst>
              <a:ext uri="{FF2B5EF4-FFF2-40B4-BE49-F238E27FC236}">
                <a16:creationId xmlns:a16="http://schemas.microsoft.com/office/drawing/2014/main" id="{C9E5F222-A8BA-B257-7B31-BF1ABE8B6FF3}"/>
              </a:ext>
            </a:extLst>
          </p:cNvPr>
          <p:cNvPicPr>
            <a:picLocks noChangeAspect="1"/>
          </p:cNvPicPr>
          <p:nvPr/>
        </p:nvPicPr>
        <p:blipFill>
          <a:blip r:embed="rId2"/>
          <a:stretch>
            <a:fillRect/>
          </a:stretch>
        </p:blipFill>
        <p:spPr>
          <a:xfrm>
            <a:off x="795711" y="1704886"/>
            <a:ext cx="10600578" cy="4380604"/>
          </a:xfrm>
          <a:prstGeom prst="rect">
            <a:avLst/>
          </a:prstGeom>
        </p:spPr>
      </p:pic>
    </p:spTree>
    <p:extLst>
      <p:ext uri="{BB962C8B-B14F-4D97-AF65-F5344CB8AC3E}">
        <p14:creationId xmlns:p14="http://schemas.microsoft.com/office/powerpoint/2010/main" val="178398304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36AC0-704B-DD0A-4D2C-286C7CC92127}"/>
              </a:ext>
            </a:extLst>
          </p:cNvPr>
          <p:cNvSpPr>
            <a:spLocks noGrp="1"/>
          </p:cNvSpPr>
          <p:nvPr>
            <p:ph type="title"/>
          </p:nvPr>
        </p:nvSpPr>
        <p:spPr/>
        <p:txBody>
          <a:bodyPr/>
          <a:lstStyle/>
          <a:p>
            <a:r>
              <a:rPr lang="en-IN" spc="60" dirty="0"/>
              <a:t>Rejected</a:t>
            </a:r>
            <a:r>
              <a:rPr lang="en-IN" spc="-110" dirty="0"/>
              <a:t> </a:t>
            </a:r>
            <a:r>
              <a:rPr lang="en-IN" spc="-10" dirty="0"/>
              <a:t>tokens</a:t>
            </a:r>
            <a:endParaRPr lang="en-IN" dirty="0"/>
          </a:p>
        </p:txBody>
      </p:sp>
      <p:pic>
        <p:nvPicPr>
          <p:cNvPr id="5" name="Picture 4">
            <a:extLst>
              <a:ext uri="{FF2B5EF4-FFF2-40B4-BE49-F238E27FC236}">
                <a16:creationId xmlns:a16="http://schemas.microsoft.com/office/drawing/2014/main" id="{823ADB33-E87D-AA9B-C109-A185A5385E4A}"/>
              </a:ext>
            </a:extLst>
          </p:cNvPr>
          <p:cNvPicPr>
            <a:picLocks noChangeAspect="1"/>
          </p:cNvPicPr>
          <p:nvPr/>
        </p:nvPicPr>
        <p:blipFill>
          <a:blip r:embed="rId2"/>
          <a:stretch>
            <a:fillRect/>
          </a:stretch>
        </p:blipFill>
        <p:spPr>
          <a:xfrm>
            <a:off x="1159700" y="1928558"/>
            <a:ext cx="7189446" cy="4041318"/>
          </a:xfrm>
          <a:prstGeom prst="rect">
            <a:avLst/>
          </a:prstGeom>
        </p:spPr>
      </p:pic>
    </p:spTree>
    <p:extLst>
      <p:ext uri="{BB962C8B-B14F-4D97-AF65-F5344CB8AC3E}">
        <p14:creationId xmlns:p14="http://schemas.microsoft.com/office/powerpoint/2010/main" val="79538522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2CD07-81E8-F88E-0C0B-E33DE801A60A}"/>
              </a:ext>
            </a:extLst>
          </p:cNvPr>
          <p:cNvSpPr>
            <a:spLocks noGrp="1"/>
          </p:cNvSpPr>
          <p:nvPr>
            <p:ph type="title"/>
          </p:nvPr>
        </p:nvSpPr>
        <p:spPr/>
        <p:txBody>
          <a:bodyPr/>
          <a:lstStyle/>
          <a:p>
            <a:r>
              <a:rPr lang="en-IN" spc="60" dirty="0"/>
              <a:t>Rejected</a:t>
            </a:r>
            <a:r>
              <a:rPr lang="en-IN" spc="-110" dirty="0"/>
              <a:t> </a:t>
            </a:r>
            <a:r>
              <a:rPr lang="en-IN" spc="-10" dirty="0"/>
              <a:t>tokens</a:t>
            </a:r>
            <a:endParaRPr lang="en-IN" dirty="0"/>
          </a:p>
        </p:txBody>
      </p:sp>
      <p:pic>
        <p:nvPicPr>
          <p:cNvPr id="5" name="Picture 4">
            <a:extLst>
              <a:ext uri="{FF2B5EF4-FFF2-40B4-BE49-F238E27FC236}">
                <a16:creationId xmlns:a16="http://schemas.microsoft.com/office/drawing/2014/main" id="{7319A9AD-E88C-6E6C-EFEC-44C6CB5722EE}"/>
              </a:ext>
            </a:extLst>
          </p:cNvPr>
          <p:cNvPicPr>
            <a:picLocks noChangeAspect="1"/>
          </p:cNvPicPr>
          <p:nvPr/>
        </p:nvPicPr>
        <p:blipFill>
          <a:blip r:embed="rId2"/>
          <a:stretch>
            <a:fillRect/>
          </a:stretch>
        </p:blipFill>
        <p:spPr>
          <a:xfrm>
            <a:off x="438228" y="1559830"/>
            <a:ext cx="10660695" cy="3462806"/>
          </a:xfrm>
          <a:prstGeom prst="rect">
            <a:avLst/>
          </a:prstGeom>
        </p:spPr>
      </p:pic>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4BBD3C0-86A1-2238-6508-DBDB1C0149C6}"/>
                  </a:ext>
                </a:extLst>
              </p:cNvPr>
              <p:cNvSpPr txBox="1"/>
              <p:nvPr/>
            </p:nvSpPr>
            <p:spPr>
              <a:xfrm>
                <a:off x="5394434" y="5538217"/>
                <a:ext cx="6101254"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p>
                        <m:sSupPr>
                          <m:ctrlPr>
                            <a:rPr lang="ar-AE" sz="2400" i="1" smtClean="0">
                              <a:latin typeface="Cambria Math" panose="02040503050406030204" pitchFamily="18" charset="0"/>
                            </a:rPr>
                          </m:ctrlPr>
                        </m:sSupPr>
                        <m:e>
                          <m:r>
                            <a:rPr lang="ar-AE" sz="2400" i="1">
                              <a:latin typeface="Cambria Math" panose="02040503050406030204" pitchFamily="18" charset="0"/>
                            </a:rPr>
                            <m:t>𝑝</m:t>
                          </m:r>
                        </m:e>
                        <m:sup>
                          <m:r>
                            <a:rPr lang="ar-AE" sz="2400">
                              <a:latin typeface="Cambria Math" panose="02040503050406030204" pitchFamily="18" charset="0"/>
                            </a:rPr>
                            <m:t>′</m:t>
                          </m:r>
                        </m:sup>
                      </m:sSup>
                      <m:d>
                        <m:dPr>
                          <m:ctrlPr>
                            <a:rPr lang="ar-AE" sz="2400" i="1">
                              <a:latin typeface="Cambria Math" panose="02040503050406030204" pitchFamily="18" charset="0"/>
                            </a:rPr>
                          </m:ctrlPr>
                        </m:dPr>
                        <m:e>
                          <m:r>
                            <a:rPr lang="ar-AE" sz="2400" i="1">
                              <a:latin typeface="Cambria Math" panose="02040503050406030204" pitchFamily="18" charset="0"/>
                            </a:rPr>
                            <m:t>𝑥</m:t>
                          </m:r>
                        </m:e>
                      </m:d>
                      <m:r>
                        <a:rPr lang="ar-AE" sz="2400">
                          <a:latin typeface="Cambria Math" panose="02040503050406030204" pitchFamily="18" charset="0"/>
                        </a:rPr>
                        <m:t>=</m:t>
                      </m:r>
                      <m:r>
                        <m:rPr>
                          <m:nor/>
                        </m:rPr>
                        <a:rPr lang="en-IN" sz="2400" i="1"/>
                        <m:t>norm</m:t>
                      </m:r>
                      <m:r>
                        <a:rPr lang="en-IN" sz="2400">
                          <a:latin typeface="Cambria Math" panose="02040503050406030204" pitchFamily="18" charset="0"/>
                        </a:rPr>
                        <m:t>(</m:t>
                      </m:r>
                      <m:r>
                        <m:rPr>
                          <m:sty m:val="p"/>
                        </m:rPr>
                        <a:rPr lang="en-IN" sz="2400">
                          <a:latin typeface="Cambria Math" panose="02040503050406030204" pitchFamily="18" charset="0"/>
                        </a:rPr>
                        <m:t>max</m:t>
                      </m:r>
                      <m:r>
                        <a:rPr lang="en-IN" sz="2400">
                          <a:latin typeface="Cambria Math" panose="02040503050406030204" pitchFamily="18" charset="0"/>
                        </a:rPr>
                        <m:t>⁡</m:t>
                      </m:r>
                      <m:d>
                        <m:dPr>
                          <m:sepChr m:val=","/>
                          <m:ctrlPr>
                            <a:rPr lang="ar-AE" sz="2400" i="1">
                              <a:latin typeface="Cambria Math" panose="02040503050406030204" pitchFamily="18" charset="0"/>
                            </a:rPr>
                          </m:ctrlPr>
                        </m:dPr>
                        <m:e>
                          <m:r>
                            <a:rPr lang="ar-AE" sz="2400">
                              <a:latin typeface="Cambria Math" panose="02040503050406030204" pitchFamily="18" charset="0"/>
                            </a:rPr>
                            <m:t>0</m:t>
                          </m:r>
                        </m:e>
                        <m:e>
                          <m:r>
                            <m:rPr>
                              <m:nor/>
                            </m:rPr>
                            <a:rPr lang="ar-AE" sz="2400" i="1"/>
                            <m:t>  </m:t>
                          </m:r>
                          <m:r>
                            <a:rPr lang="ar-AE" sz="2400" i="1">
                              <a:latin typeface="Cambria Math" panose="02040503050406030204" pitchFamily="18" charset="0"/>
                            </a:rPr>
                            <m:t>𝑝</m:t>
                          </m:r>
                          <m:d>
                            <m:dPr>
                              <m:ctrlPr>
                                <a:rPr lang="ar-AE" sz="2400" i="1">
                                  <a:latin typeface="Cambria Math" panose="02040503050406030204" pitchFamily="18" charset="0"/>
                                </a:rPr>
                              </m:ctrlPr>
                            </m:dPr>
                            <m:e>
                              <m:r>
                                <a:rPr lang="ar-AE" sz="2400" i="1">
                                  <a:latin typeface="Cambria Math" panose="02040503050406030204" pitchFamily="18" charset="0"/>
                                </a:rPr>
                                <m:t>𝑥</m:t>
                              </m:r>
                            </m:e>
                          </m:d>
                          <m:r>
                            <a:rPr lang="ar-AE" sz="2400">
                              <a:latin typeface="Cambria Math" panose="02040503050406030204" pitchFamily="18" charset="0"/>
                            </a:rPr>
                            <m:t>−</m:t>
                          </m:r>
                          <m:r>
                            <a:rPr lang="ar-AE" sz="2400" i="1">
                              <a:latin typeface="Cambria Math" panose="02040503050406030204" pitchFamily="18" charset="0"/>
                            </a:rPr>
                            <m:t>𝑞</m:t>
                          </m:r>
                          <m:d>
                            <m:dPr>
                              <m:ctrlPr>
                                <a:rPr lang="ar-AE" sz="2400" i="1">
                                  <a:latin typeface="Cambria Math" panose="02040503050406030204" pitchFamily="18" charset="0"/>
                                </a:rPr>
                              </m:ctrlPr>
                            </m:dPr>
                            <m:e>
                              <m:r>
                                <a:rPr lang="ar-AE" sz="2400" i="1">
                                  <a:latin typeface="Cambria Math" panose="02040503050406030204" pitchFamily="18" charset="0"/>
                                </a:rPr>
                                <m:t>𝑥</m:t>
                              </m:r>
                            </m:e>
                          </m:d>
                        </m:e>
                      </m:d>
                      <m:r>
                        <a:rPr lang="ar-AE" sz="2400">
                          <a:latin typeface="Cambria Math" panose="02040503050406030204" pitchFamily="18" charset="0"/>
                        </a:rPr>
                        <m:t>)</m:t>
                      </m:r>
                    </m:oMath>
                  </m:oMathPara>
                </a14:m>
                <a:endParaRPr lang="ar-AE" sz="2400" b="0" dirty="0"/>
              </a:p>
            </p:txBody>
          </p:sp>
        </mc:Choice>
        <mc:Fallback xmlns="">
          <p:sp>
            <p:nvSpPr>
              <p:cNvPr id="7" name="TextBox 6">
                <a:extLst>
                  <a:ext uri="{FF2B5EF4-FFF2-40B4-BE49-F238E27FC236}">
                    <a16:creationId xmlns:a16="http://schemas.microsoft.com/office/drawing/2014/main" id="{54BBD3C0-86A1-2238-6508-DBDB1C0149C6}"/>
                  </a:ext>
                </a:extLst>
              </p:cNvPr>
              <p:cNvSpPr txBox="1">
                <a:spLocks noRot="1" noChangeAspect="1" noMove="1" noResize="1" noEditPoints="1" noAdjustHandles="1" noChangeArrowheads="1" noChangeShapeType="1" noTextEdit="1"/>
              </p:cNvSpPr>
              <p:nvPr/>
            </p:nvSpPr>
            <p:spPr>
              <a:xfrm>
                <a:off x="5394434" y="5538217"/>
                <a:ext cx="6101254" cy="461665"/>
              </a:xfrm>
              <a:prstGeom prst="rect">
                <a:avLst/>
              </a:prstGeom>
              <a:blipFill>
                <a:blip r:embed="rId3"/>
                <a:stretch>
                  <a:fillRect b="-20000"/>
                </a:stretch>
              </a:blipFill>
            </p:spPr>
            <p:txBody>
              <a:bodyPr/>
              <a:lstStyle/>
              <a:p>
                <a:r>
                  <a:rPr lang="en-IN">
                    <a:noFill/>
                  </a:rPr>
                  <a:t> </a:t>
                </a:r>
              </a:p>
            </p:txBody>
          </p:sp>
        </mc:Fallback>
      </mc:AlternateContent>
      <p:sp>
        <p:nvSpPr>
          <p:cNvPr id="9" name="TextBox 8">
            <a:extLst>
              <a:ext uri="{FF2B5EF4-FFF2-40B4-BE49-F238E27FC236}">
                <a16:creationId xmlns:a16="http://schemas.microsoft.com/office/drawing/2014/main" id="{6D8B8A68-C475-92BC-C316-B11BE5B12069}"/>
              </a:ext>
            </a:extLst>
          </p:cNvPr>
          <p:cNvSpPr txBox="1"/>
          <p:nvPr/>
        </p:nvSpPr>
        <p:spPr>
          <a:xfrm>
            <a:off x="1778877" y="5538217"/>
            <a:ext cx="4169978" cy="830997"/>
          </a:xfrm>
          <a:prstGeom prst="rect">
            <a:avLst/>
          </a:prstGeom>
          <a:noFill/>
        </p:spPr>
        <p:txBody>
          <a:bodyPr wrap="square">
            <a:spAutoFit/>
          </a:bodyPr>
          <a:lstStyle/>
          <a:p>
            <a:r>
              <a:rPr lang="en-IN" sz="2400" dirty="0"/>
              <a:t>p(x)  = target probability </a:t>
            </a:r>
          </a:p>
          <a:p>
            <a:r>
              <a:rPr lang="en-IN" sz="2400" dirty="0"/>
              <a:t> q(x) = draft probability</a:t>
            </a:r>
          </a:p>
        </p:txBody>
      </p:sp>
    </p:spTree>
    <p:extLst>
      <p:ext uri="{BB962C8B-B14F-4D97-AF65-F5344CB8AC3E}">
        <p14:creationId xmlns:p14="http://schemas.microsoft.com/office/powerpoint/2010/main" val="96027198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Content Placeholder 1">
                <a:extLst>
                  <a:ext uri="{FF2B5EF4-FFF2-40B4-BE49-F238E27FC236}">
                    <a16:creationId xmlns:a16="http://schemas.microsoft.com/office/drawing/2014/main" id="{792DB350-2DF8-17CC-607A-4BD081DB2287}"/>
                  </a:ext>
                </a:extLst>
              </p:cNvPr>
              <p:cNvSpPr>
                <a:spLocks noGrp="1"/>
              </p:cNvSpPr>
              <p:nvPr>
                <p:ph idx="10"/>
              </p:nvPr>
            </p:nvSpPr>
            <p:spPr/>
            <p:txBody>
              <a:bodyPr>
                <a:normAutofit/>
              </a:bodyPr>
              <a:lstStyle/>
              <a:p>
                <a:pPr marL="457200" indent="-457200">
                  <a:buFont typeface="+mj-lt"/>
                  <a:buAutoNum type="arabicPeriod"/>
                </a:pPr>
                <a:r>
                  <a:rPr lang="en-IN" b="1" dirty="0"/>
                  <a:t>Token speculation: D</a:t>
                </a:r>
                <a:r>
                  <a:rPr lang="en-IN" dirty="0"/>
                  <a:t>raft model proposes K tokens, one after another</a:t>
                </a:r>
              </a:p>
              <a:p>
                <a:pPr marL="457200" indent="-457200">
                  <a:buFont typeface="+mj-lt"/>
                  <a:buAutoNum type="arabicPeriod"/>
                </a:pPr>
                <a:r>
                  <a:rPr lang="en-IN" b="1" dirty="0"/>
                  <a:t>Parallel verification.</a:t>
                </a:r>
                <a:r>
                  <a:rPr lang="en-IN" dirty="0"/>
                  <a:t> Feed the prompt plus all K draft tokens through the target model </a:t>
                </a:r>
                <a:r>
                  <a:rPr lang="en-IN" i="1" dirty="0"/>
                  <a:t>once</a:t>
                </a:r>
                <a:r>
                  <a:rPr lang="en-IN" dirty="0"/>
                  <a:t>. Because the target predicts a next-token distribution at every position in a single pass, this gives us the target's opinion on all K guesses simultaneously.</a:t>
                </a:r>
              </a:p>
              <a:p>
                <a:pPr marL="457200" indent="-457200">
                  <a:buFont typeface="+mj-lt"/>
                  <a:buAutoNum type="arabicPeriod"/>
                </a:pPr>
                <a:r>
                  <a:rPr lang="en-IN" b="1" dirty="0"/>
                  <a:t>Rejection sampling.</a:t>
                </a:r>
                <a:r>
                  <a:rPr lang="en-IN" dirty="0"/>
                  <a:t> Walk left to right. For each drafted token x, compare the target probability p(x) to the draft probability q(x):</a:t>
                </a:r>
              </a:p>
              <a:p>
                <a:r>
                  <a:rPr lang="en-IN" dirty="0"/>
                  <a:t>If q(x) ≤ p(x) → </a:t>
                </a:r>
                <a:r>
                  <a:rPr lang="en-IN" b="1" dirty="0"/>
                  <a:t>keep</a:t>
                </a:r>
                <a:r>
                  <a:rPr lang="en-IN" dirty="0"/>
                  <a:t> x (the target likes it at least as much as the draft did)</a:t>
                </a:r>
              </a:p>
              <a:p>
                <a:r>
                  <a:rPr lang="en-IN" dirty="0"/>
                  <a:t>If q(x) &gt; p(x) → the draft over-promised; </a:t>
                </a:r>
                <a:r>
                  <a:rPr lang="en-IN" b="1" dirty="0"/>
                  <a:t>reject</a:t>
                </a:r>
                <a:r>
                  <a:rPr lang="en-IN" dirty="0"/>
                  <a:t> with probability 1 − p(x)/q(x)</a:t>
                </a:r>
              </a:p>
              <a:p>
                <a:r>
                  <a:rPr lang="en-IN" dirty="0"/>
                  <a:t>On the first rejection, resample a replacement from the </a:t>
                </a:r>
                <a:r>
                  <a:rPr lang="en-IN" i="1" dirty="0"/>
                  <a:t>adjusted distribution</a:t>
                </a:r>
                <a:endParaRPr lang="en-IN" dirty="0"/>
              </a:p>
              <a:p>
                <a:pPr/>
                <a14:m>
                  <m:oMathPara xmlns:m="http://schemas.openxmlformats.org/officeDocument/2006/math">
                    <m:oMathParaPr>
                      <m:jc m:val="centerGroup"/>
                    </m:oMathParaPr>
                    <m:oMath xmlns:m="http://schemas.openxmlformats.org/officeDocument/2006/math">
                      <m:sSup>
                        <m:sSupPr>
                          <m:ctrlPr>
                            <a:rPr lang="ar-AE" i="1">
                              <a:latin typeface="Cambria Math" panose="02040503050406030204" pitchFamily="18" charset="0"/>
                            </a:rPr>
                          </m:ctrlPr>
                        </m:sSupPr>
                        <m:e>
                          <m:r>
                            <a:rPr lang="ar-AE" i="1">
                              <a:latin typeface="Cambria Math" panose="02040503050406030204" pitchFamily="18" charset="0"/>
                            </a:rPr>
                            <m:t>𝑝</m:t>
                          </m:r>
                        </m:e>
                        <m:sup>
                          <m:r>
                            <a:rPr lang="ar-AE">
                              <a:latin typeface="Cambria Math" panose="02040503050406030204" pitchFamily="18" charset="0"/>
                            </a:rPr>
                            <m:t>′</m:t>
                          </m:r>
                        </m:sup>
                      </m:sSup>
                      <m:d>
                        <m:dPr>
                          <m:ctrlPr>
                            <a:rPr lang="ar-AE" i="1">
                              <a:latin typeface="Cambria Math" panose="02040503050406030204" pitchFamily="18" charset="0"/>
                            </a:rPr>
                          </m:ctrlPr>
                        </m:dPr>
                        <m:e>
                          <m:r>
                            <a:rPr lang="ar-AE" i="1">
                              <a:latin typeface="Cambria Math" panose="02040503050406030204" pitchFamily="18" charset="0"/>
                            </a:rPr>
                            <m:t>𝑥</m:t>
                          </m:r>
                        </m:e>
                      </m:d>
                      <m:r>
                        <a:rPr lang="ar-AE">
                          <a:latin typeface="Cambria Math" panose="02040503050406030204" pitchFamily="18" charset="0"/>
                        </a:rPr>
                        <m:t>=</m:t>
                      </m:r>
                      <m:r>
                        <m:rPr>
                          <m:nor/>
                        </m:rPr>
                        <a:rPr lang="en-IN" i="1"/>
                        <m:t>norm</m:t>
                      </m:r>
                      <m:r>
                        <a:rPr lang="en-IN">
                          <a:latin typeface="Cambria Math" panose="02040503050406030204" pitchFamily="18" charset="0"/>
                        </a:rPr>
                        <m:t>(</m:t>
                      </m:r>
                      <m:r>
                        <m:rPr>
                          <m:sty m:val="p"/>
                        </m:rPr>
                        <a:rPr lang="en-IN">
                          <a:latin typeface="Cambria Math" panose="02040503050406030204" pitchFamily="18" charset="0"/>
                        </a:rPr>
                        <m:t>max</m:t>
                      </m:r>
                      <m:r>
                        <a:rPr lang="en-IN">
                          <a:latin typeface="Cambria Math" panose="02040503050406030204" pitchFamily="18" charset="0"/>
                        </a:rPr>
                        <m:t>⁡</m:t>
                      </m:r>
                      <m:d>
                        <m:dPr>
                          <m:sepChr m:val=","/>
                          <m:ctrlPr>
                            <a:rPr lang="ar-AE" i="1">
                              <a:latin typeface="Cambria Math" panose="02040503050406030204" pitchFamily="18" charset="0"/>
                            </a:rPr>
                          </m:ctrlPr>
                        </m:dPr>
                        <m:e>
                          <m:r>
                            <a:rPr lang="ar-AE">
                              <a:latin typeface="Cambria Math" panose="02040503050406030204" pitchFamily="18" charset="0"/>
                            </a:rPr>
                            <m:t>0</m:t>
                          </m:r>
                        </m:e>
                        <m:e>
                          <m:r>
                            <m:rPr>
                              <m:nor/>
                            </m:rPr>
                            <a:rPr lang="ar-AE" i="1"/>
                            <m:t>  </m:t>
                          </m:r>
                          <m:r>
                            <a:rPr lang="ar-AE" i="1">
                              <a:latin typeface="Cambria Math" panose="02040503050406030204" pitchFamily="18" charset="0"/>
                            </a:rPr>
                            <m:t>𝑝</m:t>
                          </m:r>
                          <m:d>
                            <m:dPr>
                              <m:ctrlPr>
                                <a:rPr lang="ar-AE" i="1">
                                  <a:latin typeface="Cambria Math" panose="02040503050406030204" pitchFamily="18" charset="0"/>
                                </a:rPr>
                              </m:ctrlPr>
                            </m:dPr>
                            <m:e>
                              <m:r>
                                <a:rPr lang="ar-AE" i="1">
                                  <a:latin typeface="Cambria Math" panose="02040503050406030204" pitchFamily="18" charset="0"/>
                                </a:rPr>
                                <m:t>𝑥</m:t>
                              </m:r>
                            </m:e>
                          </m:d>
                          <m:r>
                            <a:rPr lang="ar-AE">
                              <a:latin typeface="Cambria Math" panose="02040503050406030204" pitchFamily="18" charset="0"/>
                            </a:rPr>
                            <m:t>−</m:t>
                          </m:r>
                          <m:r>
                            <a:rPr lang="ar-AE" i="1">
                              <a:latin typeface="Cambria Math" panose="02040503050406030204" pitchFamily="18" charset="0"/>
                            </a:rPr>
                            <m:t>𝑞</m:t>
                          </m:r>
                          <m:d>
                            <m:dPr>
                              <m:ctrlPr>
                                <a:rPr lang="ar-AE" i="1">
                                  <a:latin typeface="Cambria Math" panose="02040503050406030204" pitchFamily="18" charset="0"/>
                                </a:rPr>
                              </m:ctrlPr>
                            </m:dPr>
                            <m:e>
                              <m:r>
                                <a:rPr lang="ar-AE" i="1">
                                  <a:latin typeface="Cambria Math" panose="02040503050406030204" pitchFamily="18" charset="0"/>
                                </a:rPr>
                                <m:t>𝑥</m:t>
                              </m:r>
                            </m:e>
                          </m:d>
                        </m:e>
                      </m:d>
                      <m:r>
                        <a:rPr lang="ar-AE">
                          <a:latin typeface="Cambria Math" panose="02040503050406030204" pitchFamily="18" charset="0"/>
                        </a:rPr>
                        <m:t>)</m:t>
                      </m:r>
                    </m:oMath>
                  </m:oMathPara>
                </a14:m>
                <a:endParaRPr lang="ar-AE" b="0" dirty="0"/>
              </a:p>
              <a:p>
                <a:r>
                  <a:rPr lang="en-IN" dirty="0"/>
                  <a:t>and stop — discard any draft tokens after that point</a:t>
                </a:r>
              </a:p>
              <a:p>
                <a:pPr marL="457200" indent="-457200">
                  <a:buFont typeface="+mj-lt"/>
                  <a:buAutoNum type="arabicPeriod"/>
                </a:pPr>
                <a:endParaRPr lang="en-IN" dirty="0"/>
              </a:p>
            </p:txBody>
          </p:sp>
        </mc:Choice>
        <mc:Fallback xmlns="">
          <p:sp>
            <p:nvSpPr>
              <p:cNvPr id="2" name="Content Placeholder 1">
                <a:extLst>
                  <a:ext uri="{FF2B5EF4-FFF2-40B4-BE49-F238E27FC236}">
                    <a16:creationId xmlns:a16="http://schemas.microsoft.com/office/drawing/2014/main" id="{792DB350-2DF8-17CC-607A-4BD081DB2287}"/>
                  </a:ext>
                </a:extLst>
              </p:cNvPr>
              <p:cNvSpPr>
                <a:spLocks noGrp="1" noRot="1" noChangeAspect="1" noMove="1" noResize="1" noEditPoints="1" noAdjustHandles="1" noChangeArrowheads="1" noChangeShapeType="1" noTextEdit="1"/>
              </p:cNvSpPr>
              <p:nvPr>
                <p:ph idx="10"/>
              </p:nvPr>
            </p:nvSpPr>
            <p:spPr>
              <a:blipFill>
                <a:blip r:embed="rId2"/>
                <a:stretch>
                  <a:fillRect l="-797" t="-1077" r="-266"/>
                </a:stretch>
              </a:blipFill>
            </p:spPr>
            <p:txBody>
              <a:bodyPr/>
              <a:lstStyle/>
              <a:p>
                <a:r>
                  <a:rPr lang="en-IN">
                    <a:noFill/>
                  </a:rPr>
                  <a:t> </a:t>
                </a:r>
              </a:p>
            </p:txBody>
          </p:sp>
        </mc:Fallback>
      </mc:AlternateContent>
      <p:sp>
        <p:nvSpPr>
          <p:cNvPr id="3" name="Title 2">
            <a:extLst>
              <a:ext uri="{FF2B5EF4-FFF2-40B4-BE49-F238E27FC236}">
                <a16:creationId xmlns:a16="http://schemas.microsoft.com/office/drawing/2014/main" id="{B8FF745A-50CD-7556-A84D-F37176EE9139}"/>
              </a:ext>
            </a:extLst>
          </p:cNvPr>
          <p:cNvSpPr>
            <a:spLocks noGrp="1"/>
          </p:cNvSpPr>
          <p:nvPr>
            <p:ph type="title"/>
          </p:nvPr>
        </p:nvSpPr>
        <p:spPr/>
        <p:txBody>
          <a:bodyPr/>
          <a:lstStyle/>
          <a:p>
            <a:r>
              <a:rPr lang="en-IN" b="1" dirty="0"/>
              <a:t>Three steps</a:t>
            </a:r>
            <a:endParaRPr lang="en-IN" dirty="0"/>
          </a:p>
        </p:txBody>
      </p:sp>
    </p:spTree>
    <p:extLst>
      <p:ext uri="{BB962C8B-B14F-4D97-AF65-F5344CB8AC3E}">
        <p14:creationId xmlns:p14="http://schemas.microsoft.com/office/powerpoint/2010/main" val="52344355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FAF4E7E-F976-C491-2729-8D7914FAA979}"/>
              </a:ext>
            </a:extLst>
          </p:cNvPr>
          <p:cNvSpPr>
            <a:spLocks noGrp="1"/>
          </p:cNvSpPr>
          <p:nvPr>
            <p:ph type="title"/>
          </p:nvPr>
        </p:nvSpPr>
        <p:spPr/>
        <p:txBody>
          <a:bodyPr/>
          <a:lstStyle/>
          <a:p>
            <a:r>
              <a:rPr lang="en-US" dirty="0"/>
              <a:t>Example</a:t>
            </a:r>
            <a:endParaRPr lang="en-IN" dirty="0"/>
          </a:p>
        </p:txBody>
      </p:sp>
      <p:sp>
        <p:nvSpPr>
          <p:cNvPr id="7" name="Rectangle 2">
            <a:extLst>
              <a:ext uri="{FF2B5EF4-FFF2-40B4-BE49-F238E27FC236}">
                <a16:creationId xmlns:a16="http://schemas.microsoft.com/office/drawing/2014/main" id="{0C9C386E-5502-D071-68C9-9E382EE5D6A0}"/>
              </a:ext>
            </a:extLst>
          </p:cNvPr>
          <p:cNvSpPr>
            <a:spLocks noChangeArrowheads="1"/>
          </p:cNvSpPr>
          <p:nvPr/>
        </p:nvSpPr>
        <p:spPr bwMode="auto">
          <a:xfrm>
            <a:off x="304801" y="-816654"/>
            <a:ext cx="6630147" cy="4924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a:ln>
                  <a:noFill/>
                </a:ln>
                <a:solidFill>
                  <a:schemeClr val="tx1"/>
                </a:solidFill>
                <a:effectLst/>
                <a:latin typeface="Arial" panose="020B0604020202020204" pitchFamily="34" charset="0"/>
              </a:rPr>
              <a:t>two phases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 name="Content Placeholder 3">
            <a:extLst>
              <a:ext uri="{FF2B5EF4-FFF2-40B4-BE49-F238E27FC236}">
                <a16:creationId xmlns:a16="http://schemas.microsoft.com/office/drawing/2014/main" id="{B3297DA7-9F28-531C-3C90-ECCB008F5D12}"/>
              </a:ext>
            </a:extLst>
          </p:cNvPr>
          <p:cNvSpPr>
            <a:spLocks noGrp="1"/>
          </p:cNvSpPr>
          <p:nvPr>
            <p:ph idx="10"/>
          </p:nvPr>
        </p:nvSpPr>
        <p:spPr>
          <a:xfrm>
            <a:off x="0" y="1417208"/>
            <a:ext cx="11887200" cy="5157328"/>
          </a:xfrm>
        </p:spPr>
        <p:txBody>
          <a:bodyPr>
            <a:normAutofit/>
          </a:bodyPr>
          <a:lstStyle/>
          <a:p>
            <a:r>
              <a:rPr lang="en-US" sz="2000" b="1" dirty="0"/>
              <a:t>Setup.</a:t>
            </a:r>
            <a:r>
              <a:rPr lang="en-US" sz="2000" dirty="0"/>
              <a:t> Prompt so far: "The cat sat on". The draft model proposes K = 3 tokens. The target model verifies all three in one forward pass. Tiny vocabularies so every number is checkable by hand. The accept/reject rule looks only at the </a:t>
            </a:r>
            <a:r>
              <a:rPr lang="en-US" sz="2000" i="1" dirty="0"/>
              <a:t>one</a:t>
            </a:r>
            <a:r>
              <a:rPr lang="en-US" sz="2000" dirty="0"/>
              <a:t> token the draft actually sampled at each position</a:t>
            </a:r>
          </a:p>
          <a:p>
            <a:r>
              <a:rPr lang="en-US" sz="2000" dirty="0"/>
              <a:t>p(x) = target probability</a:t>
            </a:r>
          </a:p>
          <a:p>
            <a:r>
              <a:rPr lang="en-US" sz="2000" dirty="0"/>
              <a:t>q(x) = draft probability</a:t>
            </a:r>
          </a:p>
          <a:p>
            <a:r>
              <a:rPr lang="en-US" sz="2000" dirty="0"/>
              <a:t>p'(x) = adjusted distribution for resampling</a:t>
            </a:r>
          </a:p>
          <a:p>
            <a:endParaRPr lang="en-US" sz="2000" dirty="0"/>
          </a:p>
          <a:p>
            <a:pPr lvl="0" algn="l" rtl="0" eaLnBrk="0" fontAlgn="base" hangingPunct="0">
              <a:spcBef>
                <a:spcPct val="0"/>
              </a:spcBef>
              <a:spcAft>
                <a:spcPct val="0"/>
              </a:spcAft>
            </a:pPr>
            <a:r>
              <a:rPr lang="en-US" altLang="en-US" sz="2000" b="1" dirty="0">
                <a:solidFill>
                  <a:schemeClr val="tx1"/>
                </a:solidFill>
              </a:rPr>
              <a:t>Position 1 — context </a:t>
            </a:r>
            <a:r>
              <a:rPr lang="en-US" altLang="en-US" sz="2000" b="1" dirty="0">
                <a:solidFill>
                  <a:schemeClr val="tx1"/>
                </a:solidFill>
                <a:highlight>
                  <a:srgbClr val="FFFF00"/>
                </a:highlight>
              </a:rPr>
              <a:t>"The cat sat on"</a:t>
            </a:r>
          </a:p>
          <a:p>
            <a:pPr lvl="0" algn="l" rtl="0" eaLnBrk="0" fontAlgn="base" hangingPunct="0">
              <a:spcBef>
                <a:spcPct val="0"/>
              </a:spcBef>
              <a:spcAft>
                <a:spcPct val="0"/>
              </a:spcAft>
            </a:pPr>
            <a:r>
              <a:rPr lang="en-US" altLang="en-US" sz="2000" dirty="0">
                <a:solidFill>
                  <a:schemeClr val="tx1"/>
                </a:solidFill>
              </a:rPr>
              <a:t>Draft LLM sampled x = "the". </a:t>
            </a:r>
          </a:p>
          <a:p>
            <a:pPr lvl="0" algn="l" rtl="0" eaLnBrk="0" fontAlgn="base" hangingPunct="0">
              <a:spcBef>
                <a:spcPct val="0"/>
              </a:spcBef>
              <a:spcAft>
                <a:spcPct val="0"/>
              </a:spcAft>
            </a:pPr>
            <a:r>
              <a:rPr lang="en-US" altLang="en-US" sz="2000" dirty="0">
                <a:solidFill>
                  <a:schemeClr val="tx1"/>
                </a:solidFill>
              </a:rPr>
              <a:t>We need only that token's two probabilities:</a:t>
            </a:r>
          </a:p>
          <a:p>
            <a:pPr lvl="0" algn="l" rtl="0" eaLnBrk="0" fontAlgn="base" hangingPunct="0">
              <a:spcBef>
                <a:spcPct val="0"/>
              </a:spcBef>
              <a:spcAft>
                <a:spcPct val="0"/>
              </a:spcAft>
            </a:pPr>
            <a:r>
              <a:rPr lang="en-US" altLang="en-US" sz="2000" dirty="0">
                <a:solidFill>
                  <a:srgbClr val="14181F"/>
                </a:solidFill>
              </a:rPr>
              <a:t>p(the) = 0.60  and q(the) = 0.50</a:t>
            </a:r>
            <a:endParaRPr lang="en-US" altLang="en-US" sz="2000" dirty="0">
              <a:solidFill>
                <a:schemeClr val="tx1"/>
              </a:solidFill>
            </a:endParaRPr>
          </a:p>
          <a:p>
            <a:pPr lvl="0" algn="l" rtl="0" eaLnBrk="0" fontAlgn="base" hangingPunct="0">
              <a:spcBef>
                <a:spcPct val="0"/>
              </a:spcBef>
              <a:spcAft>
                <a:spcPct val="0"/>
              </a:spcAft>
            </a:pPr>
            <a:r>
              <a:rPr lang="en-US" altLang="en-US" sz="2000" dirty="0">
                <a:solidFill>
                  <a:schemeClr val="tx1"/>
                </a:solidFill>
              </a:rPr>
              <a:t>Since q(the) = 0.50 ≤ p(the) = 0.60, we are in the </a:t>
            </a:r>
            <a:r>
              <a:rPr lang="en-US" altLang="en-US" sz="2000" b="1" dirty="0">
                <a:solidFill>
                  <a:schemeClr val="tx1"/>
                </a:solidFill>
              </a:rPr>
              <a:t>keep</a:t>
            </a:r>
            <a:r>
              <a:rPr lang="en-US" altLang="en-US" sz="2000" dirty="0">
                <a:solidFill>
                  <a:schemeClr val="tx1"/>
                </a:solidFill>
              </a:rPr>
              <a:t> branch — no coin needed</a:t>
            </a:r>
          </a:p>
          <a:p>
            <a:pPr lvl="0" algn="l" rtl="0" eaLnBrk="0" fontAlgn="base" hangingPunct="0">
              <a:spcBef>
                <a:spcPct val="0"/>
              </a:spcBef>
              <a:spcAft>
                <a:spcPct val="0"/>
              </a:spcAft>
            </a:pPr>
            <a:endParaRPr lang="en-US" altLang="en-US" sz="2000" dirty="0">
              <a:solidFill>
                <a:schemeClr val="tx1"/>
              </a:solidFill>
            </a:endParaRPr>
          </a:p>
          <a:p>
            <a:pPr lvl="0" algn="l" rtl="0" eaLnBrk="0" fontAlgn="base" hangingPunct="0">
              <a:spcBef>
                <a:spcPct val="0"/>
              </a:spcBef>
              <a:spcAft>
                <a:spcPct val="0"/>
              </a:spcAft>
            </a:pPr>
            <a:r>
              <a:rPr lang="en-US" altLang="en-US" sz="2000" dirty="0">
                <a:solidFill>
                  <a:schemeClr val="tx1"/>
                </a:solidFill>
              </a:rPr>
              <a:t>→ </a:t>
            </a:r>
            <a:r>
              <a:rPr lang="en-US" altLang="en-US" sz="2000" b="1" dirty="0">
                <a:solidFill>
                  <a:schemeClr val="tx1"/>
                </a:solidFill>
              </a:rPr>
              <a:t>Emit "the".</a:t>
            </a:r>
            <a:r>
              <a:rPr lang="en-US" altLang="en-US" sz="2000" dirty="0">
                <a:solidFill>
                  <a:schemeClr val="tx1"/>
                </a:solidFill>
              </a:rPr>
              <a:t> Move to the next position</a:t>
            </a:r>
          </a:p>
          <a:p>
            <a:endParaRPr lang="en-US" sz="2000" dirty="0"/>
          </a:p>
          <a:p>
            <a:endParaRPr lang="en-US" sz="2000" dirty="0"/>
          </a:p>
          <a:p>
            <a:endParaRPr lang="en-IN" sz="2000" dirty="0"/>
          </a:p>
        </p:txBody>
      </p:sp>
    </p:spTree>
    <p:extLst>
      <p:ext uri="{BB962C8B-B14F-4D97-AF65-F5344CB8AC3E}">
        <p14:creationId xmlns:p14="http://schemas.microsoft.com/office/powerpoint/2010/main" val="365621384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1CB7123-C908-1BDE-3BDD-47598B0EAB87}"/>
              </a:ext>
            </a:extLst>
          </p:cNvPr>
          <p:cNvSpPr>
            <a:spLocks noGrp="1"/>
          </p:cNvSpPr>
          <p:nvPr>
            <p:ph idx="10"/>
          </p:nvPr>
        </p:nvSpPr>
        <p:spPr/>
        <p:txBody>
          <a:bodyPr>
            <a:normAutofit fontScale="92500"/>
          </a:bodyPr>
          <a:lstStyle/>
          <a:p>
            <a:pPr lvl="0" algn="l" rtl="0" eaLnBrk="0" fontAlgn="base" hangingPunct="0">
              <a:spcBef>
                <a:spcPct val="0"/>
              </a:spcBef>
              <a:spcAft>
                <a:spcPct val="0"/>
              </a:spcAft>
            </a:pPr>
            <a:r>
              <a:rPr lang="en-US" altLang="en-US" b="1" dirty="0">
                <a:solidFill>
                  <a:schemeClr val="tx1"/>
                </a:solidFill>
              </a:rPr>
              <a:t>Position 2 — context </a:t>
            </a:r>
            <a:r>
              <a:rPr lang="en-US" altLang="en-US" b="1" dirty="0">
                <a:solidFill>
                  <a:schemeClr val="tx1"/>
                </a:solidFill>
                <a:highlight>
                  <a:srgbClr val="FFFF00"/>
                </a:highlight>
              </a:rPr>
              <a:t>"The cat sat on the"</a:t>
            </a:r>
          </a:p>
          <a:p>
            <a:pPr lvl="0" algn="l" rtl="0" eaLnBrk="0" fontAlgn="base" hangingPunct="0">
              <a:spcBef>
                <a:spcPct val="0"/>
              </a:spcBef>
              <a:spcAft>
                <a:spcPct val="0"/>
              </a:spcAft>
            </a:pPr>
            <a:r>
              <a:rPr lang="en-US" altLang="en-US" dirty="0">
                <a:solidFill>
                  <a:schemeClr val="tx1"/>
                </a:solidFill>
              </a:rPr>
              <a:t>Draft sampled x = "mat":</a:t>
            </a:r>
          </a:p>
          <a:p>
            <a:pPr lvl="0" algn="l" rtl="0" eaLnBrk="0" fontAlgn="base" hangingPunct="0">
              <a:spcBef>
                <a:spcPct val="0"/>
              </a:spcBef>
              <a:spcAft>
                <a:spcPct val="0"/>
              </a:spcAft>
            </a:pPr>
            <a:r>
              <a:rPr lang="en-US" altLang="en-US" dirty="0">
                <a:solidFill>
                  <a:srgbClr val="14181F"/>
                </a:solidFill>
              </a:rPr>
              <a:t>p(mat) = 0.30 and q(mat) = 0.50</a:t>
            </a:r>
            <a:endParaRPr lang="en-US" altLang="en-US" dirty="0">
              <a:solidFill>
                <a:schemeClr val="tx1"/>
              </a:solidFill>
            </a:endParaRPr>
          </a:p>
          <a:p>
            <a:pPr lvl="0" algn="l" rtl="0" eaLnBrk="0" fontAlgn="base" hangingPunct="0">
              <a:spcBef>
                <a:spcPct val="0"/>
              </a:spcBef>
              <a:spcAft>
                <a:spcPct val="0"/>
              </a:spcAft>
            </a:pPr>
            <a:r>
              <a:rPr lang="en-US" altLang="en-US" dirty="0">
                <a:solidFill>
                  <a:schemeClr val="tx1"/>
                </a:solidFill>
              </a:rPr>
              <a:t>Now q(mat) = 0.50 &gt; p(mat) = 0.30, so we are in the </a:t>
            </a:r>
            <a:r>
              <a:rPr lang="en-US" altLang="en-US" b="1" dirty="0">
                <a:solidFill>
                  <a:schemeClr val="tx1"/>
                </a:solidFill>
              </a:rPr>
              <a:t>reject</a:t>
            </a:r>
            <a:r>
              <a:rPr lang="en-US" altLang="en-US" dirty="0">
                <a:solidFill>
                  <a:schemeClr val="tx1"/>
                </a:solidFill>
              </a:rPr>
              <a:t> branch. </a:t>
            </a:r>
          </a:p>
          <a:p>
            <a:pPr lvl="0" algn="l" rtl="0" eaLnBrk="0" fontAlgn="base" hangingPunct="0">
              <a:spcBef>
                <a:spcPct val="0"/>
              </a:spcBef>
              <a:spcAft>
                <a:spcPct val="0"/>
              </a:spcAft>
            </a:pPr>
            <a:endParaRPr lang="en-US" altLang="en-US" dirty="0">
              <a:solidFill>
                <a:schemeClr val="tx1"/>
              </a:solidFill>
            </a:endParaRPr>
          </a:p>
          <a:p>
            <a:pPr lvl="0" algn="l" rtl="0" eaLnBrk="0" fontAlgn="base" hangingPunct="0">
              <a:spcBef>
                <a:spcPct val="0"/>
              </a:spcBef>
              <a:spcAft>
                <a:spcPct val="0"/>
              </a:spcAft>
            </a:pPr>
            <a:r>
              <a:rPr lang="en-US" altLang="en-US" dirty="0">
                <a:solidFill>
                  <a:schemeClr val="tx1"/>
                </a:solidFill>
              </a:rPr>
              <a:t>Compute the reject probability:</a:t>
            </a:r>
          </a:p>
          <a:p>
            <a:pPr lvl="0" algn="l" rtl="0" eaLnBrk="0" fontAlgn="base" hangingPunct="0">
              <a:spcBef>
                <a:spcPct val="0"/>
              </a:spcBef>
              <a:spcAft>
                <a:spcPct val="0"/>
              </a:spcAft>
            </a:pPr>
            <a:r>
              <a:rPr lang="en-US" altLang="en-US" dirty="0">
                <a:solidFill>
                  <a:srgbClr val="14181F"/>
                </a:solidFill>
              </a:rPr>
              <a:t>reject probability = 1 − p(mat)/q(mat) = 1 − 0.30/0.50 = 1 − 0.60 = 0.40</a:t>
            </a:r>
            <a:endParaRPr lang="en-US" altLang="en-US" dirty="0">
              <a:solidFill>
                <a:schemeClr val="tx1"/>
              </a:solidFill>
            </a:endParaRPr>
          </a:p>
          <a:p>
            <a:pPr lvl="0" algn="l" rtl="0" eaLnBrk="0" fontAlgn="base" hangingPunct="0">
              <a:spcBef>
                <a:spcPct val="0"/>
              </a:spcBef>
              <a:spcAft>
                <a:spcPct val="0"/>
              </a:spcAft>
            </a:pPr>
            <a:r>
              <a:rPr lang="en-US" altLang="en-US" dirty="0">
                <a:solidFill>
                  <a:schemeClr val="tx1"/>
                </a:solidFill>
              </a:rPr>
              <a:t>Flip a coin biased to reject 40% of the time.</a:t>
            </a:r>
          </a:p>
          <a:p>
            <a:pPr lvl="0" algn="l" rtl="0" eaLnBrk="0" fontAlgn="base" hangingPunct="0">
              <a:spcBef>
                <a:spcPct val="0"/>
              </a:spcBef>
              <a:spcAft>
                <a:spcPct val="0"/>
              </a:spcAft>
            </a:pPr>
            <a:r>
              <a:rPr lang="en-US" altLang="en-US" dirty="0">
                <a:solidFill>
                  <a:schemeClr val="tx1"/>
                </a:solidFill>
              </a:rPr>
              <a:t>Draw u uniform in [0,1]; </a:t>
            </a:r>
          </a:p>
          <a:p>
            <a:pPr lvl="0" algn="l" rtl="0" eaLnBrk="0" fontAlgn="base" hangingPunct="0">
              <a:spcBef>
                <a:spcPct val="0"/>
              </a:spcBef>
              <a:spcAft>
                <a:spcPct val="0"/>
              </a:spcAft>
            </a:pPr>
            <a:r>
              <a:rPr lang="en-US" altLang="en-US" dirty="0">
                <a:solidFill>
                  <a:schemeClr val="tx1"/>
                </a:solidFill>
                <a:highlight>
                  <a:srgbClr val="FFFF00"/>
                </a:highlight>
              </a:rPr>
              <a:t>reject if u &lt; 0.40</a:t>
            </a:r>
            <a:endParaRPr lang="en-US" altLang="en-US" dirty="0">
              <a:solidFill>
                <a:schemeClr val="tx1"/>
              </a:solidFill>
            </a:endParaRPr>
          </a:p>
          <a:p>
            <a:pPr lvl="0" algn="l" rtl="0" eaLnBrk="0" fontAlgn="base" hangingPunct="0">
              <a:spcBef>
                <a:spcPct val="0"/>
              </a:spcBef>
              <a:spcAft>
                <a:spcPct val="0"/>
              </a:spcAft>
            </a:pPr>
            <a:r>
              <a:rPr lang="en-US" altLang="en-US" dirty="0">
                <a:solidFill>
                  <a:schemeClr val="tx1"/>
                </a:solidFill>
              </a:rPr>
              <a:t>This run: u = 0.25, and 0.25 &lt; 0.40, so we </a:t>
            </a:r>
            <a:r>
              <a:rPr lang="en-US" altLang="en-US" b="1" dirty="0">
                <a:solidFill>
                  <a:schemeClr val="tx1"/>
                </a:solidFill>
              </a:rPr>
              <a:t>reject</a:t>
            </a:r>
          </a:p>
          <a:p>
            <a:pPr lvl="0" algn="l" rtl="0" eaLnBrk="0" fontAlgn="base" hangingPunct="0">
              <a:spcBef>
                <a:spcPct val="0"/>
              </a:spcBef>
              <a:spcAft>
                <a:spcPct val="0"/>
              </a:spcAft>
            </a:pPr>
            <a:endParaRPr lang="en-US" altLang="en-US" dirty="0">
              <a:solidFill>
                <a:schemeClr val="tx1"/>
              </a:solidFill>
            </a:endParaRPr>
          </a:p>
          <a:p>
            <a:pPr lvl="0" algn="l" rtl="0" eaLnBrk="0" fontAlgn="base" hangingPunct="0">
              <a:spcBef>
                <a:spcPct val="0"/>
              </a:spcBef>
              <a:spcAft>
                <a:spcPct val="0"/>
              </a:spcAft>
            </a:pPr>
            <a:r>
              <a:rPr lang="en-US" altLang="en-US" dirty="0">
                <a:solidFill>
                  <a:schemeClr val="tx1"/>
                </a:solidFill>
              </a:rPr>
              <a:t>Because we rejected, we resample one replacement token from p'(x) = norm(max(0, p − q)</a:t>
            </a:r>
            <a:endParaRPr lang="en-IN" dirty="0"/>
          </a:p>
        </p:txBody>
      </p:sp>
      <p:sp>
        <p:nvSpPr>
          <p:cNvPr id="3" name="Title 2">
            <a:extLst>
              <a:ext uri="{FF2B5EF4-FFF2-40B4-BE49-F238E27FC236}">
                <a16:creationId xmlns:a16="http://schemas.microsoft.com/office/drawing/2014/main" id="{C6F67E4C-B2A5-DCCF-25CF-F42EDB2BA985}"/>
              </a:ext>
            </a:extLst>
          </p:cNvPr>
          <p:cNvSpPr>
            <a:spLocks noGrp="1"/>
          </p:cNvSpPr>
          <p:nvPr>
            <p:ph type="title"/>
          </p:nvPr>
        </p:nvSpPr>
        <p:spPr/>
        <p:txBody>
          <a:bodyPr/>
          <a:lstStyle/>
          <a:p>
            <a:r>
              <a:rPr lang="en-US" dirty="0"/>
              <a:t>Example</a:t>
            </a:r>
            <a:endParaRPr lang="en-IN" dirty="0"/>
          </a:p>
        </p:txBody>
      </p:sp>
    </p:spTree>
    <p:extLst>
      <p:ext uri="{BB962C8B-B14F-4D97-AF65-F5344CB8AC3E}">
        <p14:creationId xmlns:p14="http://schemas.microsoft.com/office/powerpoint/2010/main" val="5738675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01E485E-4512-6753-57C6-5B591AE9E0C7}"/>
              </a:ext>
            </a:extLst>
          </p:cNvPr>
          <p:cNvSpPr>
            <a:spLocks noGrp="1"/>
          </p:cNvSpPr>
          <p:nvPr>
            <p:ph idx="10"/>
          </p:nvPr>
        </p:nvSpPr>
        <p:spPr/>
        <p:txBody>
          <a:bodyPr>
            <a:normAutofit fontScale="92500" lnSpcReduction="10000"/>
          </a:bodyPr>
          <a:lstStyle/>
          <a:p>
            <a:pPr algn="l" rtl="0"/>
            <a:r>
              <a:rPr lang="en-US" altLang="en-US" dirty="0">
                <a:solidFill>
                  <a:schemeClr val="tx1"/>
                </a:solidFill>
              </a:rPr>
              <a:t>This single distribution is defined over the whole vocabulary (a distribution must cover every token to be sampled from):</a:t>
            </a:r>
          </a:p>
          <a:p>
            <a:pPr algn="l" rtl="0"/>
            <a:r>
              <a:rPr lang="en-US" altLang="en-US" dirty="0">
                <a:solidFill>
                  <a:schemeClr val="tx1"/>
                </a:solidFill>
              </a:rPr>
              <a:t>Assume only 4 token in vocabulary (floor, mat, rug, lawn)</a:t>
            </a:r>
          </a:p>
          <a:p>
            <a:pPr algn="l" rtl="0"/>
            <a:endParaRPr lang="en-US" altLang="en-US" dirty="0">
              <a:solidFill>
                <a:schemeClr val="tx1"/>
              </a:solidFill>
            </a:endParaRPr>
          </a:p>
          <a:p>
            <a:pPr algn="l" rtl="0"/>
            <a:endParaRPr lang="en-US" altLang="en-US" dirty="0">
              <a:solidFill>
                <a:schemeClr val="tx1"/>
              </a:solidFill>
            </a:endParaRPr>
          </a:p>
          <a:p>
            <a:pPr algn="l" rtl="0"/>
            <a:endParaRPr lang="en-US" altLang="en-US" dirty="0">
              <a:solidFill>
                <a:schemeClr val="tx1"/>
              </a:solidFill>
            </a:endParaRPr>
          </a:p>
          <a:p>
            <a:pPr algn="l" rtl="0"/>
            <a:endParaRPr lang="en-US" altLang="en-US" dirty="0">
              <a:solidFill>
                <a:schemeClr val="tx1"/>
              </a:solidFill>
            </a:endParaRPr>
          </a:p>
          <a:p>
            <a:pPr algn="l" rtl="0"/>
            <a:endParaRPr lang="en-US" altLang="en-US" dirty="0">
              <a:solidFill>
                <a:schemeClr val="tx1"/>
              </a:solidFill>
            </a:endParaRPr>
          </a:p>
          <a:p>
            <a:pPr algn="l" rtl="0"/>
            <a:endParaRPr lang="en-US" altLang="en-US" dirty="0">
              <a:solidFill>
                <a:schemeClr val="tx1"/>
              </a:solidFill>
            </a:endParaRPr>
          </a:p>
          <a:p>
            <a:pPr algn="l" rtl="0"/>
            <a:endParaRPr lang="en-US" altLang="en-US" dirty="0">
              <a:solidFill>
                <a:schemeClr val="tx1"/>
              </a:solidFill>
            </a:endParaRPr>
          </a:p>
          <a:p>
            <a:pPr algn="l" rtl="0"/>
            <a:endParaRPr lang="en-US" altLang="en-US" dirty="0">
              <a:solidFill>
                <a:schemeClr val="tx1"/>
              </a:solidFill>
            </a:endParaRPr>
          </a:p>
          <a:p>
            <a:pPr algn="l" rtl="0"/>
            <a:r>
              <a:rPr lang="en-US" dirty="0"/>
              <a:t>→ </a:t>
            </a:r>
            <a:r>
              <a:rPr lang="en-US" b="1" dirty="0"/>
              <a:t>Emit "floor“</a:t>
            </a:r>
          </a:p>
          <a:p>
            <a:pPr algn="l" rtl="0"/>
            <a:r>
              <a:rPr lang="en-US" b="1" dirty="0"/>
              <a:t>STOP</a:t>
            </a:r>
            <a:r>
              <a:rPr lang="en-US" dirty="0"/>
              <a:t> — discard any draft tokens proposed after this position (position 3 is never used, because the chain broke here).</a:t>
            </a:r>
            <a:endParaRPr lang="en-US" altLang="en-US" dirty="0">
              <a:solidFill>
                <a:schemeClr val="tx1"/>
              </a:solidFill>
            </a:endParaRPr>
          </a:p>
          <a:p>
            <a:pPr algn="l" rtl="0"/>
            <a:endParaRPr lang="en-US" altLang="en-US" dirty="0">
              <a:solidFill>
                <a:schemeClr val="tx1"/>
              </a:solidFill>
            </a:endParaRPr>
          </a:p>
          <a:p>
            <a:pPr algn="l" rtl="0"/>
            <a:endParaRPr lang="en-US" altLang="en-US" dirty="0">
              <a:solidFill>
                <a:schemeClr val="tx1"/>
              </a:solidFill>
            </a:endParaRPr>
          </a:p>
          <a:p>
            <a:endParaRPr lang="en-IN" dirty="0"/>
          </a:p>
        </p:txBody>
      </p:sp>
      <p:sp>
        <p:nvSpPr>
          <p:cNvPr id="3" name="Title 2">
            <a:extLst>
              <a:ext uri="{FF2B5EF4-FFF2-40B4-BE49-F238E27FC236}">
                <a16:creationId xmlns:a16="http://schemas.microsoft.com/office/drawing/2014/main" id="{83666CC0-58D3-0610-DFDD-D39FD369E8AD}"/>
              </a:ext>
            </a:extLst>
          </p:cNvPr>
          <p:cNvSpPr>
            <a:spLocks noGrp="1"/>
          </p:cNvSpPr>
          <p:nvPr>
            <p:ph type="title"/>
          </p:nvPr>
        </p:nvSpPr>
        <p:spPr/>
        <p:txBody>
          <a:bodyPr/>
          <a:lstStyle/>
          <a:p>
            <a:r>
              <a:rPr lang="en-US" dirty="0"/>
              <a:t>Example</a:t>
            </a:r>
            <a:endParaRPr lang="en-IN" dirty="0"/>
          </a:p>
        </p:txBody>
      </p:sp>
      <p:graphicFrame>
        <p:nvGraphicFramePr>
          <p:cNvPr id="4" name="Table 3">
            <a:extLst>
              <a:ext uri="{FF2B5EF4-FFF2-40B4-BE49-F238E27FC236}">
                <a16:creationId xmlns:a16="http://schemas.microsoft.com/office/drawing/2014/main" id="{CC39C28D-52E6-F4F6-AF79-1D2CAE92EA47}"/>
              </a:ext>
            </a:extLst>
          </p:cNvPr>
          <p:cNvGraphicFramePr>
            <a:graphicFrameLocks noGrp="1"/>
          </p:cNvGraphicFramePr>
          <p:nvPr/>
        </p:nvGraphicFramePr>
        <p:xfrm>
          <a:off x="204216" y="2893805"/>
          <a:ext cx="8839200" cy="1828800"/>
        </p:xfrm>
        <a:graphic>
          <a:graphicData uri="http://schemas.openxmlformats.org/drawingml/2006/table">
            <a:tbl>
              <a:tblPr>
                <a:tableStyleId>{3C2FFA5D-87B4-456A-9821-1D502468CF0F}</a:tableStyleId>
              </a:tblPr>
              <a:tblGrid>
                <a:gridCol w="941856">
                  <a:extLst>
                    <a:ext uri="{9D8B030D-6E8A-4147-A177-3AD203B41FA5}">
                      <a16:colId xmlns:a16="http://schemas.microsoft.com/office/drawing/2014/main" val="2428541342"/>
                    </a:ext>
                  </a:extLst>
                </a:gridCol>
                <a:gridCol w="965949">
                  <a:extLst>
                    <a:ext uri="{9D8B030D-6E8A-4147-A177-3AD203B41FA5}">
                      <a16:colId xmlns:a16="http://schemas.microsoft.com/office/drawing/2014/main" val="3533886643"/>
                    </a:ext>
                  </a:extLst>
                </a:gridCol>
                <a:gridCol w="809338">
                  <a:extLst>
                    <a:ext uri="{9D8B030D-6E8A-4147-A177-3AD203B41FA5}">
                      <a16:colId xmlns:a16="http://schemas.microsoft.com/office/drawing/2014/main" val="3428446626"/>
                    </a:ext>
                  </a:extLst>
                </a:gridCol>
                <a:gridCol w="1664673">
                  <a:extLst>
                    <a:ext uri="{9D8B030D-6E8A-4147-A177-3AD203B41FA5}">
                      <a16:colId xmlns:a16="http://schemas.microsoft.com/office/drawing/2014/main" val="2168901105"/>
                    </a:ext>
                  </a:extLst>
                </a:gridCol>
                <a:gridCol w="2228692">
                  <a:extLst>
                    <a:ext uri="{9D8B030D-6E8A-4147-A177-3AD203B41FA5}">
                      <a16:colId xmlns:a16="http://schemas.microsoft.com/office/drawing/2014/main" val="1108103239"/>
                    </a:ext>
                  </a:extLst>
                </a:gridCol>
                <a:gridCol w="2228692">
                  <a:extLst>
                    <a:ext uri="{9D8B030D-6E8A-4147-A177-3AD203B41FA5}">
                      <a16:colId xmlns:a16="http://schemas.microsoft.com/office/drawing/2014/main" val="855008858"/>
                    </a:ext>
                  </a:extLst>
                </a:gridCol>
              </a:tblGrid>
              <a:tr h="293980">
                <a:tc>
                  <a:txBody>
                    <a:bodyPr/>
                    <a:lstStyle/>
                    <a:p>
                      <a:pPr algn="l">
                        <a:buNone/>
                      </a:pPr>
                      <a:r>
                        <a:rPr lang="en-IN" dirty="0"/>
                        <a:t>token</a:t>
                      </a:r>
                    </a:p>
                  </a:txBody>
                  <a:tcPr anchor="ctr"/>
                </a:tc>
                <a:tc>
                  <a:txBody>
                    <a:bodyPr/>
                    <a:lstStyle/>
                    <a:p>
                      <a:pPr algn="l">
                        <a:buNone/>
                      </a:pPr>
                      <a:r>
                        <a:rPr lang="en-IN" dirty="0">
                          <a:effectLst/>
                        </a:rPr>
                        <a:t>p(x)</a:t>
                      </a:r>
                    </a:p>
                  </a:txBody>
                  <a:tcPr anchor="ctr"/>
                </a:tc>
                <a:tc>
                  <a:txBody>
                    <a:bodyPr/>
                    <a:lstStyle/>
                    <a:p>
                      <a:pPr algn="l">
                        <a:buNone/>
                      </a:pPr>
                      <a:r>
                        <a:rPr lang="en-IN" dirty="0">
                          <a:effectLst/>
                        </a:rPr>
                        <a:t>q(x)</a:t>
                      </a:r>
                    </a:p>
                  </a:txBody>
                  <a:tcPr anchor="ctr"/>
                </a:tc>
                <a:tc>
                  <a:txBody>
                    <a:bodyPr/>
                    <a:lstStyle/>
                    <a:p>
                      <a:pPr algn="l">
                        <a:buNone/>
                      </a:pPr>
                      <a:r>
                        <a:rPr lang="en-IN" dirty="0">
                          <a:effectLst/>
                        </a:rPr>
                        <a:t>max(0, p − q)</a:t>
                      </a:r>
                    </a:p>
                  </a:txBody>
                  <a:tcPr anchor="ctr"/>
                </a:tc>
                <a:tc>
                  <a:txBody>
                    <a:bodyPr/>
                    <a:lstStyle/>
                    <a:p>
                      <a:pPr algn="l">
                        <a:buNone/>
                      </a:pPr>
                      <a:r>
                        <a:rPr lang="en-IN">
                          <a:effectLst/>
                        </a:rPr>
                        <a:t>p'(x) after norm</a:t>
                      </a:r>
                    </a:p>
                  </a:txBody>
                  <a:tcPr anchor="ctr"/>
                </a:tc>
                <a:tc>
                  <a:txBody>
                    <a:bodyPr/>
                    <a:lstStyle/>
                    <a:p>
                      <a:pPr algn="l">
                        <a:buNone/>
                      </a:pPr>
                      <a:r>
                        <a:rPr lang="en-US" dirty="0">
                          <a:effectLst/>
                        </a:rPr>
                        <a:t>Replacement chance</a:t>
                      </a:r>
                      <a:endParaRPr lang="en-IN" dirty="0">
                        <a:effectLst/>
                      </a:endParaRPr>
                    </a:p>
                  </a:txBody>
                  <a:tcPr anchor="ctr"/>
                </a:tc>
                <a:extLst>
                  <a:ext uri="{0D108BD9-81ED-4DB2-BD59-A6C34878D82A}">
                    <a16:rowId xmlns:a16="http://schemas.microsoft.com/office/drawing/2014/main" val="3114010833"/>
                  </a:ext>
                </a:extLst>
              </a:tr>
              <a:tr h="0">
                <a:tc>
                  <a:txBody>
                    <a:bodyPr/>
                    <a:lstStyle/>
                    <a:p>
                      <a:pPr algn="l">
                        <a:buNone/>
                      </a:pPr>
                      <a:r>
                        <a:rPr lang="en-IN"/>
                        <a:t>floor</a:t>
                      </a:r>
                    </a:p>
                  </a:txBody>
                  <a:tcPr anchor="ctr"/>
                </a:tc>
                <a:tc>
                  <a:txBody>
                    <a:bodyPr/>
                    <a:lstStyle/>
                    <a:p>
                      <a:pPr algn="l">
                        <a:buNone/>
                      </a:pPr>
                      <a:r>
                        <a:rPr lang="en-IN">
                          <a:effectLst/>
                        </a:rPr>
                        <a:t>0.50</a:t>
                      </a:r>
                    </a:p>
                  </a:txBody>
                  <a:tcPr anchor="ctr"/>
                </a:tc>
                <a:tc>
                  <a:txBody>
                    <a:bodyPr/>
                    <a:lstStyle/>
                    <a:p>
                      <a:pPr algn="l">
                        <a:buNone/>
                      </a:pPr>
                      <a:r>
                        <a:rPr lang="en-IN" dirty="0">
                          <a:effectLst/>
                        </a:rPr>
                        <a:t>0.20</a:t>
                      </a:r>
                    </a:p>
                  </a:txBody>
                  <a:tcPr anchor="ctr"/>
                </a:tc>
                <a:tc>
                  <a:txBody>
                    <a:bodyPr/>
                    <a:lstStyle/>
                    <a:p>
                      <a:pPr algn="l">
                        <a:buNone/>
                      </a:pPr>
                      <a:r>
                        <a:rPr lang="en-IN" dirty="0">
                          <a:effectLst/>
                        </a:rPr>
                        <a:t>0.30</a:t>
                      </a:r>
                    </a:p>
                  </a:txBody>
                  <a:tcPr anchor="ctr"/>
                </a:tc>
                <a:tc>
                  <a:txBody>
                    <a:bodyPr/>
                    <a:lstStyle/>
                    <a:p>
                      <a:pPr algn="l">
                        <a:buNone/>
                      </a:pPr>
                      <a:r>
                        <a:rPr lang="en-IN" dirty="0">
                          <a:effectLst/>
                        </a:rPr>
                        <a:t>0.30 / 0.35 = </a:t>
                      </a:r>
                      <a:r>
                        <a:rPr lang="en-IN" b="1" dirty="0">
                          <a:effectLst/>
                        </a:rPr>
                        <a:t>0.857</a:t>
                      </a:r>
                      <a:endParaRPr lang="en-IN" dirty="0">
                        <a:effectLst/>
                      </a:endParaRPr>
                    </a:p>
                  </a:txBody>
                  <a:tcPr anchor="ctr"/>
                </a:tc>
                <a:tc>
                  <a:txBody>
                    <a:bodyPr/>
                    <a:lstStyle/>
                    <a:p>
                      <a:pPr algn="l">
                        <a:buNone/>
                      </a:pPr>
                      <a:r>
                        <a:rPr lang="en-IN" dirty="0"/>
                        <a:t>85.7% chance</a:t>
                      </a:r>
                      <a:endParaRPr lang="en-IN" dirty="0">
                        <a:effectLst/>
                      </a:endParaRPr>
                    </a:p>
                  </a:txBody>
                  <a:tcPr anchor="ctr"/>
                </a:tc>
                <a:extLst>
                  <a:ext uri="{0D108BD9-81ED-4DB2-BD59-A6C34878D82A}">
                    <a16:rowId xmlns:a16="http://schemas.microsoft.com/office/drawing/2014/main" val="362984304"/>
                  </a:ext>
                </a:extLst>
              </a:tr>
              <a:tr h="0">
                <a:tc>
                  <a:txBody>
                    <a:bodyPr/>
                    <a:lstStyle/>
                    <a:p>
                      <a:pPr algn="l">
                        <a:buNone/>
                      </a:pPr>
                      <a:r>
                        <a:rPr lang="en-IN"/>
                        <a:t>mat</a:t>
                      </a:r>
                    </a:p>
                  </a:txBody>
                  <a:tcPr anchor="ctr"/>
                </a:tc>
                <a:tc>
                  <a:txBody>
                    <a:bodyPr/>
                    <a:lstStyle/>
                    <a:p>
                      <a:pPr algn="l">
                        <a:buNone/>
                      </a:pPr>
                      <a:r>
                        <a:rPr lang="en-IN">
                          <a:effectLst/>
                        </a:rPr>
                        <a:t>0.30</a:t>
                      </a:r>
                    </a:p>
                  </a:txBody>
                  <a:tcPr anchor="ctr"/>
                </a:tc>
                <a:tc>
                  <a:txBody>
                    <a:bodyPr/>
                    <a:lstStyle/>
                    <a:p>
                      <a:pPr algn="l">
                        <a:buNone/>
                      </a:pPr>
                      <a:r>
                        <a:rPr lang="en-IN">
                          <a:effectLst/>
                        </a:rPr>
                        <a:t>0.50</a:t>
                      </a:r>
                    </a:p>
                  </a:txBody>
                  <a:tcPr anchor="ctr"/>
                </a:tc>
                <a:tc>
                  <a:txBody>
                    <a:bodyPr/>
                    <a:lstStyle/>
                    <a:p>
                      <a:pPr algn="l">
                        <a:buNone/>
                      </a:pPr>
                      <a:r>
                        <a:rPr lang="en-IN" dirty="0">
                          <a:effectLst/>
                        </a:rPr>
                        <a:t>0</a:t>
                      </a:r>
                    </a:p>
                  </a:txBody>
                  <a:tcPr anchor="ctr"/>
                </a:tc>
                <a:tc>
                  <a:txBody>
                    <a:bodyPr/>
                    <a:lstStyle/>
                    <a:p>
                      <a:pPr algn="l">
                        <a:buNone/>
                      </a:pPr>
                      <a:r>
                        <a:rPr lang="en-IN" dirty="0">
                          <a:effectLst/>
                        </a:rPr>
                        <a:t>0</a:t>
                      </a:r>
                    </a:p>
                  </a:txBody>
                  <a:tcPr anchor="ctr"/>
                </a:tc>
                <a:tc>
                  <a:txBody>
                    <a:bodyPr/>
                    <a:lstStyle/>
                    <a:p>
                      <a:pPr algn="l">
                        <a:buNone/>
                      </a:pPr>
                      <a:r>
                        <a:rPr lang="en-US" dirty="0">
                          <a:effectLst/>
                        </a:rPr>
                        <a:t>No chance</a:t>
                      </a:r>
                      <a:endParaRPr lang="en-IN" dirty="0">
                        <a:effectLst/>
                      </a:endParaRPr>
                    </a:p>
                  </a:txBody>
                  <a:tcPr anchor="ctr"/>
                </a:tc>
                <a:extLst>
                  <a:ext uri="{0D108BD9-81ED-4DB2-BD59-A6C34878D82A}">
                    <a16:rowId xmlns:a16="http://schemas.microsoft.com/office/drawing/2014/main" val="3374497048"/>
                  </a:ext>
                </a:extLst>
              </a:tr>
              <a:tr h="0">
                <a:tc>
                  <a:txBody>
                    <a:bodyPr/>
                    <a:lstStyle/>
                    <a:p>
                      <a:pPr algn="l">
                        <a:buNone/>
                      </a:pPr>
                      <a:r>
                        <a:rPr lang="en-IN"/>
                        <a:t>rug</a:t>
                      </a:r>
                    </a:p>
                  </a:txBody>
                  <a:tcPr anchor="ctr"/>
                </a:tc>
                <a:tc>
                  <a:txBody>
                    <a:bodyPr/>
                    <a:lstStyle/>
                    <a:p>
                      <a:pPr algn="l">
                        <a:buNone/>
                      </a:pPr>
                      <a:r>
                        <a:rPr lang="en-IN">
                          <a:effectLst/>
                        </a:rPr>
                        <a:t>0.15</a:t>
                      </a:r>
                    </a:p>
                  </a:txBody>
                  <a:tcPr anchor="ctr"/>
                </a:tc>
                <a:tc>
                  <a:txBody>
                    <a:bodyPr/>
                    <a:lstStyle/>
                    <a:p>
                      <a:pPr algn="l">
                        <a:buNone/>
                      </a:pPr>
                      <a:r>
                        <a:rPr lang="en-IN">
                          <a:effectLst/>
                        </a:rPr>
                        <a:t>0.30</a:t>
                      </a:r>
                    </a:p>
                  </a:txBody>
                  <a:tcPr anchor="ctr"/>
                </a:tc>
                <a:tc>
                  <a:txBody>
                    <a:bodyPr/>
                    <a:lstStyle/>
                    <a:p>
                      <a:pPr algn="l">
                        <a:buNone/>
                      </a:pPr>
                      <a:r>
                        <a:rPr lang="en-IN">
                          <a:effectLst/>
                        </a:rPr>
                        <a:t>0</a:t>
                      </a:r>
                    </a:p>
                  </a:txBody>
                  <a:tcPr anchor="ctr"/>
                </a:tc>
                <a:tc>
                  <a:txBody>
                    <a:bodyPr/>
                    <a:lstStyle/>
                    <a:p>
                      <a:pPr algn="l">
                        <a:buNone/>
                      </a:pPr>
                      <a:r>
                        <a:rPr lang="en-IN" dirty="0">
                          <a:effectLst/>
                        </a:rPr>
                        <a:t>0</a:t>
                      </a:r>
                    </a:p>
                  </a:txBody>
                  <a:tcPr anchor="ct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dirty="0">
                          <a:effectLst/>
                        </a:rPr>
                        <a:t>No chance</a:t>
                      </a:r>
                      <a:endParaRPr lang="en-IN" dirty="0">
                        <a:effectLst/>
                      </a:endParaRPr>
                    </a:p>
                  </a:txBody>
                  <a:tcPr anchor="ctr"/>
                </a:tc>
                <a:extLst>
                  <a:ext uri="{0D108BD9-81ED-4DB2-BD59-A6C34878D82A}">
                    <a16:rowId xmlns:a16="http://schemas.microsoft.com/office/drawing/2014/main" val="2988518972"/>
                  </a:ext>
                </a:extLst>
              </a:tr>
              <a:tr h="0">
                <a:tc>
                  <a:txBody>
                    <a:bodyPr/>
                    <a:lstStyle/>
                    <a:p>
                      <a:pPr algn="l">
                        <a:buNone/>
                      </a:pPr>
                      <a:r>
                        <a:rPr lang="en-IN"/>
                        <a:t>lawn</a:t>
                      </a:r>
                    </a:p>
                  </a:txBody>
                  <a:tcPr anchor="ctr"/>
                </a:tc>
                <a:tc>
                  <a:txBody>
                    <a:bodyPr/>
                    <a:lstStyle/>
                    <a:p>
                      <a:pPr algn="l">
                        <a:buNone/>
                      </a:pPr>
                      <a:r>
                        <a:rPr lang="en-IN">
                          <a:effectLst/>
                        </a:rPr>
                        <a:t>0.05</a:t>
                      </a:r>
                    </a:p>
                  </a:txBody>
                  <a:tcPr anchor="ctr"/>
                </a:tc>
                <a:tc>
                  <a:txBody>
                    <a:bodyPr/>
                    <a:lstStyle/>
                    <a:p>
                      <a:pPr algn="l">
                        <a:buNone/>
                      </a:pPr>
                      <a:r>
                        <a:rPr lang="en-IN">
                          <a:effectLst/>
                        </a:rPr>
                        <a:t>0.00</a:t>
                      </a:r>
                    </a:p>
                  </a:txBody>
                  <a:tcPr anchor="ctr"/>
                </a:tc>
                <a:tc>
                  <a:txBody>
                    <a:bodyPr/>
                    <a:lstStyle/>
                    <a:p>
                      <a:pPr algn="l">
                        <a:buNone/>
                      </a:pPr>
                      <a:r>
                        <a:rPr lang="en-IN">
                          <a:effectLst/>
                        </a:rPr>
                        <a:t>0.05</a:t>
                      </a:r>
                    </a:p>
                  </a:txBody>
                  <a:tcPr anchor="ctr"/>
                </a:tc>
                <a:tc>
                  <a:txBody>
                    <a:bodyPr/>
                    <a:lstStyle/>
                    <a:p>
                      <a:pPr algn="l">
                        <a:buNone/>
                      </a:pPr>
                      <a:r>
                        <a:rPr lang="en-IN" dirty="0">
                          <a:effectLst/>
                        </a:rPr>
                        <a:t>0.05 / 0.35 = </a:t>
                      </a:r>
                      <a:r>
                        <a:rPr lang="en-IN" b="1" dirty="0">
                          <a:effectLst/>
                        </a:rPr>
                        <a:t>0.143</a:t>
                      </a:r>
                      <a:endParaRPr lang="en-IN" dirty="0">
                        <a:effectLst/>
                      </a:endParaRPr>
                    </a:p>
                  </a:txBody>
                  <a:tcPr anchor="ctr"/>
                </a:tc>
                <a:tc>
                  <a:txBody>
                    <a:bodyPr/>
                    <a:lstStyle/>
                    <a:p>
                      <a:pPr algn="l">
                        <a:buNone/>
                      </a:pPr>
                      <a:r>
                        <a:rPr lang="en-IN" dirty="0"/>
                        <a:t>14.3% chance</a:t>
                      </a:r>
                      <a:endParaRPr lang="en-IN" dirty="0">
                        <a:effectLst/>
                      </a:endParaRPr>
                    </a:p>
                  </a:txBody>
                  <a:tcPr anchor="ctr"/>
                </a:tc>
                <a:extLst>
                  <a:ext uri="{0D108BD9-81ED-4DB2-BD59-A6C34878D82A}">
                    <a16:rowId xmlns:a16="http://schemas.microsoft.com/office/drawing/2014/main" val="178060042"/>
                  </a:ext>
                </a:extLst>
              </a:tr>
            </a:tbl>
          </a:graphicData>
        </a:graphic>
      </p:graphicFrame>
      <p:sp>
        <p:nvSpPr>
          <p:cNvPr id="6" name="TextBox 5">
            <a:extLst>
              <a:ext uri="{FF2B5EF4-FFF2-40B4-BE49-F238E27FC236}">
                <a16:creationId xmlns:a16="http://schemas.microsoft.com/office/drawing/2014/main" id="{4F879B06-5736-C8D3-5D6C-C7E21AF317DD}"/>
              </a:ext>
            </a:extLst>
          </p:cNvPr>
          <p:cNvSpPr txBox="1"/>
          <p:nvPr/>
        </p:nvSpPr>
        <p:spPr>
          <a:xfrm>
            <a:off x="9266913" y="3208040"/>
            <a:ext cx="2518687" cy="1200329"/>
          </a:xfrm>
          <a:prstGeom prst="rect">
            <a:avLst/>
          </a:prstGeom>
          <a:noFill/>
        </p:spPr>
        <p:txBody>
          <a:bodyPr wrap="square">
            <a:spAutoFit/>
          </a:bodyPr>
          <a:lstStyle/>
          <a:p>
            <a:r>
              <a:rPr lang="en-IN" dirty="0">
                <a:latin typeface="Cambria" panose="02040503050406030204" pitchFamily="18" charset="0"/>
                <a:ea typeface="Cambria" panose="02040503050406030204" pitchFamily="18" charset="0"/>
              </a:rPr>
              <a:t>normalizer is </a:t>
            </a:r>
          </a:p>
          <a:p>
            <a:r>
              <a:rPr lang="en-IN" dirty="0">
                <a:latin typeface="Cambria" panose="02040503050406030204" pitchFamily="18" charset="0"/>
                <a:ea typeface="Cambria" panose="02040503050406030204" pitchFamily="18" charset="0"/>
              </a:rPr>
              <a:t>Z = </a:t>
            </a:r>
            <a:r>
              <a:rPr lang="el-GR" dirty="0">
                <a:latin typeface="Cambria" panose="02040503050406030204" pitchFamily="18" charset="0"/>
                <a:ea typeface="Cambria" panose="02040503050406030204" pitchFamily="18" charset="0"/>
              </a:rPr>
              <a:t>Σ </a:t>
            </a:r>
            <a:r>
              <a:rPr lang="en-IN" dirty="0">
                <a:latin typeface="Cambria" panose="02040503050406030204" pitchFamily="18" charset="0"/>
                <a:ea typeface="Cambria" panose="02040503050406030204" pitchFamily="18" charset="0"/>
              </a:rPr>
              <a:t>max(0, p − q) </a:t>
            </a:r>
          </a:p>
          <a:p>
            <a:r>
              <a:rPr lang="en-IN" dirty="0">
                <a:latin typeface="Cambria" panose="02040503050406030204" pitchFamily="18" charset="0"/>
                <a:ea typeface="Cambria" panose="02040503050406030204" pitchFamily="18" charset="0"/>
              </a:rPr>
              <a:t>  = 0.30 + 0 + 0 + 0.05</a:t>
            </a:r>
          </a:p>
          <a:p>
            <a:r>
              <a:rPr lang="en-IN" dirty="0">
                <a:latin typeface="Cambria" panose="02040503050406030204" pitchFamily="18" charset="0"/>
                <a:ea typeface="Cambria" panose="02040503050406030204" pitchFamily="18" charset="0"/>
              </a:rPr>
              <a:t>   = 0.35</a:t>
            </a:r>
          </a:p>
        </p:txBody>
      </p:sp>
    </p:spTree>
    <p:extLst>
      <p:ext uri="{BB962C8B-B14F-4D97-AF65-F5344CB8AC3E}">
        <p14:creationId xmlns:p14="http://schemas.microsoft.com/office/powerpoint/2010/main" val="124883666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0D78C4E-90C9-3421-7CD7-05915690904B}"/>
              </a:ext>
            </a:extLst>
          </p:cNvPr>
          <p:cNvSpPr>
            <a:spLocks noGrp="1"/>
          </p:cNvSpPr>
          <p:nvPr>
            <p:ph idx="10"/>
          </p:nvPr>
        </p:nvSpPr>
        <p:spPr>
          <a:xfrm>
            <a:off x="240792" y="1462928"/>
            <a:ext cx="11480800" cy="4525963"/>
          </a:xfrm>
        </p:spPr>
        <p:txBody>
          <a:bodyPr>
            <a:normAutofit/>
          </a:bodyPr>
          <a:lstStyle/>
          <a:p>
            <a:pPr marL="342900" indent="-342900">
              <a:buFont typeface="Arial" panose="020B0604020202020204" pitchFamily="34" charset="0"/>
              <a:buChar char="•"/>
            </a:pPr>
            <a:r>
              <a:rPr lang="en-US" b="1" dirty="0"/>
              <a:t>Position 3 — context </a:t>
            </a:r>
            <a:r>
              <a:rPr lang="en-US" b="1" dirty="0">
                <a:highlight>
                  <a:srgbClr val="FFFF00"/>
                </a:highlight>
              </a:rPr>
              <a:t>"The cat sat on the mat"</a:t>
            </a:r>
          </a:p>
          <a:p>
            <a:r>
              <a:rPr lang="en-US" dirty="0"/>
              <a:t>This position is </a:t>
            </a:r>
            <a:r>
              <a:rPr lang="en-US" b="1" dirty="0"/>
              <a:t>not reached</a:t>
            </a:r>
            <a:r>
              <a:rPr lang="en-US" dirty="0"/>
              <a:t> this iteration. The draft </a:t>
            </a:r>
            <a:r>
              <a:rPr lang="en-US" i="1" dirty="0"/>
              <a:t>had</a:t>
            </a:r>
            <a:r>
              <a:rPr lang="en-US" dirty="0"/>
              <a:t> proposed a token here, but a rejection at position 2 discards everything downstream. (draft's guess here is wasted work, which is why a good draft model — high acceptance — matters for speed.)</a:t>
            </a:r>
          </a:p>
          <a:p>
            <a:pPr marL="342900" indent="-342900">
              <a:buFont typeface="Arial" panose="020B0604020202020204" pitchFamily="34" charset="0"/>
              <a:buChar char="•"/>
            </a:pPr>
            <a:endParaRPr lang="en-US" dirty="0"/>
          </a:p>
          <a:p>
            <a:pPr marL="342900" lvl="0" indent="-342900" algn="l" rtl="0" eaLnBrk="0" fontAlgn="base" hangingPunct="0">
              <a:spcBef>
                <a:spcPct val="0"/>
              </a:spcBef>
              <a:spcAft>
                <a:spcPct val="0"/>
              </a:spcAft>
              <a:buFont typeface="Arial" panose="020B0604020202020204" pitchFamily="34" charset="0"/>
              <a:buChar char="•"/>
            </a:pPr>
            <a:r>
              <a:rPr lang="en-US" altLang="en-US" b="1" dirty="0">
                <a:solidFill>
                  <a:schemeClr val="tx1"/>
                </a:solidFill>
              </a:rPr>
              <a:t>Result of this iteration</a:t>
            </a:r>
          </a:p>
          <a:p>
            <a:pPr marL="800100" lvl="1" indent="-342900" algn="l" rtl="0" eaLnBrk="0" fontAlgn="base" hangingPunct="0">
              <a:spcBef>
                <a:spcPct val="0"/>
              </a:spcBef>
              <a:spcAft>
                <a:spcPct val="0"/>
              </a:spcAft>
              <a:buFont typeface="Arial" panose="020B0604020202020204" pitchFamily="34" charset="0"/>
              <a:buChar char="•"/>
            </a:pPr>
            <a:r>
              <a:rPr lang="en-US" altLang="en-US" dirty="0">
                <a:solidFill>
                  <a:srgbClr val="14181F"/>
                </a:solidFill>
              </a:rPr>
              <a:t>"The cat sat on" + [ the, floor ] → 2 tokens emitted</a:t>
            </a:r>
            <a:endParaRPr lang="en-US" altLang="en-US" dirty="0">
              <a:solidFill>
                <a:schemeClr val="tx1"/>
              </a:solidFill>
            </a:endParaRPr>
          </a:p>
          <a:p>
            <a:pPr marL="800100" lvl="1" indent="-342900" algn="l" rtl="0" eaLnBrk="0" fontAlgn="base" hangingPunct="0">
              <a:spcBef>
                <a:spcPct val="0"/>
              </a:spcBef>
              <a:spcAft>
                <a:spcPct val="0"/>
              </a:spcAft>
              <a:buFont typeface="Arial" panose="020B0604020202020204" pitchFamily="34" charset="0"/>
              <a:buChar char="•"/>
            </a:pPr>
            <a:r>
              <a:rPr lang="en-US" altLang="en-US" dirty="0">
                <a:solidFill>
                  <a:schemeClr val="tx1"/>
                </a:solidFill>
              </a:rPr>
              <a:t>Two tokens generated from </a:t>
            </a:r>
            <a:r>
              <a:rPr lang="en-US" altLang="en-US" b="1" dirty="0">
                <a:solidFill>
                  <a:schemeClr val="tx1"/>
                </a:solidFill>
              </a:rPr>
              <a:t>one</a:t>
            </a:r>
            <a:r>
              <a:rPr lang="en-US" altLang="en-US" dirty="0">
                <a:solidFill>
                  <a:schemeClr val="tx1"/>
                </a:solidFill>
              </a:rPr>
              <a:t> target forward pass (plus three cheap draft passes). </a:t>
            </a:r>
          </a:p>
          <a:p>
            <a:pPr marL="342900" lvl="0" indent="-342900" algn="l" rtl="0" eaLnBrk="0" fontAlgn="base" hangingPunct="0">
              <a:spcBef>
                <a:spcPct val="0"/>
              </a:spcBef>
              <a:spcAft>
                <a:spcPct val="0"/>
              </a:spcAft>
              <a:buFont typeface="Arial" panose="020B0604020202020204" pitchFamily="34" charset="0"/>
              <a:buChar char="•"/>
            </a:pPr>
            <a:endParaRPr lang="en-US" altLang="en-US" dirty="0">
              <a:solidFill>
                <a:schemeClr val="tx1"/>
              </a:solidFill>
            </a:endParaRPr>
          </a:p>
          <a:p>
            <a:pPr marL="342900" lvl="0" indent="-342900" algn="l" rtl="0" eaLnBrk="0" fontAlgn="base" hangingPunct="0">
              <a:spcBef>
                <a:spcPct val="0"/>
              </a:spcBef>
              <a:spcAft>
                <a:spcPct val="0"/>
              </a:spcAft>
              <a:buFont typeface="Arial" panose="020B0604020202020204" pitchFamily="34" charset="0"/>
              <a:buChar char="•"/>
            </a:pPr>
            <a:r>
              <a:rPr lang="en-US" altLang="en-US" dirty="0">
                <a:solidFill>
                  <a:schemeClr val="tx1"/>
                </a:solidFill>
              </a:rPr>
              <a:t>Next iteration starts fresh from "</a:t>
            </a:r>
            <a:r>
              <a:rPr lang="en-US" altLang="en-US" dirty="0">
                <a:solidFill>
                  <a:schemeClr val="tx1"/>
                </a:solidFill>
                <a:highlight>
                  <a:srgbClr val="FFFF00"/>
                </a:highlight>
              </a:rPr>
              <a:t>The cat sat on the floor", </a:t>
            </a:r>
          </a:p>
          <a:p>
            <a:pPr marL="342900" lvl="0" indent="-342900" algn="l" rtl="0" eaLnBrk="0" fontAlgn="base" hangingPunct="0">
              <a:spcBef>
                <a:spcPct val="0"/>
              </a:spcBef>
              <a:spcAft>
                <a:spcPct val="0"/>
              </a:spcAft>
              <a:buFont typeface="Arial" panose="020B0604020202020204" pitchFamily="34" charset="0"/>
              <a:buChar char="•"/>
            </a:pPr>
            <a:r>
              <a:rPr lang="en-US" altLang="en-US" dirty="0">
                <a:solidFill>
                  <a:schemeClr val="tx1"/>
                </a:solidFill>
              </a:rPr>
              <a:t>Draft proposes another K tokens, and the loop repeats.</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IN" dirty="0"/>
          </a:p>
        </p:txBody>
      </p:sp>
      <p:sp>
        <p:nvSpPr>
          <p:cNvPr id="3" name="Title 2">
            <a:extLst>
              <a:ext uri="{FF2B5EF4-FFF2-40B4-BE49-F238E27FC236}">
                <a16:creationId xmlns:a16="http://schemas.microsoft.com/office/drawing/2014/main" id="{4DB0F9E2-1CE4-ABB8-D72F-33B6DC2F3834}"/>
              </a:ext>
            </a:extLst>
          </p:cNvPr>
          <p:cNvSpPr>
            <a:spLocks noGrp="1"/>
          </p:cNvSpPr>
          <p:nvPr>
            <p:ph type="title"/>
          </p:nvPr>
        </p:nvSpPr>
        <p:spPr/>
        <p:txBody>
          <a:bodyPr/>
          <a:lstStyle/>
          <a:p>
            <a:r>
              <a:rPr lang="en-US" dirty="0"/>
              <a:t>Example</a:t>
            </a:r>
            <a:endParaRPr lang="en-IN" dirty="0"/>
          </a:p>
        </p:txBody>
      </p:sp>
    </p:spTree>
    <p:extLst>
      <p:ext uri="{BB962C8B-B14F-4D97-AF65-F5344CB8AC3E}">
        <p14:creationId xmlns:p14="http://schemas.microsoft.com/office/powerpoint/2010/main" val="159182485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C6965A37-7A00-918D-7FB1-2724D91DE1E2}"/>
              </a:ext>
            </a:extLst>
          </p:cNvPr>
          <p:cNvGraphicFramePr>
            <a:graphicFrameLocks noGrp="1"/>
          </p:cNvGraphicFramePr>
          <p:nvPr>
            <p:ph idx="10"/>
            <p:extLst>
              <p:ext uri="{D42A27DB-BD31-4B8C-83A1-F6EECF244321}">
                <p14:modId xmlns:p14="http://schemas.microsoft.com/office/powerpoint/2010/main" val="562807104"/>
              </p:ext>
            </p:extLst>
          </p:nvPr>
        </p:nvGraphicFramePr>
        <p:xfrm>
          <a:off x="686816" y="2252036"/>
          <a:ext cx="9681528" cy="1463040"/>
        </p:xfrm>
        <a:graphic>
          <a:graphicData uri="http://schemas.openxmlformats.org/drawingml/2006/table">
            <a:tbl>
              <a:tblPr>
                <a:tableStyleId>{3C2FFA5D-87B4-456A-9821-1D502468CF0F}</a:tableStyleId>
              </a:tblPr>
              <a:tblGrid>
                <a:gridCol w="984568">
                  <a:extLst>
                    <a:ext uri="{9D8B030D-6E8A-4147-A177-3AD203B41FA5}">
                      <a16:colId xmlns:a16="http://schemas.microsoft.com/office/drawing/2014/main" val="1723388156"/>
                    </a:ext>
                  </a:extLst>
                </a:gridCol>
                <a:gridCol w="1016952">
                  <a:extLst>
                    <a:ext uri="{9D8B030D-6E8A-4147-A177-3AD203B41FA5}">
                      <a16:colId xmlns:a16="http://schemas.microsoft.com/office/drawing/2014/main" val="400461228"/>
                    </a:ext>
                  </a:extLst>
                </a:gridCol>
                <a:gridCol w="1965960">
                  <a:extLst>
                    <a:ext uri="{9D8B030D-6E8A-4147-A177-3AD203B41FA5}">
                      <a16:colId xmlns:a16="http://schemas.microsoft.com/office/drawing/2014/main" val="2596471377"/>
                    </a:ext>
                  </a:extLst>
                </a:gridCol>
                <a:gridCol w="1709928">
                  <a:extLst>
                    <a:ext uri="{9D8B030D-6E8A-4147-A177-3AD203B41FA5}">
                      <a16:colId xmlns:a16="http://schemas.microsoft.com/office/drawing/2014/main" val="2553768691"/>
                    </a:ext>
                  </a:extLst>
                </a:gridCol>
                <a:gridCol w="4004120">
                  <a:extLst>
                    <a:ext uri="{9D8B030D-6E8A-4147-A177-3AD203B41FA5}">
                      <a16:colId xmlns:a16="http://schemas.microsoft.com/office/drawing/2014/main" val="2767359813"/>
                    </a:ext>
                  </a:extLst>
                </a:gridCol>
              </a:tblGrid>
              <a:tr h="0">
                <a:tc>
                  <a:txBody>
                    <a:bodyPr/>
                    <a:lstStyle/>
                    <a:p>
                      <a:pPr algn="l">
                        <a:buNone/>
                      </a:pPr>
                      <a:r>
                        <a:rPr lang="en-IN" dirty="0">
                          <a:effectLst/>
                        </a:rPr>
                        <a:t>Position</a:t>
                      </a:r>
                    </a:p>
                  </a:txBody>
                  <a:tcPr anchor="ctr"/>
                </a:tc>
                <a:tc>
                  <a:txBody>
                    <a:bodyPr/>
                    <a:lstStyle/>
                    <a:p>
                      <a:pPr algn="l">
                        <a:buNone/>
                      </a:pPr>
                      <a:r>
                        <a:rPr lang="en-IN">
                          <a:effectLst/>
                        </a:rPr>
                        <a:t>Drafted</a:t>
                      </a:r>
                    </a:p>
                  </a:txBody>
                  <a:tcPr anchor="ctr"/>
                </a:tc>
                <a:tc>
                  <a:txBody>
                    <a:bodyPr/>
                    <a:lstStyle/>
                    <a:p>
                      <a:pPr algn="l">
                        <a:buNone/>
                      </a:pPr>
                      <a:r>
                        <a:rPr lang="en-IN"/>
                        <a:t>Branch</a:t>
                      </a:r>
                    </a:p>
                  </a:txBody>
                  <a:tcPr anchor="ctr"/>
                </a:tc>
                <a:tc>
                  <a:txBody>
                    <a:bodyPr/>
                    <a:lstStyle/>
                    <a:p>
                      <a:pPr algn="l">
                        <a:buNone/>
                      </a:pPr>
                      <a:r>
                        <a:rPr lang="en-IN">
                          <a:effectLst/>
                        </a:rPr>
                        <a:t>Coin?</a:t>
                      </a:r>
                    </a:p>
                  </a:txBody>
                  <a:tcPr anchor="ctr"/>
                </a:tc>
                <a:tc>
                  <a:txBody>
                    <a:bodyPr/>
                    <a:lstStyle/>
                    <a:p>
                      <a:pPr algn="l">
                        <a:buNone/>
                      </a:pPr>
                      <a:r>
                        <a:rPr lang="en-IN"/>
                        <a:t>Outcome</a:t>
                      </a:r>
                    </a:p>
                  </a:txBody>
                  <a:tcPr anchor="ctr"/>
                </a:tc>
                <a:extLst>
                  <a:ext uri="{0D108BD9-81ED-4DB2-BD59-A6C34878D82A}">
                    <a16:rowId xmlns:a16="http://schemas.microsoft.com/office/drawing/2014/main" val="2366944475"/>
                  </a:ext>
                </a:extLst>
              </a:tr>
              <a:tr h="0">
                <a:tc>
                  <a:txBody>
                    <a:bodyPr/>
                    <a:lstStyle/>
                    <a:p>
                      <a:pPr algn="l">
                        <a:buNone/>
                      </a:pPr>
                      <a:r>
                        <a:rPr lang="en-IN">
                          <a:effectLst/>
                        </a:rPr>
                        <a:t>1</a:t>
                      </a:r>
                    </a:p>
                  </a:txBody>
                  <a:tcPr anchor="ctr"/>
                </a:tc>
                <a:tc>
                  <a:txBody>
                    <a:bodyPr/>
                    <a:lstStyle/>
                    <a:p>
                      <a:pPr algn="l">
                        <a:buNone/>
                      </a:pPr>
                      <a:r>
                        <a:rPr lang="en-IN" dirty="0">
                          <a:effectLst/>
                        </a:rPr>
                        <a:t>the</a:t>
                      </a:r>
                    </a:p>
                  </a:txBody>
                  <a:tcPr anchor="ctr"/>
                </a:tc>
                <a:tc>
                  <a:txBody>
                    <a:bodyPr/>
                    <a:lstStyle/>
                    <a:p>
                      <a:pPr algn="l">
                        <a:buNone/>
                      </a:pPr>
                      <a:r>
                        <a:rPr lang="en-IN"/>
                        <a:t>q ≤ p</a:t>
                      </a:r>
                    </a:p>
                  </a:txBody>
                  <a:tcPr anchor="ctr"/>
                </a:tc>
                <a:tc>
                  <a:txBody>
                    <a:bodyPr/>
                    <a:lstStyle/>
                    <a:p>
                      <a:pPr algn="l">
                        <a:buNone/>
                      </a:pPr>
                      <a:r>
                        <a:rPr lang="en-IN">
                          <a:effectLst/>
                        </a:rPr>
                        <a:t>no</a:t>
                      </a:r>
                    </a:p>
                  </a:txBody>
                  <a:tcPr anchor="ctr"/>
                </a:tc>
                <a:tc>
                  <a:txBody>
                    <a:bodyPr/>
                    <a:lstStyle/>
                    <a:p>
                      <a:pPr algn="l">
                        <a:buNone/>
                      </a:pPr>
                      <a:r>
                        <a:rPr lang="en-IN" dirty="0"/>
                        <a:t>keep “the”</a:t>
                      </a:r>
                    </a:p>
                  </a:txBody>
                  <a:tcPr anchor="ctr"/>
                </a:tc>
                <a:extLst>
                  <a:ext uri="{0D108BD9-81ED-4DB2-BD59-A6C34878D82A}">
                    <a16:rowId xmlns:a16="http://schemas.microsoft.com/office/drawing/2014/main" val="2769428789"/>
                  </a:ext>
                </a:extLst>
              </a:tr>
              <a:tr h="0">
                <a:tc>
                  <a:txBody>
                    <a:bodyPr/>
                    <a:lstStyle/>
                    <a:p>
                      <a:pPr algn="l">
                        <a:buNone/>
                      </a:pPr>
                      <a:r>
                        <a:rPr lang="en-IN" dirty="0">
                          <a:effectLst/>
                        </a:rPr>
                        <a:t>2</a:t>
                      </a:r>
                    </a:p>
                  </a:txBody>
                  <a:tcPr anchor="ctr"/>
                </a:tc>
                <a:tc>
                  <a:txBody>
                    <a:bodyPr/>
                    <a:lstStyle/>
                    <a:p>
                      <a:pPr algn="l">
                        <a:buNone/>
                      </a:pPr>
                      <a:r>
                        <a:rPr lang="en-IN" dirty="0">
                          <a:effectLst/>
                        </a:rPr>
                        <a:t>mat</a:t>
                      </a:r>
                    </a:p>
                  </a:txBody>
                  <a:tcPr anchor="ctr"/>
                </a:tc>
                <a:tc>
                  <a:txBody>
                    <a:bodyPr/>
                    <a:lstStyle/>
                    <a:p>
                      <a:pPr algn="l">
                        <a:buNone/>
                      </a:pPr>
                      <a:r>
                        <a:rPr lang="en-IN" dirty="0"/>
                        <a:t>q &gt; p, reject 0.40</a:t>
                      </a:r>
                    </a:p>
                  </a:txBody>
                  <a:tcPr anchor="ctr"/>
                </a:tc>
                <a:tc>
                  <a:txBody>
                    <a:bodyPr/>
                    <a:lstStyle/>
                    <a:p>
                      <a:pPr algn="l">
                        <a:buNone/>
                      </a:pPr>
                      <a:r>
                        <a:rPr lang="en-IN">
                          <a:effectLst/>
                        </a:rPr>
                        <a:t>u=0.25 → reject</a:t>
                      </a:r>
                    </a:p>
                  </a:txBody>
                  <a:tcPr anchor="ctr"/>
                </a:tc>
                <a:tc>
                  <a:txBody>
                    <a:bodyPr/>
                    <a:lstStyle/>
                    <a:p>
                      <a:pPr algn="l">
                        <a:buNone/>
                      </a:pPr>
                      <a:r>
                        <a:rPr lang="en-IN" dirty="0"/>
                        <a:t>resample → “floor”, then stop</a:t>
                      </a:r>
                    </a:p>
                  </a:txBody>
                  <a:tcPr anchor="ctr"/>
                </a:tc>
                <a:extLst>
                  <a:ext uri="{0D108BD9-81ED-4DB2-BD59-A6C34878D82A}">
                    <a16:rowId xmlns:a16="http://schemas.microsoft.com/office/drawing/2014/main" val="2737518256"/>
                  </a:ext>
                </a:extLst>
              </a:tr>
              <a:tr h="0">
                <a:tc>
                  <a:txBody>
                    <a:bodyPr/>
                    <a:lstStyle/>
                    <a:p>
                      <a:pPr algn="l">
                        <a:buNone/>
                      </a:pPr>
                      <a:r>
                        <a:rPr lang="en-IN">
                          <a:effectLst/>
                        </a:rPr>
                        <a:t>3</a:t>
                      </a:r>
                    </a:p>
                  </a:txBody>
                  <a:tcPr anchor="ctr"/>
                </a:tc>
                <a:tc>
                  <a:txBody>
                    <a:bodyPr/>
                    <a:lstStyle/>
                    <a:p>
                      <a:pPr algn="l">
                        <a:buNone/>
                      </a:pPr>
                      <a:r>
                        <a:rPr lang="en-IN">
                          <a:effectLst/>
                        </a:rPr>
                        <a:t>—</a:t>
                      </a:r>
                    </a:p>
                  </a:txBody>
                  <a:tcPr anchor="ctr"/>
                </a:tc>
                <a:tc>
                  <a:txBody>
                    <a:bodyPr/>
                    <a:lstStyle/>
                    <a:p>
                      <a:pPr algn="l">
                        <a:buNone/>
                      </a:pPr>
                      <a:r>
                        <a:rPr lang="en-IN"/>
                        <a:t>—</a:t>
                      </a:r>
                    </a:p>
                  </a:txBody>
                  <a:tcPr anchor="ctr"/>
                </a:tc>
                <a:tc>
                  <a:txBody>
                    <a:bodyPr/>
                    <a:lstStyle/>
                    <a:p>
                      <a:pPr algn="l">
                        <a:buNone/>
                      </a:pPr>
                      <a:r>
                        <a:rPr lang="en-IN" dirty="0">
                          <a:effectLst/>
                        </a:rPr>
                        <a:t>—</a:t>
                      </a:r>
                    </a:p>
                  </a:txBody>
                  <a:tcPr anchor="ctr"/>
                </a:tc>
                <a:tc>
                  <a:txBody>
                    <a:bodyPr/>
                    <a:lstStyle/>
                    <a:p>
                      <a:pPr algn="l">
                        <a:buNone/>
                      </a:pPr>
                      <a:r>
                        <a:rPr lang="en-IN" dirty="0"/>
                        <a:t>never reached (discarded)</a:t>
                      </a:r>
                    </a:p>
                  </a:txBody>
                  <a:tcPr anchor="ctr"/>
                </a:tc>
                <a:extLst>
                  <a:ext uri="{0D108BD9-81ED-4DB2-BD59-A6C34878D82A}">
                    <a16:rowId xmlns:a16="http://schemas.microsoft.com/office/drawing/2014/main" val="2768881853"/>
                  </a:ext>
                </a:extLst>
              </a:tr>
            </a:tbl>
          </a:graphicData>
        </a:graphic>
      </p:graphicFrame>
      <p:sp>
        <p:nvSpPr>
          <p:cNvPr id="3" name="Title 2">
            <a:extLst>
              <a:ext uri="{FF2B5EF4-FFF2-40B4-BE49-F238E27FC236}">
                <a16:creationId xmlns:a16="http://schemas.microsoft.com/office/drawing/2014/main" id="{FFF4C427-03AB-8B55-C693-C5AB03B9EFD5}"/>
              </a:ext>
            </a:extLst>
          </p:cNvPr>
          <p:cNvSpPr>
            <a:spLocks noGrp="1"/>
          </p:cNvSpPr>
          <p:nvPr>
            <p:ph type="title"/>
          </p:nvPr>
        </p:nvSpPr>
        <p:spPr/>
        <p:txBody>
          <a:bodyPr/>
          <a:lstStyle/>
          <a:p>
            <a:r>
              <a:rPr lang="en-US" dirty="0"/>
              <a:t>Example</a:t>
            </a:r>
            <a:endParaRPr lang="en-IN" dirty="0"/>
          </a:p>
        </p:txBody>
      </p:sp>
      <p:sp>
        <p:nvSpPr>
          <p:cNvPr id="8" name="TextBox 7">
            <a:extLst>
              <a:ext uri="{FF2B5EF4-FFF2-40B4-BE49-F238E27FC236}">
                <a16:creationId xmlns:a16="http://schemas.microsoft.com/office/drawing/2014/main" id="{DF50ED42-28A7-6AEC-5DC0-4010A28FE4F9}"/>
              </a:ext>
            </a:extLst>
          </p:cNvPr>
          <p:cNvSpPr txBox="1"/>
          <p:nvPr/>
        </p:nvSpPr>
        <p:spPr>
          <a:xfrm>
            <a:off x="1164336" y="1706400"/>
            <a:ext cx="6096000" cy="400110"/>
          </a:xfrm>
          <a:prstGeom prst="rect">
            <a:avLst/>
          </a:prstGeom>
          <a:noFill/>
        </p:spPr>
        <p:txBody>
          <a:bodyPr wrap="square">
            <a:spAutoFit/>
          </a:bodyPr>
          <a:lstStyle/>
          <a:p>
            <a:r>
              <a:rPr lang="en-IN" sz="2000" dirty="0">
                <a:latin typeface="Cambria" panose="02040503050406030204" pitchFamily="18" charset="0"/>
                <a:ea typeface="Cambria" panose="02040503050406030204" pitchFamily="18" charset="0"/>
              </a:rPr>
              <a:t>What each position demonstrated</a:t>
            </a:r>
          </a:p>
        </p:txBody>
      </p:sp>
      <p:sp>
        <p:nvSpPr>
          <p:cNvPr id="10" name="TextBox 9">
            <a:extLst>
              <a:ext uri="{FF2B5EF4-FFF2-40B4-BE49-F238E27FC236}">
                <a16:creationId xmlns:a16="http://schemas.microsoft.com/office/drawing/2014/main" id="{78F2AD5C-4FD0-2B45-740F-73EF368EC553}"/>
              </a:ext>
            </a:extLst>
          </p:cNvPr>
          <p:cNvSpPr txBox="1"/>
          <p:nvPr/>
        </p:nvSpPr>
        <p:spPr>
          <a:xfrm>
            <a:off x="798195" y="4147747"/>
            <a:ext cx="10595610" cy="1323439"/>
          </a:xfrm>
          <a:prstGeom prst="rect">
            <a:avLst/>
          </a:prstGeom>
          <a:solidFill>
            <a:schemeClr val="accent3">
              <a:lumMod val="40000"/>
              <a:lumOff val="60000"/>
            </a:schemeClr>
          </a:solidFill>
        </p:spPr>
        <p:txBody>
          <a:bodyPr wrap="square">
            <a:spAutoFit/>
          </a:bodyPr>
          <a:lstStyle/>
          <a:p>
            <a:r>
              <a:rPr lang="en-US" sz="2000" dirty="0">
                <a:latin typeface="Cambria" panose="02040503050406030204" pitchFamily="18" charset="0"/>
                <a:ea typeface="Cambria" panose="02040503050406030204" pitchFamily="18" charset="0"/>
              </a:rPr>
              <a:t>Check the drafted token only. If the target likes it as much as the draft did (q ≤ p), keep it free.</a:t>
            </a:r>
          </a:p>
          <a:p>
            <a:r>
              <a:rPr lang="en-US" sz="2000" dirty="0">
                <a:latin typeface="Cambria" panose="02040503050406030204" pitchFamily="18" charset="0"/>
                <a:ea typeface="Cambria" panose="02040503050406030204" pitchFamily="18" charset="0"/>
              </a:rPr>
              <a:t> If the draft over-promised (q &gt; p), keep it with probability p/q; </a:t>
            </a:r>
          </a:p>
          <a:p>
            <a:r>
              <a:rPr lang="en-US" sz="2000" dirty="0">
                <a:latin typeface="Cambria" panose="02040503050406030204" pitchFamily="18" charset="0"/>
                <a:ea typeface="Cambria" panose="02040503050406030204" pitchFamily="18" charset="0"/>
              </a:rPr>
              <a:t>otherwise reject, resample the replacement from the leftover p' = norm(max(0, p − q)), and stop. </a:t>
            </a:r>
          </a:p>
          <a:p>
            <a:r>
              <a:rPr lang="en-US" sz="2000" dirty="0">
                <a:latin typeface="Cambria" panose="02040503050406030204" pitchFamily="18" charset="0"/>
                <a:ea typeface="Cambria" panose="02040503050406030204" pitchFamily="18" charset="0"/>
              </a:rPr>
              <a:t>The replacement can only be a token the target wanted </a:t>
            </a:r>
            <a:r>
              <a:rPr lang="en-US" sz="2000" i="1" dirty="0">
                <a:latin typeface="Cambria" panose="02040503050406030204" pitchFamily="18" charset="0"/>
                <a:ea typeface="Cambria" panose="02040503050406030204" pitchFamily="18" charset="0"/>
              </a:rPr>
              <a:t>more</a:t>
            </a:r>
            <a:r>
              <a:rPr lang="en-US" sz="2000" dirty="0">
                <a:latin typeface="Cambria" panose="02040503050406030204" pitchFamily="18" charset="0"/>
                <a:ea typeface="Cambria" panose="02040503050406030204" pitchFamily="18" charset="0"/>
              </a:rPr>
              <a:t> of than the draft offered</a:t>
            </a:r>
            <a:endParaRPr lang="en-IN"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66534917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AF28652-4132-ECE6-2878-9005DD4F7329}"/>
              </a:ext>
            </a:extLst>
          </p:cNvPr>
          <p:cNvSpPr>
            <a:spLocks noGrp="1"/>
          </p:cNvSpPr>
          <p:nvPr>
            <p:ph type="title"/>
          </p:nvPr>
        </p:nvSpPr>
        <p:spPr/>
        <p:txBody>
          <a:bodyPr/>
          <a:lstStyle/>
          <a:p>
            <a:r>
              <a:rPr lang="en-IN" b="1" dirty="0"/>
              <a:t>Gemma 4 - Drafter</a:t>
            </a:r>
            <a:endParaRPr lang="en-IN" dirty="0"/>
          </a:p>
        </p:txBody>
      </p:sp>
      <p:pic>
        <p:nvPicPr>
          <p:cNvPr id="1028" name="Picture 4" descr="Image">
            <a:extLst>
              <a:ext uri="{FF2B5EF4-FFF2-40B4-BE49-F238E27FC236}">
                <a16:creationId xmlns:a16="http://schemas.microsoft.com/office/drawing/2014/main" id="{5F8C57EC-B3CF-003A-7046-9047273F4C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31607" y="745671"/>
            <a:ext cx="4493999" cy="560614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D9DFA2E-912F-B178-C5FB-9F0041E0D6E6}"/>
              </a:ext>
            </a:extLst>
          </p:cNvPr>
          <p:cNvSpPr txBox="1"/>
          <p:nvPr/>
        </p:nvSpPr>
        <p:spPr>
          <a:xfrm>
            <a:off x="304801" y="6558894"/>
            <a:ext cx="6096000" cy="276999"/>
          </a:xfrm>
          <a:prstGeom prst="rect">
            <a:avLst/>
          </a:prstGeom>
          <a:noFill/>
        </p:spPr>
        <p:txBody>
          <a:bodyPr wrap="square">
            <a:spAutoFit/>
          </a:bodyPr>
          <a:lstStyle/>
          <a:p>
            <a:r>
              <a:rPr lang="en-IN" sz="1200" dirty="0"/>
              <a:t>https://x.com/googlegemma/status/2051694045869879749</a:t>
            </a:r>
          </a:p>
        </p:txBody>
      </p:sp>
      <p:sp>
        <p:nvSpPr>
          <p:cNvPr id="6" name="TextBox 5">
            <a:extLst>
              <a:ext uri="{FF2B5EF4-FFF2-40B4-BE49-F238E27FC236}">
                <a16:creationId xmlns:a16="http://schemas.microsoft.com/office/drawing/2014/main" id="{FA3554E0-6296-D440-FB89-C8FD12B8EAA8}"/>
              </a:ext>
            </a:extLst>
          </p:cNvPr>
          <p:cNvSpPr txBox="1"/>
          <p:nvPr/>
        </p:nvSpPr>
        <p:spPr>
          <a:xfrm>
            <a:off x="16572" y="1469979"/>
            <a:ext cx="3457517" cy="4093428"/>
          </a:xfrm>
          <a:prstGeom prst="rect">
            <a:avLst/>
          </a:prstGeom>
          <a:noFill/>
        </p:spPr>
        <p:txBody>
          <a:bodyPr wrap="square">
            <a:spAutoFit/>
          </a:bodyPr>
          <a:lstStyle/>
          <a:p>
            <a:pPr marL="342900" indent="-342900">
              <a:buFont typeface="Arial" panose="020B0604020202020204" pitchFamily="34" charset="0"/>
              <a:buChar char="•"/>
            </a:pPr>
            <a:r>
              <a:rPr lang="en-US" sz="2000" b="0" dirty="0"/>
              <a:t>Gemma 4 includes lightweight autoregressive </a:t>
            </a:r>
            <a:r>
              <a:rPr lang="en-US" sz="2000" dirty="0"/>
              <a:t>drafter</a:t>
            </a:r>
            <a:r>
              <a:rPr lang="en-US" sz="2000" b="0" dirty="0"/>
              <a:t> models that work with the main target models, proposing several likely next tokens while the larger model handles one verification step</a:t>
            </a:r>
          </a:p>
          <a:p>
            <a:pPr marL="342900" indent="-342900">
              <a:buFont typeface="Arial" panose="020B0604020202020204" pitchFamily="34" charset="0"/>
              <a:buChar char="•"/>
            </a:pPr>
            <a:endParaRPr lang="en-US" sz="2000" b="0" dirty="0"/>
          </a:p>
          <a:p>
            <a:pPr marL="342900" indent="-342900">
              <a:buFont typeface="Arial" panose="020B0604020202020204" pitchFamily="34" charset="0"/>
              <a:buChar char="•"/>
            </a:pPr>
            <a:r>
              <a:rPr lang="en-US" sz="2000" b="0" dirty="0"/>
              <a:t>Draft models has </a:t>
            </a:r>
            <a:r>
              <a:rPr lang="en-US" sz="2000" dirty="0"/>
              <a:t>Multi-Token Prediction</a:t>
            </a:r>
            <a:r>
              <a:rPr lang="en-US" sz="2000" b="0" dirty="0"/>
              <a:t> (MTP) head</a:t>
            </a:r>
            <a:endParaRPr lang="en-IN" sz="2000" b="0" dirty="0"/>
          </a:p>
        </p:txBody>
      </p:sp>
      <p:pic>
        <p:nvPicPr>
          <p:cNvPr id="9" name="Picture 8">
            <a:extLst>
              <a:ext uri="{FF2B5EF4-FFF2-40B4-BE49-F238E27FC236}">
                <a16:creationId xmlns:a16="http://schemas.microsoft.com/office/drawing/2014/main" id="{01471D07-DB82-5BF9-7BE7-81B8B3CB950B}"/>
              </a:ext>
            </a:extLst>
          </p:cNvPr>
          <p:cNvPicPr>
            <a:picLocks noChangeAspect="1"/>
          </p:cNvPicPr>
          <p:nvPr/>
        </p:nvPicPr>
        <p:blipFill>
          <a:blip r:embed="rId3"/>
          <a:stretch>
            <a:fillRect/>
          </a:stretch>
        </p:blipFill>
        <p:spPr>
          <a:xfrm>
            <a:off x="3474089" y="1469979"/>
            <a:ext cx="3204997" cy="4437688"/>
          </a:xfrm>
          <a:prstGeom prst="rect">
            <a:avLst/>
          </a:prstGeom>
        </p:spPr>
      </p:pic>
    </p:spTree>
    <p:extLst>
      <p:ext uri="{BB962C8B-B14F-4D97-AF65-F5344CB8AC3E}">
        <p14:creationId xmlns:p14="http://schemas.microsoft.com/office/powerpoint/2010/main" val="91164775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6739BCC-DB87-B6DE-C5B6-AD286F5DCC30}"/>
              </a:ext>
            </a:extLst>
          </p:cNvPr>
          <p:cNvSpPr>
            <a:spLocks noGrp="1"/>
          </p:cNvSpPr>
          <p:nvPr>
            <p:ph idx="10"/>
          </p:nvPr>
        </p:nvSpPr>
        <p:spPr>
          <a:xfrm>
            <a:off x="195942" y="1447252"/>
            <a:ext cx="11996057" cy="4525963"/>
          </a:xfrm>
        </p:spPr>
        <p:txBody>
          <a:bodyPr>
            <a:normAutofit/>
          </a:bodyPr>
          <a:lstStyle/>
          <a:p>
            <a:pPr marL="342900" indent="-342900">
              <a:buFont typeface="Arial" panose="020B0604020202020204" pitchFamily="34" charset="0"/>
              <a:buChar char="•"/>
            </a:pPr>
            <a:r>
              <a:rPr lang="en-US" dirty="0" err="1"/>
              <a:t>PagedAttention</a:t>
            </a:r>
            <a:r>
              <a:rPr lang="en-US" dirty="0"/>
              <a:t> is the core memory-management technique introduced by and built into </a:t>
            </a:r>
            <a:r>
              <a:rPr lang="en-US" dirty="0" err="1"/>
              <a:t>vLLM</a:t>
            </a:r>
            <a:r>
              <a:rPr lang="en-US" dirty="0"/>
              <a:t>, which uses it to pack many more requests onto a GPU at once</a:t>
            </a:r>
          </a:p>
          <a:p>
            <a:pPr marL="342900" indent="-342900">
              <a:buFont typeface="Arial" panose="020B0604020202020204" pitchFamily="34" charset="0"/>
              <a:buChar char="•"/>
            </a:pPr>
            <a:r>
              <a:rPr lang="en-US" b="1" i="1" dirty="0" err="1"/>
              <a:t>PagedAttention</a:t>
            </a:r>
            <a:r>
              <a:rPr lang="en-US" b="1" i="1" dirty="0"/>
              <a:t> stores KV cache in fixed-size non-contiguous blocks instead of one large contiguous buffer.</a:t>
            </a:r>
          </a:p>
          <a:p>
            <a:pPr marL="342900" indent="-342900">
              <a:buFont typeface="Arial" panose="020B0604020202020204" pitchFamily="34" charset="0"/>
              <a:buChar char="•"/>
            </a:pPr>
            <a:r>
              <a:rPr lang="en-US" dirty="0"/>
              <a:t>A block table maps logical token positions to physical GPU memory blocks.</a:t>
            </a:r>
          </a:p>
          <a:p>
            <a:pPr marL="342900" indent="-342900">
              <a:buFont typeface="Arial" panose="020B0604020202020204" pitchFamily="34" charset="0"/>
              <a:buChar char="•"/>
            </a:pPr>
            <a:r>
              <a:rPr lang="en-US" dirty="0"/>
              <a:t>Attention still works over the full context because the model gathers all needed KV blocks during decoding.</a:t>
            </a:r>
          </a:p>
          <a:p>
            <a:pPr marL="342900" indent="-342900">
              <a:buFont typeface="Arial" panose="020B0604020202020204" pitchFamily="34" charset="0"/>
              <a:buChar char="•"/>
            </a:pPr>
            <a:r>
              <a:rPr lang="en-US" dirty="0"/>
              <a:t>Result: less fragmentation, less wasted memory, more concurrent requests, and higher inference throughput</a:t>
            </a:r>
          </a:p>
          <a:p>
            <a:pPr marL="342900" indent="-342900">
              <a:buFont typeface="Arial" panose="020B0604020202020204" pitchFamily="34" charset="0"/>
              <a:buChar char="•"/>
            </a:pPr>
            <a:r>
              <a:rPr lang="en-US" dirty="0" err="1"/>
              <a:t>vLLM</a:t>
            </a:r>
            <a:r>
              <a:rPr lang="en-US" dirty="0"/>
              <a:t> is a popular open-source library for fast, high-throughput LLM inference and serving, originally developed at UC Berkeley, whose headline innovation is </a:t>
            </a:r>
            <a:r>
              <a:rPr lang="en-US" dirty="0" err="1"/>
              <a:t>PagedAttention</a:t>
            </a: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IN" dirty="0"/>
          </a:p>
        </p:txBody>
      </p:sp>
      <p:sp>
        <p:nvSpPr>
          <p:cNvPr id="3" name="Title 2">
            <a:extLst>
              <a:ext uri="{FF2B5EF4-FFF2-40B4-BE49-F238E27FC236}">
                <a16:creationId xmlns:a16="http://schemas.microsoft.com/office/drawing/2014/main" id="{594BECCE-9406-537E-9AB6-4651A8D9C97A}"/>
              </a:ext>
            </a:extLst>
          </p:cNvPr>
          <p:cNvSpPr>
            <a:spLocks noGrp="1"/>
          </p:cNvSpPr>
          <p:nvPr>
            <p:ph type="title"/>
          </p:nvPr>
        </p:nvSpPr>
        <p:spPr/>
        <p:txBody>
          <a:bodyPr/>
          <a:lstStyle/>
          <a:p>
            <a:r>
              <a:rPr lang="en-US" dirty="0" err="1"/>
              <a:t>PagedAttention</a:t>
            </a:r>
            <a:endParaRPr lang="en-IN" dirty="0"/>
          </a:p>
        </p:txBody>
      </p:sp>
    </p:spTree>
    <p:extLst>
      <p:ext uri="{BB962C8B-B14F-4D97-AF65-F5344CB8AC3E}">
        <p14:creationId xmlns:p14="http://schemas.microsoft.com/office/powerpoint/2010/main" val="15760520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90194-2A84-3372-3BBB-D016FB3E56A5}"/>
              </a:ext>
            </a:extLst>
          </p:cNvPr>
          <p:cNvSpPr>
            <a:spLocks noGrp="1"/>
          </p:cNvSpPr>
          <p:nvPr>
            <p:ph type="title"/>
          </p:nvPr>
        </p:nvSpPr>
        <p:spPr/>
        <p:txBody>
          <a:bodyPr/>
          <a:lstStyle/>
          <a:p>
            <a:r>
              <a:rPr lang="en-US" dirty="0"/>
              <a:t>Static</a:t>
            </a:r>
            <a:r>
              <a:rPr lang="en-US" spc="-35" dirty="0"/>
              <a:t> </a:t>
            </a:r>
            <a:r>
              <a:rPr lang="en-US" dirty="0"/>
              <a:t>KV</a:t>
            </a:r>
            <a:r>
              <a:rPr lang="en-US" spc="-110" dirty="0"/>
              <a:t> </a:t>
            </a:r>
            <a:r>
              <a:rPr lang="en-US" dirty="0"/>
              <a:t>Cache</a:t>
            </a:r>
            <a:r>
              <a:rPr lang="en-US" spc="-120" dirty="0"/>
              <a:t> </a:t>
            </a:r>
            <a:r>
              <a:rPr lang="en-US" dirty="0"/>
              <a:t>Management</a:t>
            </a:r>
            <a:r>
              <a:rPr lang="en-US" spc="-55" dirty="0"/>
              <a:t> </a:t>
            </a:r>
            <a:r>
              <a:rPr lang="en-US" dirty="0"/>
              <a:t>Wastes</a:t>
            </a:r>
            <a:r>
              <a:rPr lang="en-US" spc="-100" dirty="0"/>
              <a:t> </a:t>
            </a:r>
            <a:r>
              <a:rPr lang="en-US" spc="-10" dirty="0"/>
              <a:t>Memory</a:t>
            </a:r>
            <a:endParaRPr lang="en-IN" dirty="0"/>
          </a:p>
        </p:txBody>
      </p:sp>
      <p:sp>
        <p:nvSpPr>
          <p:cNvPr id="3" name="Text Placeholder 2">
            <a:extLst>
              <a:ext uri="{FF2B5EF4-FFF2-40B4-BE49-F238E27FC236}">
                <a16:creationId xmlns:a16="http://schemas.microsoft.com/office/drawing/2014/main" id="{63F1613B-80CE-2718-8E5A-EACAC81A9920}"/>
              </a:ext>
            </a:extLst>
          </p:cNvPr>
          <p:cNvSpPr>
            <a:spLocks noGrp="1"/>
          </p:cNvSpPr>
          <p:nvPr>
            <p:ph type="body" idx="1"/>
          </p:nvPr>
        </p:nvSpPr>
        <p:spPr>
          <a:xfrm>
            <a:off x="231987" y="1493520"/>
            <a:ext cx="11826663" cy="4953000"/>
          </a:xfrm>
        </p:spPr>
        <p:txBody>
          <a:bodyPr>
            <a:noAutofit/>
          </a:bodyPr>
          <a:lstStyle/>
          <a:p>
            <a:pPr marL="342900" indent="-342900">
              <a:buFont typeface="Arial" panose="020B0604020202020204" pitchFamily="34" charset="0"/>
              <a:buChar char="•"/>
            </a:pPr>
            <a:r>
              <a:rPr lang="en-US" b="0" dirty="0">
                <a:solidFill>
                  <a:schemeClr val="tx1"/>
                </a:solidFill>
                <a:latin typeface="Cambria" panose="02040503050406030204" pitchFamily="18" charset="0"/>
              </a:rPr>
              <a:t>Serving "request" one inference call — a single user prompt that model is actively generating a reply for</a:t>
            </a:r>
          </a:p>
          <a:p>
            <a:pPr marL="342900" indent="-342900">
              <a:buFont typeface="Arial" panose="020B0604020202020204" pitchFamily="34" charset="0"/>
              <a:buChar char="•"/>
            </a:pPr>
            <a:r>
              <a:rPr lang="en-US" b="0" dirty="0">
                <a:solidFill>
                  <a:schemeClr val="tx1"/>
                </a:solidFill>
                <a:latin typeface="Cambria" panose="02040503050406030204" pitchFamily="18" charset="0"/>
              </a:rPr>
              <a:t> A serving system runs many of these concurrently, and each one holds its own KV cache</a:t>
            </a:r>
          </a:p>
          <a:p>
            <a:pPr marL="342900" indent="-342900">
              <a:buFont typeface="Arial" panose="020B0604020202020204" pitchFamily="34" charset="0"/>
              <a:buChar char="•"/>
            </a:pPr>
            <a:r>
              <a:rPr lang="en-US" b="0" dirty="0">
                <a:solidFill>
                  <a:schemeClr val="tx1"/>
                </a:solidFill>
                <a:latin typeface="Cambria" panose="02040503050406030204" pitchFamily="18" charset="0"/>
              </a:rPr>
              <a:t>We don't know in advance how long each reply will be: chatbot greeting  (80 tokens), long essay (1900)</a:t>
            </a:r>
          </a:p>
          <a:p>
            <a:pPr marL="342900" indent="-342900">
              <a:buFont typeface="Arial" panose="020B0604020202020204" pitchFamily="34" charset="0"/>
              <a:buChar char="•"/>
            </a:pPr>
            <a:r>
              <a:rPr lang="en-US" b="0" dirty="0">
                <a:solidFill>
                  <a:schemeClr val="tx1"/>
                </a:solidFill>
                <a:latin typeface="Cambria" panose="02040503050406030204" pitchFamily="18" charset="0"/>
              </a:rPr>
              <a:t>Reserving each request a contiguous block sized for the </a:t>
            </a:r>
            <a:r>
              <a:rPr lang="en-US" b="0" i="1" dirty="0">
                <a:solidFill>
                  <a:schemeClr val="tx1"/>
                </a:solidFill>
                <a:latin typeface="Cambria" panose="02040503050406030204" pitchFamily="18" charset="0"/>
              </a:rPr>
              <a:t>max </a:t>
            </a:r>
            <a:r>
              <a:rPr lang="en-US" b="0" dirty="0">
                <a:solidFill>
                  <a:schemeClr val="tx1"/>
                </a:solidFill>
                <a:latin typeface="Cambria" panose="02040503050406030204" pitchFamily="18" charset="0"/>
              </a:rPr>
              <a:t>possible length (say 2048 tokens) up front causing possibly an </a:t>
            </a:r>
            <a:r>
              <a:rPr lang="en-US" dirty="0">
                <a:solidFill>
                  <a:srgbClr val="FF0000"/>
                </a:solidFill>
                <a:latin typeface="Cambria" panose="02040503050406030204" pitchFamily="18" charset="0"/>
              </a:rPr>
              <a:t>internal fragmentation</a:t>
            </a:r>
            <a:r>
              <a:rPr lang="en-US" b="0" dirty="0">
                <a:solidFill>
                  <a:schemeClr val="tx1"/>
                </a:solidFill>
                <a:latin typeface="Cambria" panose="02040503050406030204" pitchFamily="18" charset="0"/>
              </a:rPr>
              <a:t>, e.g. Request  used 200 of 2048 </a:t>
            </a:r>
          </a:p>
          <a:p>
            <a:pPr marL="342900" indent="-342900">
              <a:buFont typeface="Arial" panose="020B0604020202020204" pitchFamily="34" charset="0"/>
              <a:buChar char="•"/>
            </a:pPr>
            <a:r>
              <a:rPr lang="en-US" b="0" dirty="0">
                <a:solidFill>
                  <a:schemeClr val="tx1"/>
                </a:solidFill>
                <a:latin typeface="Cambria" panose="02040503050406030204" pitchFamily="18" charset="0"/>
              </a:rPr>
              <a:t>Suppose free memory left over is scattered into gaps (600 + 400 + 300 = 1300 tokens total free). That's more than enough memory in aggregate — but a new request needs 2048 </a:t>
            </a:r>
            <a:r>
              <a:rPr lang="en-US" b="0" i="1" dirty="0">
                <a:solidFill>
                  <a:schemeClr val="tx1"/>
                </a:solidFill>
                <a:latin typeface="Cambria" panose="02040503050406030204" pitchFamily="18" charset="0"/>
              </a:rPr>
              <a:t>contiguous</a:t>
            </a:r>
            <a:r>
              <a:rPr lang="en-US" b="0" dirty="0">
                <a:solidFill>
                  <a:schemeClr val="tx1"/>
                </a:solidFill>
                <a:latin typeface="Cambria" panose="02040503050406030204" pitchFamily="18" charset="0"/>
              </a:rPr>
              <a:t> tokens, and no single gap is big enough causing possibly an </a:t>
            </a:r>
            <a:r>
              <a:rPr lang="en-US" dirty="0">
                <a:solidFill>
                  <a:srgbClr val="FF0000"/>
                </a:solidFill>
                <a:latin typeface="Cambria" panose="02040503050406030204" pitchFamily="18" charset="0"/>
              </a:rPr>
              <a:t>external fragmentation</a:t>
            </a:r>
            <a:endParaRPr lang="en-IN" dirty="0">
              <a:solidFill>
                <a:srgbClr val="FF0000"/>
              </a:solidFill>
              <a:latin typeface="Cambria" panose="02040503050406030204" pitchFamily="18" charset="0"/>
            </a:endParaRPr>
          </a:p>
        </p:txBody>
      </p:sp>
    </p:spTree>
    <p:extLst>
      <p:ext uri="{BB962C8B-B14F-4D97-AF65-F5344CB8AC3E}">
        <p14:creationId xmlns:p14="http://schemas.microsoft.com/office/powerpoint/2010/main" val="104072548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63FA27C-799D-5C4A-9920-6729DC96ADF1}"/>
              </a:ext>
            </a:extLst>
          </p:cNvPr>
          <p:cNvPicPr>
            <a:picLocks noGrp="1" noChangeAspect="1"/>
          </p:cNvPicPr>
          <p:nvPr>
            <p:ph idx="10"/>
          </p:nvPr>
        </p:nvPicPr>
        <p:blipFill>
          <a:blip r:embed="rId2"/>
          <a:stretch>
            <a:fillRect/>
          </a:stretch>
        </p:blipFill>
        <p:spPr>
          <a:xfrm>
            <a:off x="521970" y="1750653"/>
            <a:ext cx="11670030" cy="4374875"/>
          </a:xfrm>
          <a:prstGeom prst="rect">
            <a:avLst/>
          </a:prstGeom>
        </p:spPr>
      </p:pic>
      <p:sp>
        <p:nvSpPr>
          <p:cNvPr id="3" name="Title 2">
            <a:extLst>
              <a:ext uri="{FF2B5EF4-FFF2-40B4-BE49-F238E27FC236}">
                <a16:creationId xmlns:a16="http://schemas.microsoft.com/office/drawing/2014/main" id="{17AC9A76-81CF-C892-ABA6-047F2236E17D}"/>
              </a:ext>
            </a:extLst>
          </p:cNvPr>
          <p:cNvSpPr>
            <a:spLocks noGrp="1"/>
          </p:cNvSpPr>
          <p:nvPr>
            <p:ph type="title"/>
          </p:nvPr>
        </p:nvSpPr>
        <p:spPr/>
        <p:txBody>
          <a:bodyPr/>
          <a:lstStyle/>
          <a:p>
            <a:r>
              <a:rPr lang="en-US" dirty="0"/>
              <a:t>Static</a:t>
            </a:r>
            <a:r>
              <a:rPr lang="en-US" spc="-35" dirty="0"/>
              <a:t> </a:t>
            </a:r>
            <a:r>
              <a:rPr lang="en-US" dirty="0"/>
              <a:t>KV</a:t>
            </a:r>
            <a:r>
              <a:rPr lang="en-US" spc="-110" dirty="0"/>
              <a:t> </a:t>
            </a:r>
            <a:r>
              <a:rPr lang="en-US" dirty="0"/>
              <a:t>Cache</a:t>
            </a:r>
            <a:r>
              <a:rPr lang="en-US" spc="-120" dirty="0"/>
              <a:t> </a:t>
            </a:r>
            <a:r>
              <a:rPr lang="en-US" dirty="0"/>
              <a:t>Management</a:t>
            </a:r>
            <a:r>
              <a:rPr lang="en-US" spc="-55" dirty="0"/>
              <a:t> </a:t>
            </a:r>
            <a:r>
              <a:rPr lang="en-US" dirty="0"/>
              <a:t>Wastes</a:t>
            </a:r>
            <a:r>
              <a:rPr lang="en-US" spc="-100" dirty="0"/>
              <a:t> </a:t>
            </a:r>
            <a:r>
              <a:rPr lang="en-US" spc="-10" dirty="0"/>
              <a:t>Memory</a:t>
            </a:r>
            <a:endParaRPr lang="en-IN" dirty="0"/>
          </a:p>
        </p:txBody>
      </p:sp>
      <p:sp>
        <p:nvSpPr>
          <p:cNvPr id="7" name="TextBox 6">
            <a:extLst>
              <a:ext uri="{FF2B5EF4-FFF2-40B4-BE49-F238E27FC236}">
                <a16:creationId xmlns:a16="http://schemas.microsoft.com/office/drawing/2014/main" id="{84D42CF3-2E7D-5784-B13E-76EDB5EFB39E}"/>
              </a:ext>
            </a:extLst>
          </p:cNvPr>
          <p:cNvSpPr txBox="1"/>
          <p:nvPr/>
        </p:nvSpPr>
        <p:spPr>
          <a:xfrm>
            <a:off x="0" y="6611779"/>
            <a:ext cx="9633857" cy="246221"/>
          </a:xfrm>
          <a:prstGeom prst="rect">
            <a:avLst/>
          </a:prstGeom>
          <a:noFill/>
        </p:spPr>
        <p:txBody>
          <a:bodyPr wrap="square">
            <a:spAutoFit/>
          </a:bodyPr>
          <a:lstStyle/>
          <a:p>
            <a:r>
              <a:rPr lang="en-IN" sz="1000" dirty="0"/>
              <a:t>Inage credits: https://medium.com/my-musings-with-llms/understanding-kv-cache-and-paged-attention-in-llms-a-deep-dive-into-efficient-inference-62fa372432ce</a:t>
            </a:r>
          </a:p>
        </p:txBody>
      </p:sp>
    </p:spTree>
    <p:extLst>
      <p:ext uri="{BB962C8B-B14F-4D97-AF65-F5344CB8AC3E}">
        <p14:creationId xmlns:p14="http://schemas.microsoft.com/office/powerpoint/2010/main" val="394923046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6C17D37-C895-028D-2D15-AA56C58B704A}"/>
              </a:ext>
            </a:extLst>
          </p:cNvPr>
          <p:cNvSpPr>
            <a:spLocks noGrp="1"/>
          </p:cNvSpPr>
          <p:nvPr>
            <p:ph type="title"/>
          </p:nvPr>
        </p:nvSpPr>
        <p:spPr/>
        <p:txBody>
          <a:bodyPr/>
          <a:lstStyle/>
          <a:p>
            <a:r>
              <a:rPr lang="en-US" dirty="0" err="1"/>
              <a:t>PagedAttention</a:t>
            </a:r>
            <a:endParaRPr lang="en-IN" dirty="0"/>
          </a:p>
        </p:txBody>
      </p:sp>
      <p:pic>
        <p:nvPicPr>
          <p:cNvPr id="2050" name="Picture 2">
            <a:extLst>
              <a:ext uri="{FF2B5EF4-FFF2-40B4-BE49-F238E27FC236}">
                <a16:creationId xmlns:a16="http://schemas.microsoft.com/office/drawing/2014/main" id="{FFB424F4-9132-791A-467B-2CFF572CA7C8}"/>
              </a:ext>
            </a:extLst>
          </p:cNvPr>
          <p:cNvPicPr>
            <a:picLocks noGrp="1" noChangeAspect="1" noChangeArrowheads="1"/>
          </p:cNvPicPr>
          <p:nvPr>
            <p:ph idx="10"/>
          </p:nvPr>
        </p:nvPicPr>
        <p:blipFill>
          <a:blip r:embed="rId2">
            <a:extLst>
              <a:ext uri="{28A0092B-C50C-407E-A947-70E740481C1C}">
                <a14:useLocalDpi xmlns:a14="http://schemas.microsoft.com/office/drawing/2010/main" val="0"/>
              </a:ext>
            </a:extLst>
          </a:blip>
          <a:srcRect/>
          <a:stretch>
            <a:fillRect/>
          </a:stretch>
        </p:blipFill>
        <p:spPr bwMode="auto">
          <a:xfrm>
            <a:off x="718457" y="2608224"/>
            <a:ext cx="9332183" cy="372398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6DBFA0D-F5DF-36E6-43AF-4E1FDF6E388B}"/>
              </a:ext>
            </a:extLst>
          </p:cNvPr>
          <p:cNvSpPr txBox="1"/>
          <p:nvPr/>
        </p:nvSpPr>
        <p:spPr>
          <a:xfrm>
            <a:off x="0" y="6491292"/>
            <a:ext cx="6096000" cy="261610"/>
          </a:xfrm>
          <a:prstGeom prst="rect">
            <a:avLst/>
          </a:prstGeom>
          <a:noFill/>
        </p:spPr>
        <p:txBody>
          <a:bodyPr wrap="square">
            <a:spAutoFit/>
          </a:bodyPr>
          <a:lstStyle/>
          <a:p>
            <a:r>
              <a:rPr lang="en-IN" sz="1100" dirty="0"/>
              <a:t>https://pub.towardsai.net/paged-attention-turning-the-page-on-transformer-memory-f394ca74e230</a:t>
            </a:r>
          </a:p>
        </p:txBody>
      </p:sp>
      <p:pic>
        <p:nvPicPr>
          <p:cNvPr id="2" name="Picture 2">
            <a:extLst>
              <a:ext uri="{FF2B5EF4-FFF2-40B4-BE49-F238E27FC236}">
                <a16:creationId xmlns:a16="http://schemas.microsoft.com/office/drawing/2014/main" id="{ED988A3A-3E77-E107-C5A1-A78D2FF15C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05296" y="154320"/>
            <a:ext cx="6583508" cy="2294822"/>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283850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A1CF653-6680-BBA2-BD7F-86EC8F533751}"/>
              </a:ext>
            </a:extLst>
          </p:cNvPr>
          <p:cNvSpPr>
            <a:spLocks noGrp="1"/>
          </p:cNvSpPr>
          <p:nvPr>
            <p:ph type="title"/>
          </p:nvPr>
        </p:nvSpPr>
        <p:spPr/>
        <p:txBody>
          <a:bodyPr/>
          <a:lstStyle/>
          <a:p>
            <a:r>
              <a:rPr lang="en-US" dirty="0" err="1"/>
              <a:t>PagedAttention</a:t>
            </a:r>
            <a:endParaRPr lang="en-IN" dirty="0"/>
          </a:p>
        </p:txBody>
      </p:sp>
      <p:pic>
        <p:nvPicPr>
          <p:cNvPr id="3074" name="Picture 2">
            <a:extLst>
              <a:ext uri="{FF2B5EF4-FFF2-40B4-BE49-F238E27FC236}">
                <a16:creationId xmlns:a16="http://schemas.microsoft.com/office/drawing/2014/main" id="{1F853DB5-C3A0-D4D3-5DD9-3C5664C1CBFC}"/>
              </a:ext>
            </a:extLst>
          </p:cNvPr>
          <p:cNvPicPr>
            <a:picLocks noGrp="1" noChangeAspect="1" noChangeArrowheads="1"/>
          </p:cNvPicPr>
          <p:nvPr>
            <p:ph idx="10"/>
          </p:nvPr>
        </p:nvPicPr>
        <p:blipFill>
          <a:blip r:embed="rId2">
            <a:extLst>
              <a:ext uri="{28A0092B-C50C-407E-A947-70E740481C1C}">
                <a14:useLocalDpi xmlns:a14="http://schemas.microsoft.com/office/drawing/2010/main" val="0"/>
              </a:ext>
            </a:extLst>
          </a:blip>
          <a:srcRect/>
          <a:stretch>
            <a:fillRect/>
          </a:stretch>
        </p:blipFill>
        <p:spPr bwMode="auto">
          <a:xfrm>
            <a:off x="304800" y="1560663"/>
            <a:ext cx="11480800" cy="449391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B89452CD-29F4-D673-4B67-3326DA5F7C6C}"/>
              </a:ext>
            </a:extLst>
          </p:cNvPr>
          <p:cNvSpPr txBox="1"/>
          <p:nvPr/>
        </p:nvSpPr>
        <p:spPr>
          <a:xfrm>
            <a:off x="0" y="6491292"/>
            <a:ext cx="6096000" cy="261610"/>
          </a:xfrm>
          <a:prstGeom prst="rect">
            <a:avLst/>
          </a:prstGeom>
          <a:noFill/>
        </p:spPr>
        <p:txBody>
          <a:bodyPr wrap="square">
            <a:spAutoFit/>
          </a:bodyPr>
          <a:lstStyle/>
          <a:p>
            <a:r>
              <a:rPr lang="en-IN" sz="1100" dirty="0"/>
              <a:t>https://pub.towardsai.net/paged-attention-turning-the-page-on-transformer-memory-f394ca74e230</a:t>
            </a:r>
          </a:p>
        </p:txBody>
      </p:sp>
    </p:spTree>
    <p:extLst>
      <p:ext uri="{BB962C8B-B14F-4D97-AF65-F5344CB8AC3E}">
        <p14:creationId xmlns:p14="http://schemas.microsoft.com/office/powerpoint/2010/main" val="98581871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8AAB158-F744-6EFE-E9B7-6257787B26DE}"/>
              </a:ext>
            </a:extLst>
          </p:cNvPr>
          <p:cNvSpPr>
            <a:spLocks noGrp="1"/>
          </p:cNvSpPr>
          <p:nvPr>
            <p:ph type="title"/>
          </p:nvPr>
        </p:nvSpPr>
        <p:spPr/>
        <p:txBody>
          <a:bodyPr/>
          <a:lstStyle/>
          <a:p>
            <a:r>
              <a:rPr lang="en-US" dirty="0" err="1"/>
              <a:t>PagedAttention</a:t>
            </a:r>
            <a:endParaRPr lang="en-IN" dirty="0"/>
          </a:p>
        </p:txBody>
      </p:sp>
      <p:pic>
        <p:nvPicPr>
          <p:cNvPr id="5" name="Picture 4">
            <a:extLst>
              <a:ext uri="{FF2B5EF4-FFF2-40B4-BE49-F238E27FC236}">
                <a16:creationId xmlns:a16="http://schemas.microsoft.com/office/drawing/2014/main" id="{E39E6EDB-7E34-9C11-45E8-B51F14D32DFC}"/>
              </a:ext>
            </a:extLst>
          </p:cNvPr>
          <p:cNvPicPr>
            <a:picLocks noChangeAspect="1"/>
          </p:cNvPicPr>
          <p:nvPr/>
        </p:nvPicPr>
        <p:blipFill>
          <a:blip r:embed="rId2"/>
          <a:stretch>
            <a:fillRect/>
          </a:stretch>
        </p:blipFill>
        <p:spPr>
          <a:xfrm>
            <a:off x="5647365" y="961767"/>
            <a:ext cx="6544635" cy="5389337"/>
          </a:xfrm>
          <a:prstGeom prst="rect">
            <a:avLst/>
          </a:prstGeom>
        </p:spPr>
      </p:pic>
      <p:sp>
        <p:nvSpPr>
          <p:cNvPr id="10" name="TextBox 9">
            <a:extLst>
              <a:ext uri="{FF2B5EF4-FFF2-40B4-BE49-F238E27FC236}">
                <a16:creationId xmlns:a16="http://schemas.microsoft.com/office/drawing/2014/main" id="{7A1567C7-26BC-D021-5211-09D27C73B52C}"/>
              </a:ext>
            </a:extLst>
          </p:cNvPr>
          <p:cNvSpPr txBox="1"/>
          <p:nvPr/>
        </p:nvSpPr>
        <p:spPr>
          <a:xfrm>
            <a:off x="178905" y="1393496"/>
            <a:ext cx="5468460" cy="4093428"/>
          </a:xfrm>
          <a:prstGeom prst="rect">
            <a:avLst/>
          </a:prstGeom>
          <a:noFill/>
        </p:spPr>
        <p:txBody>
          <a:bodyPr wrap="square">
            <a:spAutoFit/>
          </a:bodyPr>
          <a:lstStyle/>
          <a:p>
            <a:pPr marL="285750" indent="-285750">
              <a:buFont typeface="Arial" panose="020B0604020202020204" pitchFamily="34" charset="0"/>
              <a:buChar char="•"/>
            </a:pPr>
            <a:r>
              <a:rPr lang="en-US" sz="2000" i="0" dirty="0" err="1">
                <a:solidFill>
                  <a:srgbClr val="27251E"/>
                </a:solidFill>
                <a:effectLst/>
                <a:latin typeface="Cambria" panose="02040503050406030204" pitchFamily="18" charset="0"/>
                <a:ea typeface="Cambria" panose="02040503050406030204" pitchFamily="18" charset="0"/>
              </a:rPr>
              <a:t>PagedAttention</a:t>
            </a:r>
            <a:r>
              <a:rPr lang="en-US" sz="2000" i="0" dirty="0">
                <a:solidFill>
                  <a:srgbClr val="27251E"/>
                </a:solidFill>
                <a:effectLst/>
                <a:latin typeface="Cambria" panose="02040503050406030204" pitchFamily="18" charset="0"/>
                <a:ea typeface="Cambria" panose="02040503050406030204" pitchFamily="18" charset="0"/>
              </a:rPr>
              <a:t> stores the KV cache as fixed-size blocks drawn from a shared GPU memory pool rather than assigning each request one contiguous KV region</a:t>
            </a:r>
            <a:endParaRPr lang="en-US" sz="2000" dirty="0">
              <a:solidFill>
                <a:srgbClr val="27251E"/>
              </a:solidFill>
              <a:latin typeface="Cambria" panose="02040503050406030204" pitchFamily="18" charset="0"/>
              <a:ea typeface="Cambria" panose="02040503050406030204" pitchFamily="18" charset="0"/>
            </a:endParaRPr>
          </a:p>
          <a:p>
            <a:pPr marL="285750" indent="-285750">
              <a:buFont typeface="Arial" panose="020B0604020202020204" pitchFamily="34" charset="0"/>
              <a:buChar char="•"/>
            </a:pPr>
            <a:endParaRPr lang="en-US" sz="2000" i="0" dirty="0">
              <a:solidFill>
                <a:srgbClr val="27251E"/>
              </a:solidFill>
              <a:effectLst/>
              <a:latin typeface="Cambria" panose="02040503050406030204" pitchFamily="18" charset="0"/>
              <a:ea typeface="Cambria" panose="02040503050406030204" pitchFamily="18" charset="0"/>
            </a:endParaRPr>
          </a:p>
          <a:p>
            <a:pPr marL="285750" indent="-285750">
              <a:buFont typeface="Arial" panose="020B0604020202020204" pitchFamily="34" charset="0"/>
              <a:buChar char="•"/>
            </a:pPr>
            <a:r>
              <a:rPr lang="en-US" sz="2000" i="0" dirty="0">
                <a:solidFill>
                  <a:srgbClr val="27251E"/>
                </a:solidFill>
                <a:effectLst/>
                <a:latin typeface="Cambria" panose="02040503050406030204" pitchFamily="18" charset="0"/>
                <a:ea typeface="Cambria" panose="02040503050406030204" pitchFamily="18" charset="0"/>
              </a:rPr>
              <a:t>This improves memory utilization and throughput for variable-length requests</a:t>
            </a:r>
            <a:endParaRPr lang="en-US" sz="2000" dirty="0">
              <a:solidFill>
                <a:srgbClr val="27251E"/>
              </a:solidFill>
              <a:latin typeface="Cambria" panose="02040503050406030204" pitchFamily="18" charset="0"/>
              <a:ea typeface="Cambria" panose="02040503050406030204" pitchFamily="18" charset="0"/>
            </a:endParaRPr>
          </a:p>
          <a:p>
            <a:pPr marL="285750" indent="-285750">
              <a:buFont typeface="Arial" panose="020B0604020202020204" pitchFamily="34" charset="0"/>
              <a:buChar char="•"/>
            </a:pPr>
            <a:endParaRPr lang="en-US" sz="2000" i="0" dirty="0">
              <a:solidFill>
                <a:srgbClr val="27251E"/>
              </a:solidFill>
              <a:effectLst/>
              <a:latin typeface="Cambria" panose="02040503050406030204" pitchFamily="18" charset="0"/>
              <a:ea typeface="Cambria" panose="02040503050406030204" pitchFamily="18" charset="0"/>
            </a:endParaRPr>
          </a:p>
          <a:p>
            <a:pPr marL="285750" indent="-285750">
              <a:buFont typeface="Arial" panose="020B0604020202020204" pitchFamily="34" charset="0"/>
              <a:buChar char="•"/>
            </a:pPr>
            <a:r>
              <a:rPr lang="en-US" sz="2000" i="0" dirty="0">
                <a:solidFill>
                  <a:srgbClr val="27251E"/>
                </a:solidFill>
                <a:effectLst/>
                <a:latin typeface="Cambria" panose="02040503050406030204" pitchFamily="18" charset="0"/>
                <a:ea typeface="Cambria" panose="02040503050406030204" pitchFamily="18" charset="0"/>
              </a:rPr>
              <a:t>Under memory pressure, requests may be preempted; in modern </a:t>
            </a:r>
            <a:r>
              <a:rPr lang="en-US" sz="2000" i="0" dirty="0" err="1">
                <a:solidFill>
                  <a:srgbClr val="27251E"/>
                </a:solidFill>
                <a:effectLst/>
                <a:latin typeface="Cambria" panose="02040503050406030204" pitchFamily="18" charset="0"/>
                <a:ea typeface="Cambria" panose="02040503050406030204" pitchFamily="18" charset="0"/>
              </a:rPr>
              <a:t>vLLM</a:t>
            </a:r>
            <a:r>
              <a:rPr lang="en-US" sz="2000" i="0" dirty="0">
                <a:solidFill>
                  <a:srgbClr val="27251E"/>
                </a:solidFill>
                <a:effectLst/>
                <a:latin typeface="Cambria" panose="02040503050406030204" pitchFamily="18" charset="0"/>
                <a:ea typeface="Cambria" panose="02040503050406030204" pitchFamily="18" charset="0"/>
              </a:rPr>
              <a:t>, </a:t>
            </a:r>
            <a:r>
              <a:rPr lang="en-US" sz="2000" i="0" dirty="0" err="1">
                <a:solidFill>
                  <a:srgbClr val="27251E"/>
                </a:solidFill>
                <a:effectLst/>
                <a:latin typeface="Cambria" panose="02040503050406030204" pitchFamily="18" charset="0"/>
                <a:ea typeface="Cambria" panose="02040503050406030204" pitchFamily="18" charset="0"/>
              </a:rPr>
              <a:t>recomputation</a:t>
            </a:r>
            <a:r>
              <a:rPr lang="en-US" sz="2000" i="0" dirty="0">
                <a:solidFill>
                  <a:srgbClr val="27251E"/>
                </a:solidFill>
                <a:effectLst/>
                <a:latin typeface="Cambria" panose="02040503050406030204" pitchFamily="18" charset="0"/>
                <a:ea typeface="Cambria" panose="02040503050406030204" pitchFamily="18" charset="0"/>
              </a:rPr>
              <a:t> is usually favored over CPU swapping because data movement is often the more expensive path</a:t>
            </a:r>
            <a:endParaRPr lang="en-IN"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35407614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3AE3836-93D1-52A5-65CB-0D58C980BDD5}"/>
              </a:ext>
            </a:extLst>
          </p:cNvPr>
          <p:cNvSpPr>
            <a:spLocks noGrp="1"/>
          </p:cNvSpPr>
          <p:nvPr>
            <p:ph type="title"/>
          </p:nvPr>
        </p:nvSpPr>
        <p:spPr/>
        <p:txBody>
          <a:bodyPr/>
          <a:lstStyle/>
          <a:p>
            <a:r>
              <a:rPr lang="en-US" dirty="0" err="1"/>
              <a:t>PagedAttention</a:t>
            </a:r>
            <a:endParaRPr lang="en-IN" dirty="0"/>
          </a:p>
        </p:txBody>
      </p:sp>
      <p:pic>
        <p:nvPicPr>
          <p:cNvPr id="8" name="Content Placeholder 7">
            <a:extLst>
              <a:ext uri="{FF2B5EF4-FFF2-40B4-BE49-F238E27FC236}">
                <a16:creationId xmlns:a16="http://schemas.microsoft.com/office/drawing/2014/main" id="{B58A72DF-1A7D-F0B9-DCD5-0C06777B43B9}"/>
              </a:ext>
            </a:extLst>
          </p:cNvPr>
          <p:cNvPicPr>
            <a:picLocks noGrp="1" noChangeAspect="1"/>
          </p:cNvPicPr>
          <p:nvPr>
            <p:ph idx="10"/>
          </p:nvPr>
        </p:nvPicPr>
        <p:blipFill>
          <a:blip r:embed="rId2"/>
          <a:stretch>
            <a:fillRect/>
          </a:stretch>
        </p:blipFill>
        <p:spPr>
          <a:xfrm>
            <a:off x="304801" y="1506731"/>
            <a:ext cx="8477686" cy="4502381"/>
          </a:xfrm>
          <a:prstGeom prst="rect">
            <a:avLst/>
          </a:prstGeom>
        </p:spPr>
      </p:pic>
      <p:sp>
        <p:nvSpPr>
          <p:cNvPr id="5" name="TextBox 4">
            <a:extLst>
              <a:ext uri="{FF2B5EF4-FFF2-40B4-BE49-F238E27FC236}">
                <a16:creationId xmlns:a16="http://schemas.microsoft.com/office/drawing/2014/main" id="{1E5BFC8D-D448-C0FD-FF99-A2FB257A2FA1}"/>
              </a:ext>
            </a:extLst>
          </p:cNvPr>
          <p:cNvSpPr txBox="1"/>
          <p:nvPr/>
        </p:nvSpPr>
        <p:spPr>
          <a:xfrm>
            <a:off x="5088354" y="1824335"/>
            <a:ext cx="6097656" cy="923330"/>
          </a:xfrm>
          <a:prstGeom prst="rect">
            <a:avLst/>
          </a:prstGeom>
          <a:noFill/>
        </p:spPr>
        <p:txBody>
          <a:bodyPr wrap="square">
            <a:spAutoFit/>
          </a:bodyPr>
          <a:lstStyle/>
          <a:p>
            <a:r>
              <a:rPr lang="en-US" sz="1800" i="0" dirty="0">
                <a:solidFill>
                  <a:srgbClr val="27251E"/>
                </a:solidFill>
                <a:effectLst/>
                <a:latin typeface="Cambria" panose="02040503050406030204" pitchFamily="18" charset="0"/>
                <a:ea typeface="Cambria" panose="02040503050406030204" pitchFamily="18" charset="0"/>
              </a:rPr>
              <a:t>A per-request block table maps logical token positions to physical KV blocks, allowing the cache to grow dynamically with minimal fragmentation. </a:t>
            </a:r>
            <a:endParaRPr lang="en-IN" dirty="0"/>
          </a:p>
        </p:txBody>
      </p:sp>
    </p:spTree>
    <p:extLst>
      <p:ext uri="{BB962C8B-B14F-4D97-AF65-F5344CB8AC3E}">
        <p14:creationId xmlns:p14="http://schemas.microsoft.com/office/powerpoint/2010/main" val="388758088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idx="10"/>
          </p:nvPr>
        </p:nvSpPr>
        <p:spPr>
          <a:xfrm>
            <a:off x="304800" y="1545224"/>
            <a:ext cx="11887200" cy="4525963"/>
          </a:xfrm>
        </p:spPr>
        <p:txBody>
          <a:bodyPr>
            <a:normAutofit/>
          </a:bodyPr>
          <a:lstStyle/>
          <a:p>
            <a:pPr marL="342900" indent="-342900">
              <a:buFont typeface="Arial" panose="020B0604020202020204" pitchFamily="34" charset="0"/>
              <a:buChar char="•"/>
            </a:pPr>
            <a:r>
              <a:rPr lang="en-US" dirty="0">
                <a:hlinkClick r:id="rId2"/>
              </a:rPr>
              <a:t>https://research.google/blog/looking-back-at-speculative-decoding/</a:t>
            </a:r>
            <a:endParaRPr lang="en-US" dirty="0">
              <a:hlinkClick r:id="" action="ppaction://noaction"/>
            </a:endParaRPr>
          </a:p>
          <a:p>
            <a:pPr marL="342900" indent="-342900">
              <a:buFont typeface="Arial" panose="020B0604020202020204" pitchFamily="34" charset="0"/>
              <a:buChar char="•"/>
            </a:pPr>
            <a:r>
              <a:rPr lang="en-US" dirty="0">
                <a:hlinkClick r:id="" action="ppaction://noaction"/>
              </a:rPr>
              <a:t>https://x.com/googlegemma/status/2051694045869879749</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Research Papers</a:t>
            </a:r>
          </a:p>
          <a:p>
            <a:pPr marL="342900" indent="-342900">
              <a:buFont typeface="Arial" panose="020B0604020202020204" pitchFamily="34" charset="0"/>
              <a:buChar char="•"/>
            </a:pPr>
            <a:r>
              <a:rPr lang="en-US" dirty="0"/>
              <a:t>Fast Transformer Decoding: One Write-Head is AllYou Need</a:t>
            </a:r>
          </a:p>
          <a:p>
            <a:pPr marL="342900" indent="-342900">
              <a:buFont typeface="Arial" panose="020B0604020202020204" pitchFamily="34" charset="0"/>
              <a:buChar char="•"/>
            </a:pPr>
            <a:r>
              <a:rPr lang="en-US" dirty="0"/>
              <a:t>Fast Inference from Transformers via Speculative Decoding</a:t>
            </a:r>
          </a:p>
          <a:p>
            <a:pPr marL="342900" indent="-342900">
              <a:buFont typeface="Arial" panose="020B0604020202020204" pitchFamily="34" charset="0"/>
              <a:buChar char="•"/>
            </a:pPr>
            <a:r>
              <a:rPr lang="en-US" dirty="0"/>
              <a:t>Efficient Memory Management for Large </a:t>
            </a:r>
            <a:r>
              <a:rPr lang="en-US" dirty="0" err="1"/>
              <a:t>LanguageModel</a:t>
            </a:r>
            <a:r>
              <a:rPr lang="en-US" dirty="0"/>
              <a:t> Serving with </a:t>
            </a:r>
            <a:r>
              <a:rPr lang="en-US" dirty="0" err="1"/>
              <a:t>PagedAttention</a:t>
            </a:r>
            <a:endParaRPr lang="en-US" dirty="0"/>
          </a:p>
          <a:p>
            <a:pPr marL="342900" indent="-342900">
              <a:buFont typeface="Arial" panose="020B0604020202020204" pitchFamily="34" charset="0"/>
              <a:buChar char="•"/>
            </a:pPr>
            <a:endParaRPr lang="en-IN"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endParaRPr lang="en-IN" dirty="0"/>
          </a:p>
        </p:txBody>
      </p:sp>
      <p:sp>
        <p:nvSpPr>
          <p:cNvPr id="4" name="Title 3"/>
          <p:cNvSpPr>
            <a:spLocks noGrp="1"/>
          </p:cNvSpPr>
          <p:nvPr>
            <p:ph type="title"/>
          </p:nvPr>
        </p:nvSpPr>
        <p:spPr/>
        <p:txBody>
          <a:bodyPr/>
          <a:lstStyle/>
          <a:p>
            <a:r>
              <a:rPr lang="en-US" dirty="0"/>
              <a:t>References</a:t>
            </a:r>
            <a:br>
              <a:rPr lang="en-IN" dirty="0"/>
            </a:br>
            <a:endParaRPr lang="en-IN" dirty="0"/>
          </a:p>
        </p:txBody>
      </p:sp>
    </p:spTree>
    <p:extLst>
      <p:ext uri="{BB962C8B-B14F-4D97-AF65-F5344CB8AC3E}">
        <p14:creationId xmlns:p14="http://schemas.microsoft.com/office/powerpoint/2010/main" val="63485905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ags/tag6.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3623</Words>
  <Application>Microsoft Office PowerPoint</Application>
  <PresentationFormat>Widescreen</PresentationFormat>
  <Paragraphs>722</Paragraphs>
  <Slides>56</Slides>
  <Notes>8</Notes>
  <HiddenSlides>0</HiddenSlides>
  <MMClips>0</MMClips>
  <ScaleCrop>false</ScaleCrop>
  <HeadingPairs>
    <vt:vector size="6" baseType="variant">
      <vt:variant>
        <vt:lpstr>Fonts Used</vt:lpstr>
      </vt:variant>
      <vt:variant>
        <vt:i4>18</vt:i4>
      </vt:variant>
      <vt:variant>
        <vt:lpstr>Theme</vt:lpstr>
      </vt:variant>
      <vt:variant>
        <vt:i4>2</vt:i4>
      </vt:variant>
      <vt:variant>
        <vt:lpstr>Slide Titles</vt:lpstr>
      </vt:variant>
      <vt:variant>
        <vt:i4>56</vt:i4>
      </vt:variant>
    </vt:vector>
  </HeadingPairs>
  <TitlesOfParts>
    <vt:vector size="76" baseType="lpstr">
      <vt:lpstr>MS PGothic</vt:lpstr>
      <vt:lpstr>Anthropic Sans</vt:lpstr>
      <vt:lpstr>Aptos</vt:lpstr>
      <vt:lpstr>Arial</vt:lpstr>
      <vt:lpstr>Arial Black</vt:lpstr>
      <vt:lpstr>Arial MT</vt:lpstr>
      <vt:lpstr>Calibri</vt:lpstr>
      <vt:lpstr>Calibri Light</vt:lpstr>
      <vt:lpstr>Cambria</vt:lpstr>
      <vt:lpstr>Cambria Math</vt:lpstr>
      <vt:lpstr>Lucida Sans Unicode</vt:lpstr>
      <vt:lpstr>Montserrat</vt:lpstr>
      <vt:lpstr>pplxSerif</vt:lpstr>
      <vt:lpstr>Tahoma</vt:lpstr>
      <vt:lpstr>Times New Roman</vt:lpstr>
      <vt:lpstr>Trebuchet MS</vt:lpstr>
      <vt:lpstr>Verdana</vt:lpstr>
      <vt:lpstr>Wingdings</vt:lpstr>
      <vt:lpstr>1_Office Theme</vt:lpstr>
      <vt:lpstr>2_Office Theme</vt:lpstr>
      <vt:lpstr> Large Language Models for Generative AI</vt:lpstr>
      <vt:lpstr>Large Language Models for Generative AI</vt:lpstr>
      <vt:lpstr>LLM Optimization</vt:lpstr>
      <vt:lpstr>LLM Inference Efficiency</vt:lpstr>
      <vt:lpstr>Two-phase inference process</vt:lpstr>
      <vt:lpstr>KV cache</vt:lpstr>
      <vt:lpstr>QKV calculations</vt:lpstr>
      <vt:lpstr>Past KVs don’t change</vt:lpstr>
      <vt:lpstr>Past KVs don’t change</vt:lpstr>
      <vt:lpstr>What about Q?</vt:lpstr>
      <vt:lpstr>QKV calculations</vt:lpstr>
      <vt:lpstr>One KV cache per attention layer</vt:lpstr>
      <vt:lpstr>KV Cache</vt:lpstr>
      <vt:lpstr>How KV cache builds</vt:lpstr>
      <vt:lpstr>How KV cache builds</vt:lpstr>
      <vt:lpstr>How KV cache builds</vt:lpstr>
      <vt:lpstr>How KV cache builds</vt:lpstr>
      <vt:lpstr>KV Cache</vt:lpstr>
      <vt:lpstr>Inference Bottleneck</vt:lpstr>
      <vt:lpstr>GPU architecture</vt:lpstr>
      <vt:lpstr>Memory requirements </vt:lpstr>
      <vt:lpstr>KV cache memory</vt:lpstr>
      <vt:lpstr>Inference Memory</vt:lpstr>
      <vt:lpstr>At scale : "Here's the scale of the problem"</vt:lpstr>
      <vt:lpstr>LLM inference bottlenecks : "Here's WHY it's expensive — 3 root causes"</vt:lpstr>
      <vt:lpstr>PowerPoint Presentation</vt:lpstr>
      <vt:lpstr>Generation Acceleration : Speculative Decoding</vt:lpstr>
      <vt:lpstr>Memory Bottleneck in LLM Inference</vt:lpstr>
      <vt:lpstr>Speculative decoding </vt:lpstr>
      <vt:lpstr>Fewer big-model passes</vt:lpstr>
      <vt:lpstr>One forward pass</vt:lpstr>
      <vt:lpstr>Speculative decoding</vt:lpstr>
      <vt:lpstr>How do you verify tokens?</vt:lpstr>
      <vt:lpstr>How do you verify tokens?</vt:lpstr>
      <vt:lpstr>How do you verify tokens?</vt:lpstr>
      <vt:lpstr>How do you verify tokens?</vt:lpstr>
      <vt:lpstr>How do you verify tokens?</vt:lpstr>
      <vt:lpstr>How do you verify tokens?</vt:lpstr>
      <vt:lpstr>How do you verify tokens?</vt:lpstr>
      <vt:lpstr>Rejected tokens</vt:lpstr>
      <vt:lpstr>Rejected tokens</vt:lpstr>
      <vt:lpstr>Three steps</vt:lpstr>
      <vt:lpstr>Example</vt:lpstr>
      <vt:lpstr>Example</vt:lpstr>
      <vt:lpstr>Example</vt:lpstr>
      <vt:lpstr>Example</vt:lpstr>
      <vt:lpstr>Example</vt:lpstr>
      <vt:lpstr>Gemma 4 - Drafter</vt:lpstr>
      <vt:lpstr>PagedAttention</vt:lpstr>
      <vt:lpstr>Static KV Cache Management Wastes Memory</vt:lpstr>
      <vt:lpstr>Static KV Cache Management Wastes Memory</vt:lpstr>
      <vt:lpstr>PagedAttention</vt:lpstr>
      <vt:lpstr>PagedAttention</vt:lpstr>
      <vt:lpstr>PagedAttention</vt:lpstr>
      <vt:lpstr>PagedAttention</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2026-05-29T13:17:53Z</dcterms:created>
  <dcterms:modified xsi:type="dcterms:W3CDTF">2026-05-29T13:18:05Z</dcterms:modified>
</cp:coreProperties>
</file>